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4" r:id="rId1"/>
  </p:sldMasterIdLst>
  <p:notesMasterIdLst>
    <p:notesMasterId r:id="rId21"/>
  </p:notesMasterIdLst>
  <p:handoutMasterIdLst>
    <p:handoutMasterId r:id="rId22"/>
  </p:handoutMasterIdLst>
  <p:sldIdLst>
    <p:sldId id="256" r:id="rId2"/>
    <p:sldId id="257" r:id="rId3"/>
    <p:sldId id="258" r:id="rId4"/>
    <p:sldId id="259" r:id="rId5"/>
    <p:sldId id="260" r:id="rId6"/>
    <p:sldId id="261" r:id="rId7"/>
    <p:sldId id="262" r:id="rId8"/>
    <p:sldId id="265" r:id="rId9"/>
    <p:sldId id="263" r:id="rId10"/>
    <p:sldId id="264" r:id="rId11"/>
    <p:sldId id="266" r:id="rId12"/>
    <p:sldId id="267" r:id="rId13"/>
    <p:sldId id="271" r:id="rId14"/>
    <p:sldId id="269" r:id="rId15"/>
    <p:sldId id="268" r:id="rId16"/>
    <p:sldId id="272" r:id="rId17"/>
    <p:sldId id="274" r:id="rId18"/>
    <p:sldId id="270" r:id="rId19"/>
    <p:sldId id="273"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301" autoAdjust="0"/>
    <p:restoredTop sz="94660"/>
  </p:normalViewPr>
  <p:slideViewPr>
    <p:cSldViewPr snapToGrid="0">
      <p:cViewPr varScale="1">
        <p:scale>
          <a:sx n="87" d="100"/>
          <a:sy n="87" d="100"/>
        </p:scale>
        <p:origin x="466"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83DADDC9-8CF6-CCA2-6605-7B4705B00F5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a:extLst>
              <a:ext uri="{FF2B5EF4-FFF2-40B4-BE49-F238E27FC236}">
                <a16:creationId xmlns:a16="http://schemas.microsoft.com/office/drawing/2014/main" id="{81F642B9-C53F-2F5D-A4B1-E5938135B4E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BE3F2EF-9554-4B6E-9C0A-0C2024BC3FA5}" type="datetimeFigureOut">
              <a:rPr lang="fr-FR" smtClean="0"/>
              <a:t>22/06/2024</a:t>
            </a:fld>
            <a:endParaRPr lang="fr-FR"/>
          </a:p>
        </p:txBody>
      </p:sp>
      <p:sp>
        <p:nvSpPr>
          <p:cNvPr id="4" name="Espace réservé du pied de page 3">
            <a:extLst>
              <a:ext uri="{FF2B5EF4-FFF2-40B4-BE49-F238E27FC236}">
                <a16:creationId xmlns:a16="http://schemas.microsoft.com/office/drawing/2014/main" id="{5AED0386-9826-C65D-92F0-DA63206D5A3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5" name="Espace réservé du numéro de diapositive 4">
            <a:extLst>
              <a:ext uri="{FF2B5EF4-FFF2-40B4-BE49-F238E27FC236}">
                <a16:creationId xmlns:a16="http://schemas.microsoft.com/office/drawing/2014/main" id="{A877B0DB-493B-6A6D-8D70-9ADD7E26DDA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C4DEABA-102F-4DD5-A366-17D4234CC70C}" type="slidenum">
              <a:rPr lang="fr-FR" smtClean="0"/>
              <a:t>‹N°›</a:t>
            </a:fld>
            <a:endParaRPr lang="fr-FR"/>
          </a:p>
        </p:txBody>
      </p:sp>
    </p:spTree>
    <p:extLst>
      <p:ext uri="{BB962C8B-B14F-4D97-AF65-F5344CB8AC3E}">
        <p14:creationId xmlns:p14="http://schemas.microsoft.com/office/powerpoint/2010/main" val="91152335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59606D9-0EBD-4314-98A4-831BE7508901}" type="datetimeFigureOut">
              <a:rPr lang="fr-FR" smtClean="0"/>
              <a:t>22/06/2024</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88E457A-C722-47A9-A3F3-D9AF0A1BD9A8}" type="slidenum">
              <a:rPr lang="fr-FR" smtClean="0"/>
              <a:t>‹N°›</a:t>
            </a:fld>
            <a:endParaRPr lang="fr-FR"/>
          </a:p>
        </p:txBody>
      </p:sp>
    </p:spTree>
    <p:extLst>
      <p:ext uri="{BB962C8B-B14F-4D97-AF65-F5344CB8AC3E}">
        <p14:creationId xmlns:p14="http://schemas.microsoft.com/office/powerpoint/2010/main" val="12904002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388E457A-C722-47A9-A3F3-D9AF0A1BD9A8}" type="slidenum">
              <a:rPr lang="fr-FR" smtClean="0"/>
              <a:t>6</a:t>
            </a:fld>
            <a:endParaRPr lang="fr-FR"/>
          </a:p>
        </p:txBody>
      </p:sp>
    </p:spTree>
    <p:extLst>
      <p:ext uri="{BB962C8B-B14F-4D97-AF65-F5344CB8AC3E}">
        <p14:creationId xmlns:p14="http://schemas.microsoft.com/office/powerpoint/2010/main" val="23887285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388E457A-C722-47A9-A3F3-D9AF0A1BD9A8}" type="slidenum">
              <a:rPr lang="fr-FR" smtClean="0"/>
              <a:t>17</a:t>
            </a:fld>
            <a:endParaRPr lang="fr-FR"/>
          </a:p>
        </p:txBody>
      </p:sp>
    </p:spTree>
    <p:extLst>
      <p:ext uri="{BB962C8B-B14F-4D97-AF65-F5344CB8AC3E}">
        <p14:creationId xmlns:p14="http://schemas.microsoft.com/office/powerpoint/2010/main" val="254934038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fr-FR"/>
              <a:t>Modifiez le style du titre</a:t>
            </a:r>
            <a:endParaRPr lang="en-US" dirty="0"/>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a:t>Modifiez le style des sous-titres du masque</a:t>
            </a:r>
            <a:endParaRPr lang="en-US" dirty="0"/>
          </a:p>
        </p:txBody>
      </p:sp>
      <p:sp>
        <p:nvSpPr>
          <p:cNvPr id="4" name="Date Placeholder 3"/>
          <p:cNvSpPr>
            <a:spLocks noGrp="1"/>
          </p:cNvSpPr>
          <p:nvPr>
            <p:ph type="dt" sz="half" idx="10"/>
          </p:nvPr>
        </p:nvSpPr>
        <p:spPr>
          <a:xfrm>
            <a:off x="8932558" y="5870575"/>
            <a:ext cx="1600200" cy="377825"/>
          </a:xfrm>
        </p:spPr>
        <p:txBody>
          <a:bodyPr/>
          <a:lstStyle/>
          <a:p>
            <a:fld id="{724991A0-4616-44DF-BDC4-03115B5DE260}" type="datetimeFigureOut">
              <a:rPr lang="fr-FR" smtClean="0"/>
              <a:t>22/06/2024</a:t>
            </a:fld>
            <a:endParaRPr lang="fr-FR"/>
          </a:p>
        </p:txBody>
      </p:sp>
      <p:sp>
        <p:nvSpPr>
          <p:cNvPr id="5" name="Footer Placeholder 4"/>
          <p:cNvSpPr>
            <a:spLocks noGrp="1"/>
          </p:cNvSpPr>
          <p:nvPr>
            <p:ph type="ftr" sz="quarter" idx="11"/>
          </p:nvPr>
        </p:nvSpPr>
        <p:spPr>
          <a:xfrm>
            <a:off x="3962399" y="5870575"/>
            <a:ext cx="4893958" cy="377825"/>
          </a:xfrm>
        </p:spPr>
        <p:txBody>
          <a:bodyPr/>
          <a:lstStyle/>
          <a:p>
            <a:endParaRPr lang="fr-FR"/>
          </a:p>
        </p:txBody>
      </p:sp>
      <p:sp>
        <p:nvSpPr>
          <p:cNvPr id="6" name="Slide Number Placeholder 5"/>
          <p:cNvSpPr>
            <a:spLocks noGrp="1"/>
          </p:cNvSpPr>
          <p:nvPr>
            <p:ph type="sldNum" sz="quarter" idx="12"/>
          </p:nvPr>
        </p:nvSpPr>
        <p:spPr>
          <a:xfrm>
            <a:off x="10608958" y="5870575"/>
            <a:ext cx="551167" cy="377825"/>
          </a:xfrm>
        </p:spPr>
        <p:txBody>
          <a:bodyPr/>
          <a:lstStyle/>
          <a:p>
            <a:fld id="{A3401A20-A1E0-4E43-B782-1D8AAEB2FCB1}" type="slidenum">
              <a:rPr lang="fr-FR" smtClean="0"/>
              <a:t>‹N°›</a:t>
            </a:fld>
            <a:endParaRPr lang="fr-FR"/>
          </a:p>
        </p:txBody>
      </p:sp>
    </p:spTree>
    <p:extLst>
      <p:ext uri="{BB962C8B-B14F-4D97-AF65-F5344CB8AC3E}">
        <p14:creationId xmlns:p14="http://schemas.microsoft.com/office/powerpoint/2010/main" val="29912930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nchor="ct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724991A0-4616-44DF-BDC4-03115B5DE260}" type="datetimeFigureOut">
              <a:rPr lang="fr-FR" smtClean="0"/>
              <a:t>22/06/2024</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A3401A20-A1E0-4E43-B782-1D8AAEB2FCB1}" type="slidenum">
              <a:rPr lang="fr-FR" smtClean="0"/>
              <a:t>‹N°›</a:t>
            </a:fld>
            <a:endParaRPr lang="fr-FR"/>
          </a:p>
        </p:txBody>
      </p:sp>
    </p:spTree>
    <p:extLst>
      <p:ext uri="{BB962C8B-B14F-4D97-AF65-F5344CB8AC3E}">
        <p14:creationId xmlns:p14="http://schemas.microsoft.com/office/powerpoint/2010/main" val="12203603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fr-FR"/>
              <a:t>Modifiez le style du titre</a:t>
            </a:r>
            <a:endParaRPr lang="en-US" dirty="0"/>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724991A0-4616-44DF-BDC4-03115B5DE260}" type="datetimeFigureOut">
              <a:rPr lang="fr-FR" smtClean="0"/>
              <a:t>22/06/2024</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A3401A20-A1E0-4E43-B782-1D8AAEB2FCB1}" type="slidenum">
              <a:rPr lang="fr-FR" smtClean="0"/>
              <a:t>‹N°›</a:t>
            </a:fld>
            <a:endParaRPr lang="fr-FR"/>
          </a:p>
        </p:txBody>
      </p:sp>
    </p:spTree>
    <p:extLst>
      <p:ext uri="{BB962C8B-B14F-4D97-AF65-F5344CB8AC3E}">
        <p14:creationId xmlns:p14="http://schemas.microsoft.com/office/powerpoint/2010/main" val="27055487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685802" y="2142067"/>
            <a:ext cx="4995334" cy="3649134"/>
          </a:xfrm>
        </p:spPr>
        <p:txBody>
          <a:bodyP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5821895" y="2142067"/>
            <a:ext cx="4995332" cy="3649133"/>
          </a:xfrm>
        </p:spPr>
        <p:txBody>
          <a:bodyP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724991A0-4616-44DF-BDC4-03115B5DE260}" type="datetimeFigureOut">
              <a:rPr lang="fr-FR" smtClean="0"/>
              <a:t>22/06/2024</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A3401A20-A1E0-4E43-B782-1D8AAEB2FCB1}" type="slidenum">
              <a:rPr lang="fr-FR" smtClean="0"/>
              <a:t>‹N°›</a:t>
            </a:fld>
            <a:endParaRPr lang="fr-FR"/>
          </a:p>
        </p:txBody>
      </p:sp>
    </p:spTree>
    <p:extLst>
      <p:ext uri="{BB962C8B-B14F-4D97-AF65-F5344CB8AC3E}">
        <p14:creationId xmlns:p14="http://schemas.microsoft.com/office/powerpoint/2010/main" val="11467980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fr-FR"/>
              <a:t>Modifiez le style du titre</a:t>
            </a:r>
            <a:endParaRPr lang="en-US" dirty="0"/>
          </a:p>
        </p:txBody>
      </p:sp>
      <p:sp>
        <p:nvSpPr>
          <p:cNvPr id="3" name="Text Placeholder 2"/>
          <p:cNvSpPr>
            <a:spLocks noGrp="1"/>
          </p:cNvSpPr>
          <p:nvPr>
            <p:ph type="body" idx="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724991A0-4616-44DF-BDC4-03115B5DE260}" type="datetimeFigureOut">
              <a:rPr lang="fr-FR" smtClean="0"/>
              <a:t>22/06/2024</a:t>
            </a:fld>
            <a:endParaRPr lang="fr-FR"/>
          </a:p>
        </p:txBody>
      </p:sp>
      <p:sp>
        <p:nvSpPr>
          <p:cNvPr id="8" name="Footer Placeholder 7"/>
          <p:cNvSpPr>
            <a:spLocks noGrp="1"/>
          </p:cNvSpPr>
          <p:nvPr>
            <p:ph type="ftr" sz="quarter" idx="11"/>
          </p:nvPr>
        </p:nvSpPr>
        <p:spPr/>
        <p:txBody>
          <a:bodyPr/>
          <a:lstStyle/>
          <a:p>
            <a:endParaRPr lang="fr-FR"/>
          </a:p>
        </p:txBody>
      </p:sp>
      <p:sp>
        <p:nvSpPr>
          <p:cNvPr id="9" name="Slide Number Placeholder 8"/>
          <p:cNvSpPr>
            <a:spLocks noGrp="1"/>
          </p:cNvSpPr>
          <p:nvPr>
            <p:ph type="sldNum" sz="quarter" idx="12"/>
          </p:nvPr>
        </p:nvSpPr>
        <p:spPr/>
        <p:txBody>
          <a:bodyPr/>
          <a:lstStyle/>
          <a:p>
            <a:fld id="{A3401A20-A1E0-4E43-B782-1D8AAEB2FCB1}" type="slidenum">
              <a:rPr lang="fr-FR" smtClean="0"/>
              <a:t>‹N°›</a:t>
            </a:fld>
            <a:endParaRPr lang="fr-FR"/>
          </a:p>
        </p:txBody>
      </p:sp>
    </p:spTree>
    <p:extLst>
      <p:ext uri="{BB962C8B-B14F-4D97-AF65-F5344CB8AC3E}">
        <p14:creationId xmlns:p14="http://schemas.microsoft.com/office/powerpoint/2010/main" val="14078001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724991A0-4616-44DF-BDC4-03115B5DE260}" type="datetimeFigureOut">
              <a:rPr lang="fr-FR" smtClean="0"/>
              <a:t>22/06/2024</a:t>
            </a:fld>
            <a:endParaRPr lang="fr-FR"/>
          </a:p>
        </p:txBody>
      </p:sp>
      <p:sp>
        <p:nvSpPr>
          <p:cNvPr id="4" name="Footer Placeholder 3"/>
          <p:cNvSpPr>
            <a:spLocks noGrp="1"/>
          </p:cNvSpPr>
          <p:nvPr>
            <p:ph type="ftr" sz="quarter" idx="11"/>
          </p:nvPr>
        </p:nvSpPr>
        <p:spPr/>
        <p:txBody>
          <a:bodyPr/>
          <a:lstStyle/>
          <a:p>
            <a:endParaRPr lang="fr-FR"/>
          </a:p>
        </p:txBody>
      </p:sp>
      <p:sp>
        <p:nvSpPr>
          <p:cNvPr id="5" name="Slide Number Placeholder 4"/>
          <p:cNvSpPr>
            <a:spLocks noGrp="1"/>
          </p:cNvSpPr>
          <p:nvPr>
            <p:ph type="sldNum" sz="quarter" idx="12"/>
          </p:nvPr>
        </p:nvSpPr>
        <p:spPr/>
        <p:txBody>
          <a:bodyPr/>
          <a:lstStyle/>
          <a:p>
            <a:fld id="{A3401A20-A1E0-4E43-B782-1D8AAEB2FCB1}" type="slidenum">
              <a:rPr lang="fr-FR" smtClean="0"/>
              <a:t>‹N°›</a:t>
            </a:fld>
            <a:endParaRPr lang="fr-FR"/>
          </a:p>
        </p:txBody>
      </p:sp>
    </p:spTree>
    <p:extLst>
      <p:ext uri="{BB962C8B-B14F-4D97-AF65-F5344CB8AC3E}">
        <p14:creationId xmlns:p14="http://schemas.microsoft.com/office/powerpoint/2010/main" val="14967665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724991A0-4616-44DF-BDC4-03115B5DE260}" type="datetimeFigureOut">
              <a:rPr lang="fr-FR" smtClean="0"/>
              <a:t>22/06/2024</a:t>
            </a:fld>
            <a:endParaRPr lang="fr-FR"/>
          </a:p>
        </p:txBody>
      </p:sp>
      <p:sp>
        <p:nvSpPr>
          <p:cNvPr id="3" name="Footer Placeholder 2"/>
          <p:cNvSpPr>
            <a:spLocks noGrp="1"/>
          </p:cNvSpPr>
          <p:nvPr>
            <p:ph type="ftr" sz="quarter" idx="11"/>
          </p:nvPr>
        </p:nvSpPr>
        <p:spPr/>
        <p:txBody>
          <a:bodyPr/>
          <a:lstStyle/>
          <a:p>
            <a:endParaRPr lang="fr-FR"/>
          </a:p>
        </p:txBody>
      </p:sp>
      <p:sp>
        <p:nvSpPr>
          <p:cNvPr id="4" name="Slide Number Placeholder 3"/>
          <p:cNvSpPr>
            <a:spLocks noGrp="1"/>
          </p:cNvSpPr>
          <p:nvPr>
            <p:ph type="sldNum" sz="quarter" idx="12"/>
          </p:nvPr>
        </p:nvSpPr>
        <p:spPr/>
        <p:txBody>
          <a:bodyPr/>
          <a:lstStyle/>
          <a:p>
            <a:fld id="{A3401A20-A1E0-4E43-B782-1D8AAEB2FCB1}" type="slidenum">
              <a:rPr lang="fr-FR" smtClean="0"/>
              <a:t>‹N°›</a:t>
            </a:fld>
            <a:endParaRPr lang="fr-FR"/>
          </a:p>
        </p:txBody>
      </p:sp>
    </p:spTree>
    <p:extLst>
      <p:ext uri="{BB962C8B-B14F-4D97-AF65-F5344CB8AC3E}">
        <p14:creationId xmlns:p14="http://schemas.microsoft.com/office/powerpoint/2010/main" val="7832797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fr-FR"/>
              <a:t>Modifiez le style du titre</a:t>
            </a:r>
            <a:endParaRPr lang="en-US" dirty="0"/>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724991A0-4616-44DF-BDC4-03115B5DE260}" type="datetimeFigureOut">
              <a:rPr lang="fr-FR" smtClean="0"/>
              <a:t>22/06/2024</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A3401A20-A1E0-4E43-B782-1D8AAEB2FCB1}" type="slidenum">
              <a:rPr lang="fr-FR" smtClean="0"/>
              <a:t>‹N°›</a:t>
            </a:fld>
            <a:endParaRPr lang="fr-FR"/>
          </a:p>
        </p:txBody>
      </p:sp>
    </p:spTree>
    <p:extLst>
      <p:ext uri="{BB962C8B-B14F-4D97-AF65-F5344CB8AC3E}">
        <p14:creationId xmlns:p14="http://schemas.microsoft.com/office/powerpoint/2010/main" val="2318433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fr-FR"/>
              <a:t>Modifiez le style du titre</a:t>
            </a:r>
            <a:endParaRPr lang="en-US" dirty="0"/>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a:t>Cliquez sur l'icône pour ajouter une image</a:t>
            </a:r>
            <a:endParaRPr lang="en-US" dirty="0"/>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724991A0-4616-44DF-BDC4-03115B5DE260}" type="datetimeFigureOut">
              <a:rPr lang="fr-FR" smtClean="0"/>
              <a:t>22/06/2024</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A3401A20-A1E0-4E43-B782-1D8AAEB2FCB1}" type="slidenum">
              <a:rPr lang="fr-FR" smtClean="0"/>
              <a:t>‹N°›</a:t>
            </a:fld>
            <a:endParaRPr lang="fr-FR"/>
          </a:p>
        </p:txBody>
      </p:sp>
    </p:spTree>
    <p:extLst>
      <p:ext uri="{BB962C8B-B14F-4D97-AF65-F5344CB8AC3E}">
        <p14:creationId xmlns:p14="http://schemas.microsoft.com/office/powerpoint/2010/main" val="14014318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 panoramique avec légend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fr-FR"/>
              <a:t>Modifiez le style du titre</a:t>
            </a:r>
            <a:endParaRPr lang="en-US" dirty="0"/>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a:t>Cliquez sur l'icône pour ajouter une image</a:t>
            </a:r>
            <a:endParaRPr lang="en-US" dirty="0"/>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724991A0-4616-44DF-BDC4-03115B5DE260}" type="datetimeFigureOut">
              <a:rPr lang="fr-FR" smtClean="0"/>
              <a:t>22/06/2024</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A3401A20-A1E0-4E43-B782-1D8AAEB2FCB1}" type="slidenum">
              <a:rPr lang="fr-FR" smtClean="0"/>
              <a:t>‹N°›</a:t>
            </a:fld>
            <a:endParaRPr lang="fr-FR"/>
          </a:p>
        </p:txBody>
      </p:sp>
    </p:spTree>
    <p:extLst>
      <p:ext uri="{BB962C8B-B14F-4D97-AF65-F5344CB8AC3E}">
        <p14:creationId xmlns:p14="http://schemas.microsoft.com/office/powerpoint/2010/main" val="17602805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re et légende">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fr-FR"/>
              <a:t>Modifiez le style du titre</a:t>
            </a:r>
            <a:endParaRPr lang="en-US" dirty="0"/>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724991A0-4616-44DF-BDC4-03115B5DE260}" type="datetimeFigureOut">
              <a:rPr lang="fr-FR" smtClean="0"/>
              <a:t>22/06/2024</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A3401A20-A1E0-4E43-B782-1D8AAEB2FCB1}" type="slidenum">
              <a:rPr lang="fr-FR" smtClean="0"/>
              <a:t>‹N°›</a:t>
            </a:fld>
            <a:endParaRPr lang="fr-FR"/>
          </a:p>
        </p:txBody>
      </p:sp>
    </p:spTree>
    <p:extLst>
      <p:ext uri="{BB962C8B-B14F-4D97-AF65-F5344CB8AC3E}">
        <p14:creationId xmlns:p14="http://schemas.microsoft.com/office/powerpoint/2010/main" val="194999295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tion avec légende">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fr-FR"/>
              <a:t>Modifiez le style du titre</a:t>
            </a:r>
            <a:endParaRPr lang="en-US" dirty="0"/>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a:t>Cliquez pour modifier les styles du texte du masque</a:t>
            </a:r>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724991A0-4616-44DF-BDC4-03115B5DE260}" type="datetimeFigureOut">
              <a:rPr lang="fr-FR" smtClean="0"/>
              <a:t>22/06/2024</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A3401A20-A1E0-4E43-B782-1D8AAEB2FCB1}" type="slidenum">
              <a:rPr lang="fr-FR" smtClean="0"/>
              <a:t>‹N°›</a:t>
            </a:fld>
            <a:endParaRPr lang="fr-FR"/>
          </a:p>
        </p:txBody>
      </p:sp>
    </p:spTree>
    <p:extLst>
      <p:ext uri="{BB962C8B-B14F-4D97-AF65-F5344CB8AC3E}">
        <p14:creationId xmlns:p14="http://schemas.microsoft.com/office/powerpoint/2010/main" val="106659980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arte nom">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fr-FR"/>
              <a:t>Modifiez le style du titre</a:t>
            </a:r>
            <a:endParaRPr lang="en-US" dirty="0"/>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724991A0-4616-44DF-BDC4-03115B5DE260}" type="datetimeFigureOut">
              <a:rPr lang="fr-FR" smtClean="0"/>
              <a:t>22/06/2024</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A3401A20-A1E0-4E43-B782-1D8AAEB2FCB1}" type="slidenum">
              <a:rPr lang="fr-FR" smtClean="0"/>
              <a:t>‹N°›</a:t>
            </a:fld>
            <a:endParaRPr lang="fr-FR"/>
          </a:p>
        </p:txBody>
      </p:sp>
    </p:spTree>
    <p:extLst>
      <p:ext uri="{BB962C8B-B14F-4D97-AF65-F5344CB8AC3E}">
        <p14:creationId xmlns:p14="http://schemas.microsoft.com/office/powerpoint/2010/main" val="61028833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arte nom citation">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fr-FR"/>
              <a:t>Modifiez le style du titre</a:t>
            </a:r>
            <a:endParaRPr lang="en-US" dirty="0"/>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fr-FR"/>
              <a:t>Cliquez pour modifier les styles du texte du masque</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724991A0-4616-44DF-BDC4-03115B5DE260}" type="datetimeFigureOut">
              <a:rPr lang="fr-FR" smtClean="0"/>
              <a:t>22/06/2024</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A3401A20-A1E0-4E43-B782-1D8AAEB2FCB1}" type="slidenum">
              <a:rPr lang="fr-FR" smtClean="0"/>
              <a:t>‹N°›</a:t>
            </a:fld>
            <a:endParaRPr lang="fr-FR"/>
          </a:p>
        </p:txBody>
      </p:sp>
    </p:spTree>
    <p:extLst>
      <p:ext uri="{BB962C8B-B14F-4D97-AF65-F5344CB8AC3E}">
        <p14:creationId xmlns:p14="http://schemas.microsoft.com/office/powerpoint/2010/main" val="167356456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Vrai ou faux">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fr-FR"/>
              <a:t>Modifiez le style du titre</a:t>
            </a:r>
            <a:endParaRPr lang="en-US" dirty="0"/>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fr-FR"/>
              <a:t>Cliquez pour modifier les styles du texte du masque</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724991A0-4616-44DF-BDC4-03115B5DE260}" type="datetimeFigureOut">
              <a:rPr lang="fr-FR" smtClean="0"/>
              <a:t>22/06/2024</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A3401A20-A1E0-4E43-B782-1D8AAEB2FCB1}" type="slidenum">
              <a:rPr lang="fr-FR" smtClean="0"/>
              <a:t>‹N°›</a:t>
            </a:fld>
            <a:endParaRPr lang="fr-FR"/>
          </a:p>
        </p:txBody>
      </p:sp>
    </p:spTree>
    <p:extLst>
      <p:ext uri="{BB962C8B-B14F-4D97-AF65-F5344CB8AC3E}">
        <p14:creationId xmlns:p14="http://schemas.microsoft.com/office/powerpoint/2010/main" val="222987738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8" name="Title 1"/>
          <p:cNvSpPr>
            <a:spLocks noGrp="1"/>
          </p:cNvSpPr>
          <p:nvPr>
            <p:ph type="title"/>
          </p:nvPr>
        </p:nvSpPr>
        <p:spPr>
          <a:xfrm>
            <a:off x="685801" y="609600"/>
            <a:ext cx="10131425" cy="1456267"/>
          </a:xfrm>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ncho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724991A0-4616-44DF-BDC4-03115B5DE260}" type="datetimeFigureOut">
              <a:rPr lang="fr-FR" smtClean="0"/>
              <a:t>22/06/2024</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A3401A20-A1E0-4E43-B782-1D8AAEB2FCB1}" type="slidenum">
              <a:rPr lang="fr-FR" smtClean="0"/>
              <a:t>‹N°›</a:t>
            </a:fld>
            <a:endParaRPr lang="fr-FR"/>
          </a:p>
        </p:txBody>
      </p:sp>
    </p:spTree>
    <p:extLst>
      <p:ext uri="{BB962C8B-B14F-4D97-AF65-F5344CB8AC3E}">
        <p14:creationId xmlns:p14="http://schemas.microsoft.com/office/powerpoint/2010/main" val="249419410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724991A0-4616-44DF-BDC4-03115B5DE260}" type="datetimeFigureOut">
              <a:rPr lang="fr-FR" smtClean="0"/>
              <a:t>22/06/2024</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A3401A20-A1E0-4E43-B782-1D8AAEB2FCB1}" type="slidenum">
              <a:rPr lang="fr-FR" smtClean="0"/>
              <a:t>‹N°›</a:t>
            </a:fld>
            <a:endParaRPr lang="fr-FR"/>
          </a:p>
        </p:txBody>
      </p:sp>
    </p:spTree>
    <p:extLst>
      <p:ext uri="{BB962C8B-B14F-4D97-AF65-F5344CB8AC3E}">
        <p14:creationId xmlns:p14="http://schemas.microsoft.com/office/powerpoint/2010/main" val="20134346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fr-FR"/>
              <a:t>Modifiez le style du titre</a:t>
            </a:r>
            <a:endParaRPr lang="en-US" dirty="0"/>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724991A0-4616-44DF-BDC4-03115B5DE260}" type="datetimeFigureOut">
              <a:rPr lang="fr-FR" smtClean="0"/>
              <a:t>22/06/2024</a:t>
            </a:fld>
            <a:endParaRPr lang="fr-FR"/>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fr-FR"/>
          </a:p>
        </p:txBody>
      </p:sp>
      <p:sp>
        <p:nvSpPr>
          <p:cNvPr id="6" name="Slide Number Placehold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A3401A20-A1E0-4E43-B782-1D8AAEB2FCB1}" type="slidenum">
              <a:rPr lang="fr-FR" smtClean="0"/>
              <a:t>‹N°›</a:t>
            </a:fld>
            <a:endParaRPr lang="fr-FR"/>
          </a:p>
        </p:txBody>
      </p:sp>
    </p:spTree>
    <p:extLst>
      <p:ext uri="{BB962C8B-B14F-4D97-AF65-F5344CB8AC3E}">
        <p14:creationId xmlns:p14="http://schemas.microsoft.com/office/powerpoint/2010/main" val="4242818373"/>
      </p:ext>
    </p:extLst>
  </p:cSld>
  <p:clrMap bg1="dk1" tx1="lt1" bg2="dk2" tx2="lt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 id="2147483756" r:id="rId12"/>
    <p:sldLayoutId id="2147483757" r:id="rId13"/>
    <p:sldLayoutId id="2147483758" r:id="rId14"/>
    <p:sldLayoutId id="2147483759" r:id="rId15"/>
    <p:sldLayoutId id="2147483760" r:id="rId16"/>
    <p:sldLayoutId id="2147483761"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sv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svg"/><Relationship Id="rId4" Type="http://schemas.openxmlformats.org/officeDocument/2006/relationships/image" Target="../media/image9.png"/><Relationship Id="rId9" Type="http://schemas.openxmlformats.org/officeDocument/2006/relationships/image" Target="../media/image14.svg"/></Relationships>
</file>

<file path=ppt/slides/_rels/slide7.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6.svg"/><Relationship Id="rId7" Type="http://schemas.openxmlformats.org/officeDocument/2006/relationships/image" Target="../media/image20.svg"/><Relationship Id="rId2" Type="http://schemas.openxmlformats.org/officeDocument/2006/relationships/image" Target="../media/image15.png"/><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svg"/><Relationship Id="rId4" Type="http://schemas.openxmlformats.org/officeDocument/2006/relationships/image" Target="../media/image17.png"/><Relationship Id="rId9" Type="http://schemas.openxmlformats.org/officeDocument/2006/relationships/image" Target="../media/image22.svg"/></Relationships>
</file>

<file path=ppt/slides/_rels/slide8.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2.sv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34.png"/><Relationship Id="rId7" Type="http://schemas.openxmlformats.org/officeDocument/2006/relationships/image" Target="../media/image38.png"/><Relationship Id="rId2" Type="http://schemas.openxmlformats.org/officeDocument/2006/relationships/image" Target="../media/image33.png"/><Relationship Id="rId1" Type="http://schemas.openxmlformats.org/officeDocument/2006/relationships/slideLayout" Target="../slideLayouts/slideLayout2.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15.xml.rels><?xml version="1.0" encoding="UTF-8" standalone="yes"?>
<Relationships xmlns="http://schemas.openxmlformats.org/package/2006/relationships"><Relationship Id="rId8" Type="http://schemas.openxmlformats.org/officeDocument/2006/relationships/image" Target="../media/image46.svg"/><Relationship Id="rId3" Type="http://schemas.openxmlformats.org/officeDocument/2006/relationships/image" Target="../media/image41.svg"/><Relationship Id="rId7" Type="http://schemas.openxmlformats.org/officeDocument/2006/relationships/image" Target="../media/image45.png"/><Relationship Id="rId2" Type="http://schemas.openxmlformats.org/officeDocument/2006/relationships/image" Target="../media/image40.png"/><Relationship Id="rId1" Type="http://schemas.openxmlformats.org/officeDocument/2006/relationships/slideLayout" Target="../slideLayouts/slideLayout2.xml"/><Relationship Id="rId6" Type="http://schemas.openxmlformats.org/officeDocument/2006/relationships/image" Target="../media/image44.png"/><Relationship Id="rId5" Type="http://schemas.openxmlformats.org/officeDocument/2006/relationships/image" Target="../media/image43.svg"/><Relationship Id="rId4" Type="http://schemas.openxmlformats.org/officeDocument/2006/relationships/image" Target="../media/image42.png"/><Relationship Id="rId9" Type="http://schemas.openxmlformats.org/officeDocument/2006/relationships/image" Target="../media/image47.png"/></Relationships>
</file>

<file path=ppt/slides/_rels/slide16.xml.rels><?xml version="1.0" encoding="UTF-8" standalone="yes"?>
<Relationships xmlns="http://schemas.openxmlformats.org/package/2006/relationships"><Relationship Id="rId3" Type="http://schemas.openxmlformats.org/officeDocument/2006/relationships/image" Target="../media/image49.svg"/><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51.svg"/><Relationship Id="rId2" Type="http://schemas.openxmlformats.org/officeDocument/2006/relationships/image" Target="../media/image5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91B82E7-C527-F062-4A6C-DF9A1EB13A5C}"/>
              </a:ext>
            </a:extLst>
          </p:cNvPr>
          <p:cNvSpPr>
            <a:spLocks noGrp="1"/>
          </p:cNvSpPr>
          <p:nvPr>
            <p:ph type="ctrTitle"/>
          </p:nvPr>
        </p:nvSpPr>
        <p:spPr>
          <a:xfrm>
            <a:off x="1957874" y="2173323"/>
            <a:ext cx="8522433" cy="1881881"/>
          </a:xfrm>
          <a:solidFill>
            <a:schemeClr val="bg2"/>
          </a:solidFill>
          <a:ln>
            <a:noFill/>
          </a:ln>
          <a:effectLst>
            <a:glow rad="139700">
              <a:schemeClr val="accent3">
                <a:satMod val="175000"/>
                <a:alpha val="40000"/>
              </a:schemeClr>
            </a:glow>
            <a:outerShdw blurRad="76200" dist="12700" dir="8100000" sy="-23000" kx="800400" algn="br" rotWithShape="0">
              <a:prstClr val="black">
                <a:alpha val="20000"/>
              </a:prstClr>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normAutofit fontScale="90000"/>
          </a:bodyPr>
          <a:lstStyle/>
          <a:p>
            <a:pPr algn="ctr"/>
            <a:r>
              <a:rPr lang="fr-FR" sz="4000" b="1" dirty="0">
                <a:latin typeface="+mn-lt"/>
              </a:rPr>
              <a:t>Conception et Développement d’une Solution Web de Gestion d’une Bibliothèque Universitaire</a:t>
            </a:r>
          </a:p>
        </p:txBody>
      </p:sp>
      <p:sp>
        <p:nvSpPr>
          <p:cNvPr id="3" name="Sous-titre 2">
            <a:extLst>
              <a:ext uri="{FF2B5EF4-FFF2-40B4-BE49-F238E27FC236}">
                <a16:creationId xmlns:a16="http://schemas.microsoft.com/office/drawing/2014/main" id="{29B60EEB-04E7-D109-0DF6-DBB747AD279E}"/>
              </a:ext>
            </a:extLst>
          </p:cNvPr>
          <p:cNvSpPr>
            <a:spLocks noGrp="1"/>
          </p:cNvSpPr>
          <p:nvPr>
            <p:ph type="subTitle" idx="1"/>
          </p:nvPr>
        </p:nvSpPr>
        <p:spPr>
          <a:xfrm>
            <a:off x="2839233" y="4124667"/>
            <a:ext cx="6513534" cy="448081"/>
          </a:xfrm>
        </p:spPr>
        <p:txBody>
          <a:bodyPr/>
          <a:lstStyle/>
          <a:p>
            <a:pPr algn="l"/>
            <a:r>
              <a:rPr lang="fr-FR" dirty="0"/>
              <a:t>Projet réalisé par El </a:t>
            </a:r>
            <a:r>
              <a:rPr lang="fr-FR" dirty="0" err="1"/>
              <a:t>Akkaoui</a:t>
            </a:r>
            <a:r>
              <a:rPr lang="fr-FR" dirty="0"/>
              <a:t> Adam &amp; </a:t>
            </a:r>
            <a:r>
              <a:rPr lang="fr-FR" dirty="0" err="1"/>
              <a:t>Zaidouh</a:t>
            </a:r>
            <a:r>
              <a:rPr lang="fr-FR" dirty="0"/>
              <a:t> Mohammed</a:t>
            </a:r>
          </a:p>
        </p:txBody>
      </p:sp>
      <p:sp>
        <p:nvSpPr>
          <p:cNvPr id="5" name="Rectangle 4">
            <a:extLst>
              <a:ext uri="{FF2B5EF4-FFF2-40B4-BE49-F238E27FC236}">
                <a16:creationId xmlns:a16="http://schemas.microsoft.com/office/drawing/2014/main" id="{82B1EA8A-0B8C-04DE-E027-72F45E77EC9E}"/>
              </a:ext>
            </a:extLst>
          </p:cNvPr>
          <p:cNvSpPr/>
          <p:nvPr/>
        </p:nvSpPr>
        <p:spPr>
          <a:xfrm>
            <a:off x="7620821" y="5582762"/>
            <a:ext cx="3710073" cy="369332"/>
          </a:xfrm>
          <a:prstGeom prst="rect">
            <a:avLst/>
          </a:prstGeom>
        </p:spPr>
        <p:txBody>
          <a:bodyPr wrap="square">
            <a:spAutoFit/>
          </a:bodyPr>
          <a:lstStyle/>
          <a:p>
            <a:pPr algn="ctr"/>
            <a:r>
              <a:rPr lang="fr-FR" b="1" dirty="0">
                <a:solidFill>
                  <a:schemeClr val="accent2"/>
                </a:solidFill>
              </a:rPr>
              <a:t>Soutenu le : </a:t>
            </a:r>
            <a:r>
              <a:rPr lang="fr-FR" dirty="0">
                <a:solidFill>
                  <a:schemeClr val="accent1">
                    <a:lumMod val="75000"/>
                  </a:schemeClr>
                </a:solidFill>
              </a:rPr>
              <a:t>	</a:t>
            </a:r>
            <a:r>
              <a:rPr lang="fr-FR" b="1" dirty="0"/>
              <a:t>22/06/2024</a:t>
            </a:r>
            <a:endParaRPr lang="en-US" b="1" dirty="0"/>
          </a:p>
        </p:txBody>
      </p:sp>
      <p:sp>
        <p:nvSpPr>
          <p:cNvPr id="6" name="Subtitle 2">
            <a:extLst>
              <a:ext uri="{FF2B5EF4-FFF2-40B4-BE49-F238E27FC236}">
                <a16:creationId xmlns:a16="http://schemas.microsoft.com/office/drawing/2014/main" id="{F40EFCA7-F949-DF4F-66D8-C2404AC7E69C}"/>
              </a:ext>
            </a:extLst>
          </p:cNvPr>
          <p:cNvSpPr txBox="1">
            <a:spLocks/>
          </p:cNvSpPr>
          <p:nvPr/>
        </p:nvSpPr>
        <p:spPr>
          <a:xfrm>
            <a:off x="-20395" y="4638311"/>
            <a:ext cx="6513534" cy="1888902"/>
          </a:xfrm>
          <a:prstGeom prst="rect">
            <a:avLst/>
          </a:prstGeom>
        </p:spPr>
        <p:txBody>
          <a:bodyPr vert="horz" lIns="91440" tIns="45720" rIns="91440" bIns="45720" rtlCol="0" anchor="ctr">
            <a:normAutofit/>
          </a:bodyPr>
          <a:lst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a:lstStyle>
          <a:p>
            <a:pPr>
              <a:buNone/>
            </a:pPr>
            <a:r>
              <a:rPr lang="fr-FR" sz="1800" dirty="0">
                <a:solidFill>
                  <a:schemeClr val="accent1">
                    <a:lumMod val="75000"/>
                  </a:schemeClr>
                </a:solidFill>
              </a:rPr>
              <a:t>		</a:t>
            </a:r>
            <a:r>
              <a:rPr lang="fr-FR" sz="1800" b="1" dirty="0">
                <a:solidFill>
                  <a:schemeClr val="accent2"/>
                </a:solidFill>
              </a:rPr>
              <a:t>Membres de jury :</a:t>
            </a:r>
          </a:p>
          <a:p>
            <a:pPr lvl="2">
              <a:buClr>
                <a:schemeClr val="accent2"/>
              </a:buClr>
            </a:pPr>
            <a:r>
              <a:rPr lang="fr-FR" b="1" dirty="0"/>
              <a:t>Pr. </a:t>
            </a:r>
            <a:r>
              <a:rPr lang="fr-FR" b="1" dirty="0" err="1"/>
              <a:t>Hatim</a:t>
            </a:r>
            <a:r>
              <a:rPr lang="fr-FR" b="1" dirty="0"/>
              <a:t> </a:t>
            </a:r>
            <a:r>
              <a:rPr lang="fr-FR" b="1" dirty="0" err="1"/>
              <a:t>Kharraz</a:t>
            </a:r>
            <a:r>
              <a:rPr lang="fr-FR" b="1" dirty="0"/>
              <a:t>  </a:t>
            </a:r>
            <a:r>
              <a:rPr lang="fr-FR" b="1" dirty="0" err="1"/>
              <a:t>Aroussi</a:t>
            </a:r>
            <a:r>
              <a:rPr lang="fr-FR" b="1" dirty="0"/>
              <a:t>	       FSK		Encadrant</a:t>
            </a:r>
          </a:p>
          <a:p>
            <a:pPr lvl="2">
              <a:buClr>
                <a:schemeClr val="accent2"/>
              </a:buClr>
            </a:pPr>
            <a:r>
              <a:rPr lang="fr-FR" b="1" dirty="0"/>
              <a:t>Pr. Mohammed </a:t>
            </a:r>
            <a:r>
              <a:rPr lang="fr-FR" b="1" dirty="0" err="1"/>
              <a:t>Mourchid</a:t>
            </a:r>
            <a:r>
              <a:rPr lang="fr-FR" b="1" dirty="0"/>
              <a:t>	       FSK		Examinateur</a:t>
            </a:r>
          </a:p>
        </p:txBody>
      </p:sp>
      <p:sp>
        <p:nvSpPr>
          <p:cNvPr id="7" name="TextBox 3">
            <a:extLst>
              <a:ext uri="{FF2B5EF4-FFF2-40B4-BE49-F238E27FC236}">
                <a16:creationId xmlns:a16="http://schemas.microsoft.com/office/drawing/2014/main" id="{5B028938-D734-4527-522E-1CCC2B3E0752}"/>
              </a:ext>
            </a:extLst>
          </p:cNvPr>
          <p:cNvSpPr txBox="1"/>
          <p:nvPr/>
        </p:nvSpPr>
        <p:spPr>
          <a:xfrm>
            <a:off x="2766028" y="243385"/>
            <a:ext cx="6906126" cy="1600438"/>
          </a:xfrm>
          <a:prstGeom prst="rect">
            <a:avLst/>
          </a:prstGeom>
          <a:noFill/>
        </p:spPr>
        <p:txBody>
          <a:bodyPr wrap="square" rtlCol="0">
            <a:spAutoFit/>
          </a:bodyPr>
          <a:lstStyle/>
          <a:p>
            <a:pPr algn="ctr"/>
            <a:r>
              <a:rPr lang="fr-FR" sz="1600" dirty="0">
                <a:ea typeface="Open Sans Light" panose="020B03[phone redacted]0204" pitchFamily="34" charset="0"/>
                <a:cs typeface="Open Sans Light" panose="020B03[phone redacted]0204" pitchFamily="34" charset="0"/>
              </a:rPr>
              <a:t>UNIVERSITE IBN  TOFAIL</a:t>
            </a:r>
          </a:p>
          <a:p>
            <a:pPr algn="ctr"/>
            <a:r>
              <a:rPr lang="fr-FR" sz="1600" dirty="0">
                <a:ea typeface="Open Sans Light" panose="020B03[phone redacted]0204" pitchFamily="34" charset="0"/>
                <a:cs typeface="Open Sans Light" panose="020B03[phone redacted]0204" pitchFamily="34" charset="0"/>
              </a:rPr>
              <a:t>FACULTE DES SCIENCES</a:t>
            </a:r>
          </a:p>
          <a:p>
            <a:pPr algn="ctr"/>
            <a:r>
              <a:rPr lang="fr-FR" dirty="0"/>
              <a:t>Département d’Informatique</a:t>
            </a:r>
            <a:endParaRPr lang="fr-FR" sz="2000" dirty="0">
              <a:ea typeface="Open Sans Light" panose="020B03[phone redacted]0204" pitchFamily="34" charset="0"/>
              <a:cs typeface="Open Sans Light" panose="020B03[phone redacted]0204" pitchFamily="34" charset="0"/>
            </a:endParaRPr>
          </a:p>
          <a:p>
            <a:pPr algn="ctr"/>
            <a:r>
              <a:rPr lang="fr-FR" sz="2800" b="1" dirty="0">
                <a:ea typeface="Open Sans Light" panose="020B03[phone redacted]0204" pitchFamily="34" charset="0"/>
                <a:cs typeface="Open Sans Light" panose="020B03[phone redacted]0204" pitchFamily="34" charset="0"/>
              </a:rPr>
              <a:t>PROJET DE FIN D’ETUDES</a:t>
            </a:r>
          </a:p>
          <a:p>
            <a:pPr algn="ctr"/>
            <a:r>
              <a:rPr lang="fr-FR" sz="2000" dirty="0">
                <a:ea typeface="Open Sans Light" panose="020B03[phone redacted]0204" pitchFamily="34" charset="0"/>
                <a:cs typeface="Open Sans Light" panose="020B03[phone redacted]0204" pitchFamily="34" charset="0"/>
              </a:rPr>
              <a:t>intitulé</a:t>
            </a:r>
            <a:endParaRPr lang="en-US" dirty="0">
              <a:ea typeface="Open Sans Light" panose="020B03[phone redacted]0204" pitchFamily="34" charset="0"/>
              <a:cs typeface="Open Sans Light" panose="020B03[phone redacted]0204" pitchFamily="34" charset="0"/>
            </a:endParaRPr>
          </a:p>
        </p:txBody>
      </p:sp>
      <p:sp>
        <p:nvSpPr>
          <p:cNvPr id="8" name="TextBox 6">
            <a:extLst>
              <a:ext uri="{FF2B5EF4-FFF2-40B4-BE49-F238E27FC236}">
                <a16:creationId xmlns:a16="http://schemas.microsoft.com/office/drawing/2014/main" id="{79CB1A6F-544A-5A55-B117-19AE393C2E32}"/>
              </a:ext>
            </a:extLst>
          </p:cNvPr>
          <p:cNvSpPr txBox="1"/>
          <p:nvPr/>
        </p:nvSpPr>
        <p:spPr>
          <a:xfrm>
            <a:off x="10491955" y="6481101"/>
            <a:ext cx="1612231" cy="369332"/>
          </a:xfrm>
          <a:prstGeom prst="rect">
            <a:avLst/>
          </a:prstGeom>
          <a:noFill/>
        </p:spPr>
        <p:txBody>
          <a:bodyPr wrap="square" rtlCol="0">
            <a:spAutoFit/>
          </a:bodyPr>
          <a:lstStyle/>
          <a:p>
            <a:r>
              <a:rPr lang="fr-FR" dirty="0"/>
              <a:t>AU: 2023-2024</a:t>
            </a:r>
            <a:endParaRPr lang="en-US" dirty="0"/>
          </a:p>
        </p:txBody>
      </p:sp>
      <p:pic>
        <p:nvPicPr>
          <p:cNvPr id="1026" name="Picture 2" descr="Université Ibn Tofaïl | Kenitra">
            <a:extLst>
              <a:ext uri="{FF2B5EF4-FFF2-40B4-BE49-F238E27FC236}">
                <a16:creationId xmlns:a16="http://schemas.microsoft.com/office/drawing/2014/main" id="{3CE3394D-A119-A8A3-4C23-012629378C3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6131" y="138730"/>
            <a:ext cx="1785821" cy="1723427"/>
          </a:xfrm>
          <a:prstGeom prst="roundRect">
            <a:avLst>
              <a:gd name="adj" fmla="val 23265"/>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a:extLst>
            <a:ext uri="{909E8E84-426E-40DD-AFC4-6F175D3DCCD1}">
              <a14:hiddenFill xmlns:a14="http://schemas.microsoft.com/office/drawing/2010/main">
                <a:solidFill>
                  <a:srgbClr val="FFFFFF"/>
                </a:solidFill>
              </a14:hiddenFill>
            </a:ext>
          </a:extLst>
        </p:spPr>
      </p:pic>
      <p:pic>
        <p:nvPicPr>
          <p:cNvPr id="9" name="Picture 2" descr="وزارة التربية الوطنية والتعليم الأولي والرياضة (المغرب) - ويكيبيديا">
            <a:extLst>
              <a:ext uri="{FF2B5EF4-FFF2-40B4-BE49-F238E27FC236}">
                <a16:creationId xmlns:a16="http://schemas.microsoft.com/office/drawing/2014/main" id="{F6DF54B6-6DB4-57C8-698F-105D5702823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30048" y="138730"/>
            <a:ext cx="1785821" cy="1723427"/>
          </a:xfrm>
          <a:prstGeom prst="roundRect">
            <a:avLst>
              <a:gd name="adj" fmla="val 16667"/>
            </a:avLst>
          </a:prstGeom>
          <a:solidFill>
            <a:schemeClr val="tx1"/>
          </a:solidFill>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422118034"/>
      </p:ext>
    </p:extLst>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TextBox 19">
            <a:extLst>
              <a:ext uri="{FF2B5EF4-FFF2-40B4-BE49-F238E27FC236}">
                <a16:creationId xmlns:a16="http://schemas.microsoft.com/office/drawing/2014/main" id="{02182153-3792-7697-C528-4F1680D234CB}"/>
              </a:ext>
            </a:extLst>
          </p:cNvPr>
          <p:cNvSpPr txBox="1"/>
          <p:nvPr/>
        </p:nvSpPr>
        <p:spPr>
          <a:xfrm>
            <a:off x="5310589" y="108372"/>
            <a:ext cx="2893939" cy="923330"/>
          </a:xfrm>
          <a:prstGeom prst="rect">
            <a:avLst/>
          </a:prstGeom>
          <a:noFill/>
        </p:spPr>
        <p:txBody>
          <a:bodyPr wrap="square" rtlCol="0" anchor="ctr">
            <a:spAutoFit/>
          </a:bodyPr>
          <a:lstStyle/>
          <a:p>
            <a:r>
              <a:rPr lang="en-US" altLang="ko-KR" sz="5400" dirty="0">
                <a:cs typeface="Arial" pitchFamily="34" charset="0"/>
              </a:rPr>
              <a:t>Plan</a:t>
            </a:r>
            <a:endParaRPr lang="ko-KR" altLang="en-US" sz="5400" dirty="0">
              <a:cs typeface="Arial" pitchFamily="34" charset="0"/>
            </a:endParaRPr>
          </a:p>
        </p:txBody>
      </p:sp>
      <p:grpSp>
        <p:nvGrpSpPr>
          <p:cNvPr id="91" name="Group 28">
            <a:extLst>
              <a:ext uri="{FF2B5EF4-FFF2-40B4-BE49-F238E27FC236}">
                <a16:creationId xmlns:a16="http://schemas.microsoft.com/office/drawing/2014/main" id="{605405ED-ABC7-BD52-237E-6C0ABFF11049}"/>
              </a:ext>
            </a:extLst>
          </p:cNvPr>
          <p:cNvGrpSpPr/>
          <p:nvPr/>
        </p:nvGrpSpPr>
        <p:grpSpPr>
          <a:xfrm>
            <a:off x="786283" y="1216193"/>
            <a:ext cx="4574057" cy="1251685"/>
            <a:chOff x="7691620" y="783218"/>
            <a:chExt cx="4136075" cy="1251685"/>
          </a:xfrm>
        </p:grpSpPr>
        <p:sp>
          <p:nvSpPr>
            <p:cNvPr id="92" name="TextBox 5">
              <a:extLst>
                <a:ext uri="{FF2B5EF4-FFF2-40B4-BE49-F238E27FC236}">
                  <a16:creationId xmlns:a16="http://schemas.microsoft.com/office/drawing/2014/main" id="{98D4D10D-8435-BF63-061F-7FF652569BB2}"/>
                </a:ext>
              </a:extLst>
            </p:cNvPr>
            <p:cNvSpPr txBox="1"/>
            <p:nvPr/>
          </p:nvSpPr>
          <p:spPr>
            <a:xfrm>
              <a:off x="7709198" y="1573238"/>
              <a:ext cx="3733865" cy="461665"/>
            </a:xfrm>
            <a:prstGeom prst="rect">
              <a:avLst/>
            </a:prstGeom>
            <a:noFill/>
          </p:spPr>
          <p:txBody>
            <a:bodyPr wrap="square" rtlCol="0">
              <a:spAutoFit/>
            </a:bodyPr>
            <a:lstStyle/>
            <a:p>
              <a:r>
                <a:rPr lang="fr-FR" altLang="ko-KR" sz="1200" dirty="0">
                  <a:cs typeface="Arial" pitchFamily="34" charset="0"/>
                </a:rPr>
                <a:t>Présentation du sujet et des objectifs de la solution web de gestion de bibliothèque universitaire.</a:t>
              </a:r>
            </a:p>
          </p:txBody>
        </p:sp>
        <p:sp>
          <p:nvSpPr>
            <p:cNvPr id="93" name="TextBox 7">
              <a:extLst>
                <a:ext uri="{FF2B5EF4-FFF2-40B4-BE49-F238E27FC236}">
                  <a16:creationId xmlns:a16="http://schemas.microsoft.com/office/drawing/2014/main" id="{7288A9FF-C395-3356-C366-A6D53FE7CFB5}"/>
                </a:ext>
              </a:extLst>
            </p:cNvPr>
            <p:cNvSpPr txBox="1"/>
            <p:nvPr/>
          </p:nvSpPr>
          <p:spPr>
            <a:xfrm>
              <a:off x="7691620" y="1085014"/>
              <a:ext cx="3751443" cy="400110"/>
            </a:xfrm>
            <a:prstGeom prst="rect">
              <a:avLst/>
            </a:prstGeom>
            <a:noFill/>
          </p:spPr>
          <p:txBody>
            <a:bodyPr wrap="square" lIns="108000" rIns="108000" rtlCol="0">
              <a:spAutoFit/>
            </a:bodyPr>
            <a:lstStyle/>
            <a:p>
              <a:r>
                <a:rPr lang="en-US" altLang="ko-KR" sz="2000" b="1" dirty="0">
                  <a:solidFill>
                    <a:schemeClr val="accent2"/>
                  </a:solidFill>
                  <a:cs typeface="Arial" pitchFamily="34" charset="0"/>
                </a:rPr>
                <a:t>Introduction </a:t>
              </a:r>
              <a:r>
                <a:rPr lang="en-US" altLang="ko-KR" sz="2000" b="1" dirty="0" err="1">
                  <a:solidFill>
                    <a:schemeClr val="accent2"/>
                  </a:solidFill>
                  <a:cs typeface="Arial" pitchFamily="34" charset="0"/>
                </a:rPr>
                <a:t>générale</a:t>
              </a:r>
              <a:endParaRPr lang="en-US" altLang="ko-KR" sz="2000" b="1" dirty="0">
                <a:solidFill>
                  <a:schemeClr val="accent2"/>
                </a:solidFill>
                <a:cs typeface="Arial" pitchFamily="34" charset="0"/>
              </a:endParaRPr>
            </a:p>
          </p:txBody>
        </p:sp>
        <p:sp>
          <p:nvSpPr>
            <p:cNvPr id="94" name="TextBox 8">
              <a:extLst>
                <a:ext uri="{FF2B5EF4-FFF2-40B4-BE49-F238E27FC236}">
                  <a16:creationId xmlns:a16="http://schemas.microsoft.com/office/drawing/2014/main" id="{37385169-E155-59EE-5271-E6E6BA43B55C}"/>
                </a:ext>
              </a:extLst>
            </p:cNvPr>
            <p:cNvSpPr txBox="1"/>
            <p:nvPr/>
          </p:nvSpPr>
          <p:spPr>
            <a:xfrm>
              <a:off x="10566725" y="783218"/>
              <a:ext cx="1260970" cy="1015663"/>
            </a:xfrm>
            <a:prstGeom prst="rect">
              <a:avLst/>
            </a:prstGeom>
            <a:noFill/>
          </p:spPr>
          <p:txBody>
            <a:bodyPr wrap="square" lIns="108000" rIns="108000" rtlCol="0">
              <a:spAutoFit/>
            </a:bodyPr>
            <a:lstStyle/>
            <a:p>
              <a:pPr algn="ctr"/>
              <a:r>
                <a:rPr lang="en-US" altLang="ko-KR" sz="6000" b="1" dirty="0">
                  <a:solidFill>
                    <a:schemeClr val="accent2">
                      <a:alpha val="20000"/>
                    </a:schemeClr>
                  </a:solidFill>
                  <a:cs typeface="Arial" pitchFamily="34" charset="0"/>
                </a:rPr>
                <a:t>01</a:t>
              </a:r>
              <a:endParaRPr lang="ko-KR" altLang="en-US" sz="6000" b="1" dirty="0">
                <a:solidFill>
                  <a:schemeClr val="accent2">
                    <a:alpha val="20000"/>
                  </a:schemeClr>
                </a:solidFill>
                <a:cs typeface="Arial" pitchFamily="34" charset="0"/>
              </a:endParaRPr>
            </a:p>
          </p:txBody>
        </p:sp>
      </p:grpSp>
      <p:grpSp>
        <p:nvGrpSpPr>
          <p:cNvPr id="95" name="Group 26">
            <a:extLst>
              <a:ext uri="{FF2B5EF4-FFF2-40B4-BE49-F238E27FC236}">
                <a16:creationId xmlns:a16="http://schemas.microsoft.com/office/drawing/2014/main" id="{03E92E86-1299-434D-7FA3-CAAEE40E96EA}"/>
              </a:ext>
            </a:extLst>
          </p:cNvPr>
          <p:cNvGrpSpPr/>
          <p:nvPr/>
        </p:nvGrpSpPr>
        <p:grpSpPr>
          <a:xfrm>
            <a:off x="786282" y="2634742"/>
            <a:ext cx="4583121" cy="1425050"/>
            <a:chOff x="7691620" y="2011683"/>
            <a:chExt cx="4091089" cy="1425050"/>
          </a:xfrm>
        </p:grpSpPr>
        <p:sp>
          <p:nvSpPr>
            <p:cNvPr id="96" name="TextBox 10">
              <a:extLst>
                <a:ext uri="{FF2B5EF4-FFF2-40B4-BE49-F238E27FC236}">
                  <a16:creationId xmlns:a16="http://schemas.microsoft.com/office/drawing/2014/main" id="{A0535B21-C076-2E67-DF8A-74D089BD17AF}"/>
                </a:ext>
              </a:extLst>
            </p:cNvPr>
            <p:cNvSpPr txBox="1"/>
            <p:nvPr/>
          </p:nvSpPr>
          <p:spPr>
            <a:xfrm>
              <a:off x="7709198" y="2790402"/>
              <a:ext cx="3733865" cy="646331"/>
            </a:xfrm>
            <a:prstGeom prst="rect">
              <a:avLst/>
            </a:prstGeom>
            <a:noFill/>
          </p:spPr>
          <p:txBody>
            <a:bodyPr wrap="square" rtlCol="0">
              <a:spAutoFit/>
            </a:bodyPr>
            <a:lstStyle/>
            <a:p>
              <a:r>
                <a:rPr lang="fr-FR" altLang="ko-KR" sz="1200" dirty="0">
                  <a:cs typeface="Arial" pitchFamily="34" charset="0"/>
                </a:rPr>
                <a:t>Analyse approfondie du système actuel de gestion de la bibliothèque universitaire pour identifier les lacunes et les besoins</a:t>
              </a:r>
              <a:r>
                <a:rPr lang="en-US" altLang="ko-KR" sz="1200" dirty="0">
                  <a:ea typeface="FZShuTi" pitchFamily="2" charset="-122"/>
                  <a:cs typeface="Arial" pitchFamily="34" charset="0"/>
                </a:rPr>
                <a:t>.</a:t>
              </a:r>
              <a:endParaRPr lang="en-US" altLang="ko-KR" sz="1200" dirty="0">
                <a:cs typeface="Arial" pitchFamily="34" charset="0"/>
              </a:endParaRPr>
            </a:p>
          </p:txBody>
        </p:sp>
        <p:sp>
          <p:nvSpPr>
            <p:cNvPr id="97" name="TextBox 12">
              <a:extLst>
                <a:ext uri="{FF2B5EF4-FFF2-40B4-BE49-F238E27FC236}">
                  <a16:creationId xmlns:a16="http://schemas.microsoft.com/office/drawing/2014/main" id="{3D105E4C-5F12-4544-C3A2-D505B020D8BA}"/>
                </a:ext>
              </a:extLst>
            </p:cNvPr>
            <p:cNvSpPr txBox="1"/>
            <p:nvPr/>
          </p:nvSpPr>
          <p:spPr>
            <a:xfrm>
              <a:off x="7691620" y="2302178"/>
              <a:ext cx="3751443" cy="400110"/>
            </a:xfrm>
            <a:prstGeom prst="rect">
              <a:avLst/>
            </a:prstGeom>
            <a:noFill/>
          </p:spPr>
          <p:txBody>
            <a:bodyPr wrap="square" lIns="108000" rIns="108000" rtlCol="0">
              <a:spAutoFit/>
            </a:bodyPr>
            <a:lstStyle/>
            <a:p>
              <a:r>
                <a:rPr lang="en-US" altLang="ko-KR" sz="2000" b="1" dirty="0" err="1">
                  <a:solidFill>
                    <a:schemeClr val="accent2"/>
                  </a:solidFill>
                  <a:cs typeface="Arial" pitchFamily="34" charset="0"/>
                </a:rPr>
                <a:t>Analyse</a:t>
              </a:r>
              <a:r>
                <a:rPr lang="en-US" altLang="ko-KR" sz="2000" b="1" dirty="0">
                  <a:solidFill>
                    <a:schemeClr val="accent2"/>
                  </a:solidFill>
                  <a:cs typeface="Arial" pitchFamily="34" charset="0"/>
                </a:rPr>
                <a:t> du </a:t>
              </a:r>
              <a:r>
                <a:rPr lang="en-US" altLang="ko-KR" sz="2000" b="1" dirty="0" err="1">
                  <a:solidFill>
                    <a:schemeClr val="accent2"/>
                  </a:solidFill>
                  <a:cs typeface="Arial" pitchFamily="34" charset="0"/>
                </a:rPr>
                <a:t>projet</a:t>
              </a:r>
              <a:endParaRPr lang="en-US" altLang="ko-KR" sz="2000" b="1" dirty="0">
                <a:solidFill>
                  <a:schemeClr val="accent2"/>
                </a:solidFill>
                <a:cs typeface="Arial" pitchFamily="34" charset="0"/>
              </a:endParaRPr>
            </a:p>
          </p:txBody>
        </p:sp>
        <p:sp>
          <p:nvSpPr>
            <p:cNvPr id="98" name="TextBox 13">
              <a:extLst>
                <a:ext uri="{FF2B5EF4-FFF2-40B4-BE49-F238E27FC236}">
                  <a16:creationId xmlns:a16="http://schemas.microsoft.com/office/drawing/2014/main" id="{7533AE38-1CC2-6561-22B9-A50B39244B43}"/>
                </a:ext>
              </a:extLst>
            </p:cNvPr>
            <p:cNvSpPr txBox="1"/>
            <p:nvPr/>
          </p:nvSpPr>
          <p:spPr>
            <a:xfrm>
              <a:off x="10521739" y="2011683"/>
              <a:ext cx="1260970" cy="1015663"/>
            </a:xfrm>
            <a:prstGeom prst="rect">
              <a:avLst/>
            </a:prstGeom>
            <a:noFill/>
          </p:spPr>
          <p:txBody>
            <a:bodyPr wrap="square" lIns="108000" rIns="108000" rtlCol="0">
              <a:spAutoFit/>
            </a:bodyPr>
            <a:lstStyle/>
            <a:p>
              <a:pPr algn="ctr"/>
              <a:r>
                <a:rPr lang="en-US" altLang="ko-KR" sz="6000" b="1" dirty="0">
                  <a:solidFill>
                    <a:schemeClr val="accent2">
                      <a:alpha val="20000"/>
                    </a:schemeClr>
                  </a:solidFill>
                  <a:cs typeface="Arial" pitchFamily="34" charset="0"/>
                </a:rPr>
                <a:t>02</a:t>
              </a:r>
              <a:endParaRPr lang="ko-KR" altLang="en-US" sz="6000" b="1" dirty="0">
                <a:solidFill>
                  <a:schemeClr val="accent2">
                    <a:alpha val="20000"/>
                  </a:schemeClr>
                </a:solidFill>
                <a:cs typeface="Arial" pitchFamily="34" charset="0"/>
              </a:endParaRPr>
            </a:p>
          </p:txBody>
        </p:sp>
      </p:grpSp>
      <p:grpSp>
        <p:nvGrpSpPr>
          <p:cNvPr id="99" name="Group 29">
            <a:extLst>
              <a:ext uri="{FF2B5EF4-FFF2-40B4-BE49-F238E27FC236}">
                <a16:creationId xmlns:a16="http://schemas.microsoft.com/office/drawing/2014/main" id="{2BE82E41-9D28-BF9A-82CB-84841FB27A69}"/>
              </a:ext>
            </a:extLst>
          </p:cNvPr>
          <p:cNvGrpSpPr/>
          <p:nvPr/>
        </p:nvGrpSpPr>
        <p:grpSpPr>
          <a:xfrm>
            <a:off x="786282" y="4194023"/>
            <a:ext cx="4563429" cy="1425050"/>
            <a:chOff x="7691620" y="3228847"/>
            <a:chExt cx="4091089" cy="1425050"/>
          </a:xfrm>
        </p:grpSpPr>
        <p:grpSp>
          <p:nvGrpSpPr>
            <p:cNvPr id="100" name="Group 25">
              <a:extLst>
                <a:ext uri="{FF2B5EF4-FFF2-40B4-BE49-F238E27FC236}">
                  <a16:creationId xmlns:a16="http://schemas.microsoft.com/office/drawing/2014/main" id="{F3E43CAC-DA88-79FC-F21F-A4AAED2F7D26}"/>
                </a:ext>
              </a:extLst>
            </p:cNvPr>
            <p:cNvGrpSpPr/>
            <p:nvPr/>
          </p:nvGrpSpPr>
          <p:grpSpPr>
            <a:xfrm>
              <a:off x="7691620" y="3519342"/>
              <a:ext cx="3751443" cy="1134555"/>
              <a:chOff x="7691620" y="3519342"/>
              <a:chExt cx="3751443" cy="1134555"/>
            </a:xfrm>
          </p:grpSpPr>
          <p:sp>
            <p:nvSpPr>
              <p:cNvPr id="102" name="TextBox 15">
                <a:extLst>
                  <a:ext uri="{FF2B5EF4-FFF2-40B4-BE49-F238E27FC236}">
                    <a16:creationId xmlns:a16="http://schemas.microsoft.com/office/drawing/2014/main" id="{E813F3E3-0621-83C4-B6AD-F7261A51724F}"/>
                  </a:ext>
                </a:extLst>
              </p:cNvPr>
              <p:cNvSpPr txBox="1"/>
              <p:nvPr/>
            </p:nvSpPr>
            <p:spPr>
              <a:xfrm>
                <a:off x="7709198" y="4007566"/>
                <a:ext cx="3733865" cy="646331"/>
              </a:xfrm>
              <a:prstGeom prst="rect">
                <a:avLst/>
              </a:prstGeom>
              <a:noFill/>
            </p:spPr>
            <p:txBody>
              <a:bodyPr wrap="square" rtlCol="0">
                <a:spAutoFit/>
              </a:bodyPr>
              <a:lstStyle/>
              <a:p>
                <a:r>
                  <a:rPr lang="fr-FR" altLang="ko-KR" sz="1200" dirty="0">
                    <a:cs typeface="Arial" pitchFamily="34" charset="0"/>
                  </a:rPr>
                  <a:t>Développement de la structure, des fonctionnalités et de l'architecture de la solution web de gestion de bibliothèque universitaire.</a:t>
                </a:r>
              </a:p>
            </p:txBody>
          </p:sp>
          <p:sp>
            <p:nvSpPr>
              <p:cNvPr id="103" name="TextBox 17">
                <a:extLst>
                  <a:ext uri="{FF2B5EF4-FFF2-40B4-BE49-F238E27FC236}">
                    <a16:creationId xmlns:a16="http://schemas.microsoft.com/office/drawing/2014/main" id="{2127D04D-58B0-DA67-017C-29C9E9E1B7B0}"/>
                  </a:ext>
                </a:extLst>
              </p:cNvPr>
              <p:cNvSpPr txBox="1"/>
              <p:nvPr/>
            </p:nvSpPr>
            <p:spPr>
              <a:xfrm>
                <a:off x="7691620" y="3519342"/>
                <a:ext cx="3751443" cy="400110"/>
              </a:xfrm>
              <a:prstGeom prst="rect">
                <a:avLst/>
              </a:prstGeom>
              <a:noFill/>
            </p:spPr>
            <p:txBody>
              <a:bodyPr wrap="square" lIns="108000" rIns="108000" rtlCol="0">
                <a:spAutoFit/>
              </a:bodyPr>
              <a:lstStyle/>
              <a:p>
                <a:r>
                  <a:rPr lang="en-US" altLang="ko-KR" sz="2000" b="1" dirty="0">
                    <a:solidFill>
                      <a:schemeClr val="accent2"/>
                    </a:solidFill>
                    <a:cs typeface="Arial" pitchFamily="34" charset="0"/>
                  </a:rPr>
                  <a:t>Conception du </a:t>
                </a:r>
                <a:r>
                  <a:rPr lang="en-US" altLang="ko-KR" sz="2000" b="1" dirty="0" err="1">
                    <a:solidFill>
                      <a:schemeClr val="accent2"/>
                    </a:solidFill>
                    <a:cs typeface="Arial" pitchFamily="34" charset="0"/>
                  </a:rPr>
                  <a:t>projet</a:t>
                </a:r>
                <a:endParaRPr lang="en-US" altLang="ko-KR" sz="2000" b="1" dirty="0">
                  <a:solidFill>
                    <a:schemeClr val="accent2"/>
                  </a:solidFill>
                  <a:cs typeface="Arial" pitchFamily="34" charset="0"/>
                </a:endParaRPr>
              </a:p>
            </p:txBody>
          </p:sp>
        </p:grpSp>
        <p:sp>
          <p:nvSpPr>
            <p:cNvPr id="101" name="TextBox 18">
              <a:extLst>
                <a:ext uri="{FF2B5EF4-FFF2-40B4-BE49-F238E27FC236}">
                  <a16:creationId xmlns:a16="http://schemas.microsoft.com/office/drawing/2014/main" id="{20D9ABDC-E0BF-64D4-5EE1-EDF82329F36D}"/>
                </a:ext>
              </a:extLst>
            </p:cNvPr>
            <p:cNvSpPr txBox="1"/>
            <p:nvPr/>
          </p:nvSpPr>
          <p:spPr>
            <a:xfrm>
              <a:off x="10521739" y="3228847"/>
              <a:ext cx="1260970" cy="1015663"/>
            </a:xfrm>
            <a:prstGeom prst="rect">
              <a:avLst/>
            </a:prstGeom>
            <a:noFill/>
          </p:spPr>
          <p:txBody>
            <a:bodyPr wrap="square" lIns="108000" rIns="108000" rtlCol="0">
              <a:spAutoFit/>
            </a:bodyPr>
            <a:lstStyle/>
            <a:p>
              <a:pPr algn="ctr"/>
              <a:r>
                <a:rPr lang="en-US" altLang="ko-KR" sz="6000" b="1" dirty="0">
                  <a:solidFill>
                    <a:schemeClr val="accent2">
                      <a:alpha val="20000"/>
                    </a:schemeClr>
                  </a:solidFill>
                  <a:cs typeface="Arial" pitchFamily="34" charset="0"/>
                </a:rPr>
                <a:t>03</a:t>
              </a:r>
              <a:endParaRPr lang="ko-KR" altLang="en-US" sz="6000" b="1" dirty="0">
                <a:solidFill>
                  <a:schemeClr val="accent2">
                    <a:alpha val="20000"/>
                  </a:schemeClr>
                </a:solidFill>
                <a:cs typeface="Arial" pitchFamily="34" charset="0"/>
              </a:endParaRPr>
            </a:p>
          </p:txBody>
        </p:sp>
      </p:grpSp>
      <p:grpSp>
        <p:nvGrpSpPr>
          <p:cNvPr id="104" name="Group 30">
            <a:extLst>
              <a:ext uri="{FF2B5EF4-FFF2-40B4-BE49-F238E27FC236}">
                <a16:creationId xmlns:a16="http://schemas.microsoft.com/office/drawing/2014/main" id="{CF787328-E078-1CBD-C6FF-FE24F3CB7BBB}"/>
              </a:ext>
            </a:extLst>
          </p:cNvPr>
          <p:cNvGrpSpPr/>
          <p:nvPr/>
        </p:nvGrpSpPr>
        <p:grpSpPr>
          <a:xfrm>
            <a:off x="6788426" y="1606231"/>
            <a:ext cx="4542085" cy="1425050"/>
            <a:chOff x="7691620" y="4446010"/>
            <a:chExt cx="4091089" cy="1425050"/>
          </a:xfrm>
        </p:grpSpPr>
        <p:grpSp>
          <p:nvGrpSpPr>
            <p:cNvPr id="105" name="Group 3">
              <a:extLst>
                <a:ext uri="{FF2B5EF4-FFF2-40B4-BE49-F238E27FC236}">
                  <a16:creationId xmlns:a16="http://schemas.microsoft.com/office/drawing/2014/main" id="{18483DA4-47F9-A805-B9CC-BEC44985FE2F}"/>
                </a:ext>
              </a:extLst>
            </p:cNvPr>
            <p:cNvGrpSpPr/>
            <p:nvPr/>
          </p:nvGrpSpPr>
          <p:grpSpPr>
            <a:xfrm>
              <a:off x="7691620" y="4736505"/>
              <a:ext cx="3751443" cy="1134555"/>
              <a:chOff x="7691620" y="4736505"/>
              <a:chExt cx="3751443" cy="1134555"/>
            </a:xfrm>
          </p:grpSpPr>
          <p:sp>
            <p:nvSpPr>
              <p:cNvPr id="107" name="TextBox 21">
                <a:extLst>
                  <a:ext uri="{FF2B5EF4-FFF2-40B4-BE49-F238E27FC236}">
                    <a16:creationId xmlns:a16="http://schemas.microsoft.com/office/drawing/2014/main" id="{62AA8F16-8200-CD94-A677-AE1491CAAA49}"/>
                  </a:ext>
                </a:extLst>
              </p:cNvPr>
              <p:cNvSpPr txBox="1"/>
              <p:nvPr/>
            </p:nvSpPr>
            <p:spPr>
              <a:xfrm>
                <a:off x="7709198" y="5224729"/>
                <a:ext cx="3733865" cy="646331"/>
              </a:xfrm>
              <a:prstGeom prst="rect">
                <a:avLst/>
              </a:prstGeom>
              <a:noFill/>
            </p:spPr>
            <p:txBody>
              <a:bodyPr wrap="square" rtlCol="0">
                <a:spAutoFit/>
              </a:bodyPr>
              <a:lstStyle/>
              <a:p>
                <a:r>
                  <a:rPr lang="fr-FR" altLang="ko-KR" sz="1200" dirty="0">
                    <a:cs typeface="Arial" pitchFamily="34" charset="0"/>
                  </a:rPr>
                  <a:t>Mise en œuvre pratique de la solution web de gestion de bibliothèque universitaire, y compris le développement, les tests et le déploiement.</a:t>
                </a:r>
              </a:p>
            </p:txBody>
          </p:sp>
          <p:sp>
            <p:nvSpPr>
              <p:cNvPr id="108" name="TextBox 23">
                <a:extLst>
                  <a:ext uri="{FF2B5EF4-FFF2-40B4-BE49-F238E27FC236}">
                    <a16:creationId xmlns:a16="http://schemas.microsoft.com/office/drawing/2014/main" id="{9FFEF552-BBBC-2518-9966-86258C90E35F}"/>
                  </a:ext>
                </a:extLst>
              </p:cNvPr>
              <p:cNvSpPr txBox="1"/>
              <p:nvPr/>
            </p:nvSpPr>
            <p:spPr>
              <a:xfrm>
                <a:off x="7691620" y="4736505"/>
                <a:ext cx="3751443" cy="400110"/>
              </a:xfrm>
              <a:prstGeom prst="rect">
                <a:avLst/>
              </a:prstGeom>
              <a:noFill/>
            </p:spPr>
            <p:txBody>
              <a:bodyPr wrap="square" lIns="108000" rIns="108000" rtlCol="0">
                <a:spAutoFit/>
              </a:bodyPr>
              <a:lstStyle/>
              <a:p>
                <a:r>
                  <a:rPr lang="en-US" altLang="ko-KR" sz="2000" b="1" dirty="0" err="1">
                    <a:solidFill>
                      <a:schemeClr val="accent2"/>
                    </a:solidFill>
                    <a:cs typeface="Arial" pitchFamily="34" charset="0"/>
                  </a:rPr>
                  <a:t>Réalisation</a:t>
                </a:r>
                <a:r>
                  <a:rPr lang="en-US" altLang="ko-KR" sz="2000" b="1" dirty="0">
                    <a:solidFill>
                      <a:schemeClr val="accent2"/>
                    </a:solidFill>
                    <a:cs typeface="Arial" pitchFamily="34" charset="0"/>
                  </a:rPr>
                  <a:t> du </a:t>
                </a:r>
                <a:r>
                  <a:rPr lang="en-US" altLang="ko-KR" sz="2000" b="1" dirty="0" err="1">
                    <a:solidFill>
                      <a:schemeClr val="accent2"/>
                    </a:solidFill>
                    <a:cs typeface="Arial" pitchFamily="34" charset="0"/>
                  </a:rPr>
                  <a:t>projet</a:t>
                </a:r>
                <a:endParaRPr lang="en-US" altLang="ko-KR" sz="2000" b="1" dirty="0">
                  <a:solidFill>
                    <a:schemeClr val="accent2"/>
                  </a:solidFill>
                  <a:cs typeface="Arial" pitchFamily="34" charset="0"/>
                </a:endParaRPr>
              </a:p>
            </p:txBody>
          </p:sp>
        </p:grpSp>
        <p:sp>
          <p:nvSpPr>
            <p:cNvPr id="106" name="TextBox 24">
              <a:extLst>
                <a:ext uri="{FF2B5EF4-FFF2-40B4-BE49-F238E27FC236}">
                  <a16:creationId xmlns:a16="http://schemas.microsoft.com/office/drawing/2014/main" id="{C3CF75CE-50E9-6F56-1B55-38C1B7D696CD}"/>
                </a:ext>
              </a:extLst>
            </p:cNvPr>
            <p:cNvSpPr txBox="1"/>
            <p:nvPr/>
          </p:nvSpPr>
          <p:spPr>
            <a:xfrm>
              <a:off x="10521739" y="4446010"/>
              <a:ext cx="1260970" cy="1015663"/>
            </a:xfrm>
            <a:prstGeom prst="rect">
              <a:avLst/>
            </a:prstGeom>
            <a:noFill/>
          </p:spPr>
          <p:txBody>
            <a:bodyPr wrap="square" lIns="108000" rIns="108000" rtlCol="0">
              <a:spAutoFit/>
            </a:bodyPr>
            <a:lstStyle/>
            <a:p>
              <a:pPr algn="ctr"/>
              <a:r>
                <a:rPr lang="en-US" altLang="ko-KR" sz="6000" b="1" dirty="0">
                  <a:solidFill>
                    <a:schemeClr val="accent2">
                      <a:alpha val="20000"/>
                    </a:schemeClr>
                  </a:solidFill>
                  <a:cs typeface="Arial" pitchFamily="34" charset="0"/>
                </a:rPr>
                <a:t>04</a:t>
              </a:r>
              <a:endParaRPr lang="ko-KR" altLang="en-US" sz="6000" b="1" dirty="0">
                <a:solidFill>
                  <a:schemeClr val="accent2">
                    <a:alpha val="20000"/>
                  </a:schemeClr>
                </a:solidFill>
                <a:cs typeface="Arial" pitchFamily="34" charset="0"/>
              </a:endParaRPr>
            </a:p>
          </p:txBody>
        </p:sp>
      </p:grpSp>
      <p:grpSp>
        <p:nvGrpSpPr>
          <p:cNvPr id="109" name="Group 30">
            <a:extLst>
              <a:ext uri="{FF2B5EF4-FFF2-40B4-BE49-F238E27FC236}">
                <a16:creationId xmlns:a16="http://schemas.microsoft.com/office/drawing/2014/main" id="{218B3171-CDCF-352E-AA1C-67786012B388}"/>
              </a:ext>
            </a:extLst>
          </p:cNvPr>
          <p:cNvGrpSpPr/>
          <p:nvPr/>
        </p:nvGrpSpPr>
        <p:grpSpPr>
          <a:xfrm>
            <a:off x="6788426" y="3119395"/>
            <a:ext cx="4581384" cy="1609716"/>
            <a:chOff x="7691620" y="4446010"/>
            <a:chExt cx="4091089" cy="1609716"/>
          </a:xfrm>
        </p:grpSpPr>
        <p:grpSp>
          <p:nvGrpSpPr>
            <p:cNvPr id="110" name="Group 3">
              <a:extLst>
                <a:ext uri="{FF2B5EF4-FFF2-40B4-BE49-F238E27FC236}">
                  <a16:creationId xmlns:a16="http://schemas.microsoft.com/office/drawing/2014/main" id="{193F48B6-0426-AA7B-9A17-9DEF6A8C1468}"/>
                </a:ext>
              </a:extLst>
            </p:cNvPr>
            <p:cNvGrpSpPr/>
            <p:nvPr/>
          </p:nvGrpSpPr>
          <p:grpSpPr>
            <a:xfrm>
              <a:off x="7691620" y="4736505"/>
              <a:ext cx="3925394" cy="1319221"/>
              <a:chOff x="7691620" y="4736505"/>
              <a:chExt cx="3925394" cy="1319221"/>
            </a:xfrm>
          </p:grpSpPr>
          <p:sp>
            <p:nvSpPr>
              <p:cNvPr id="112" name="TextBox 21">
                <a:extLst>
                  <a:ext uri="{FF2B5EF4-FFF2-40B4-BE49-F238E27FC236}">
                    <a16:creationId xmlns:a16="http://schemas.microsoft.com/office/drawing/2014/main" id="{E90ABEB1-D012-A625-271E-EF9E58611C99}"/>
                  </a:ext>
                </a:extLst>
              </p:cNvPr>
              <p:cNvSpPr txBox="1"/>
              <p:nvPr/>
            </p:nvSpPr>
            <p:spPr>
              <a:xfrm>
                <a:off x="7709198" y="5224729"/>
                <a:ext cx="3733865" cy="830997"/>
              </a:xfrm>
              <a:prstGeom prst="rect">
                <a:avLst/>
              </a:prstGeom>
              <a:noFill/>
            </p:spPr>
            <p:txBody>
              <a:bodyPr wrap="square" rtlCol="0">
                <a:spAutoFit/>
              </a:bodyPr>
              <a:lstStyle/>
              <a:p>
                <a:r>
                  <a:rPr lang="fr-FR" altLang="ko-KR" sz="1200" dirty="0">
                    <a:cs typeface="Arial" pitchFamily="34" charset="0"/>
                  </a:rPr>
                  <a:t>Synthèse des résultats, des défis rencontrés, des leçons apprises et des pistes d'amélioration future pour la solution de gestion de bibliothèque universitaire.</a:t>
                </a:r>
              </a:p>
            </p:txBody>
          </p:sp>
          <p:sp>
            <p:nvSpPr>
              <p:cNvPr id="113" name="TextBox 23">
                <a:extLst>
                  <a:ext uri="{FF2B5EF4-FFF2-40B4-BE49-F238E27FC236}">
                    <a16:creationId xmlns:a16="http://schemas.microsoft.com/office/drawing/2014/main" id="{EDEF92D3-97FE-AFDE-13C5-0BFD62092250}"/>
                  </a:ext>
                </a:extLst>
              </p:cNvPr>
              <p:cNvSpPr txBox="1"/>
              <p:nvPr/>
            </p:nvSpPr>
            <p:spPr>
              <a:xfrm>
                <a:off x="7691620" y="4736505"/>
                <a:ext cx="3925394" cy="400110"/>
              </a:xfrm>
              <a:prstGeom prst="rect">
                <a:avLst/>
              </a:prstGeom>
              <a:noFill/>
            </p:spPr>
            <p:txBody>
              <a:bodyPr wrap="square" lIns="108000" rIns="108000" rtlCol="0">
                <a:spAutoFit/>
              </a:bodyPr>
              <a:lstStyle/>
              <a:p>
                <a:r>
                  <a:rPr lang="en-US" altLang="ko-KR" sz="2000" b="1" dirty="0">
                    <a:solidFill>
                      <a:schemeClr val="accent2"/>
                    </a:solidFill>
                    <a:cs typeface="Arial" pitchFamily="34" charset="0"/>
                  </a:rPr>
                  <a:t>Conclusion &amp; Perspectives</a:t>
                </a:r>
              </a:p>
            </p:txBody>
          </p:sp>
        </p:grpSp>
        <p:sp>
          <p:nvSpPr>
            <p:cNvPr id="111" name="TextBox 24">
              <a:extLst>
                <a:ext uri="{FF2B5EF4-FFF2-40B4-BE49-F238E27FC236}">
                  <a16:creationId xmlns:a16="http://schemas.microsoft.com/office/drawing/2014/main" id="{3B39EE56-779B-CF3D-D818-56993723E362}"/>
                </a:ext>
              </a:extLst>
            </p:cNvPr>
            <p:cNvSpPr txBox="1"/>
            <p:nvPr/>
          </p:nvSpPr>
          <p:spPr>
            <a:xfrm>
              <a:off x="10521739" y="4446010"/>
              <a:ext cx="1260970" cy="1015663"/>
            </a:xfrm>
            <a:prstGeom prst="rect">
              <a:avLst/>
            </a:prstGeom>
            <a:noFill/>
          </p:spPr>
          <p:txBody>
            <a:bodyPr wrap="square" lIns="108000" rIns="108000" rtlCol="0">
              <a:spAutoFit/>
            </a:bodyPr>
            <a:lstStyle/>
            <a:p>
              <a:pPr algn="ctr"/>
              <a:r>
                <a:rPr lang="en-US" altLang="ko-KR" sz="6000" b="1" dirty="0">
                  <a:solidFill>
                    <a:schemeClr val="accent2">
                      <a:alpha val="20000"/>
                    </a:schemeClr>
                  </a:solidFill>
                  <a:cs typeface="Arial" pitchFamily="34" charset="0"/>
                </a:rPr>
                <a:t>05</a:t>
              </a:r>
              <a:endParaRPr lang="ko-KR" altLang="en-US" sz="6000" b="1" dirty="0">
                <a:solidFill>
                  <a:schemeClr val="accent2">
                    <a:alpha val="20000"/>
                  </a:schemeClr>
                </a:solidFill>
                <a:cs typeface="Arial" pitchFamily="34" charset="0"/>
              </a:endParaRPr>
            </a:p>
          </p:txBody>
        </p:sp>
      </p:grpSp>
      <p:sp>
        <p:nvSpPr>
          <p:cNvPr id="6" name="Espace réservé du numéro de diapositive 5">
            <a:extLst>
              <a:ext uri="{FF2B5EF4-FFF2-40B4-BE49-F238E27FC236}">
                <a16:creationId xmlns:a16="http://schemas.microsoft.com/office/drawing/2014/main" id="{DA6F11AE-024E-2464-7632-8E60F5505441}"/>
              </a:ext>
            </a:extLst>
          </p:cNvPr>
          <p:cNvSpPr>
            <a:spLocks noGrp="1"/>
          </p:cNvSpPr>
          <p:nvPr>
            <p:ph type="sldNum" sz="quarter" idx="12"/>
          </p:nvPr>
        </p:nvSpPr>
        <p:spPr>
          <a:xfrm>
            <a:off x="0" y="6480175"/>
            <a:ext cx="245643" cy="377825"/>
          </a:xfrm>
        </p:spPr>
        <p:txBody>
          <a:bodyPr/>
          <a:lstStyle/>
          <a:p>
            <a:fld id="{A3401A20-A1E0-4E43-B782-1D8AAEB2FCB1}" type="slidenum">
              <a:rPr lang="fr-FR" smtClean="0"/>
              <a:t>2</a:t>
            </a:fld>
            <a:endParaRPr lang="fr-FR" dirty="0"/>
          </a:p>
        </p:txBody>
      </p:sp>
    </p:spTree>
    <p:extLst>
      <p:ext uri="{BB962C8B-B14F-4D97-AF65-F5344CB8AC3E}">
        <p14:creationId xmlns:p14="http://schemas.microsoft.com/office/powerpoint/2010/main" val="2719375368"/>
      </p:ext>
    </p:ext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6" name="Group 4">
            <a:extLst>
              <a:ext uri="{FF2B5EF4-FFF2-40B4-BE49-F238E27FC236}">
                <a16:creationId xmlns:a16="http://schemas.microsoft.com/office/drawing/2014/main" id="{221F61CD-E73D-991A-E281-8923D2811D86}"/>
              </a:ext>
            </a:extLst>
          </p:cNvPr>
          <p:cNvGrpSpPr/>
          <p:nvPr/>
        </p:nvGrpSpPr>
        <p:grpSpPr>
          <a:xfrm>
            <a:off x="7236940" y="0"/>
            <a:ext cx="4957074" cy="7251483"/>
            <a:chOff x="6641219" y="0"/>
            <a:chExt cx="5552795" cy="7251483"/>
          </a:xfrm>
        </p:grpSpPr>
        <p:grpSp>
          <p:nvGrpSpPr>
            <p:cNvPr id="47" name="Group 81">
              <a:extLst>
                <a:ext uri="{FF2B5EF4-FFF2-40B4-BE49-F238E27FC236}">
                  <a16:creationId xmlns:a16="http://schemas.microsoft.com/office/drawing/2014/main" id="{62196CE5-BF1C-607F-240B-E1794BF733DB}"/>
                </a:ext>
              </a:extLst>
            </p:cNvPr>
            <p:cNvGrpSpPr/>
            <p:nvPr/>
          </p:nvGrpSpPr>
          <p:grpSpPr>
            <a:xfrm>
              <a:off x="9294736" y="0"/>
              <a:ext cx="2899278" cy="6855505"/>
              <a:chOff x="9294736" y="0"/>
              <a:chExt cx="2899278" cy="6855505"/>
            </a:xfrm>
          </p:grpSpPr>
          <p:sp>
            <p:nvSpPr>
              <p:cNvPr id="69" name="Freeform: Shape 3">
                <a:extLst>
                  <a:ext uri="{FF2B5EF4-FFF2-40B4-BE49-F238E27FC236}">
                    <a16:creationId xmlns:a16="http://schemas.microsoft.com/office/drawing/2014/main" id="{9308EFDA-D93E-180B-3E3E-83EF7085C013}"/>
                  </a:ext>
                </a:extLst>
              </p:cNvPr>
              <p:cNvSpPr/>
              <p:nvPr/>
            </p:nvSpPr>
            <p:spPr>
              <a:xfrm>
                <a:off x="9294736" y="0"/>
                <a:ext cx="2899278" cy="6855505"/>
              </a:xfrm>
              <a:custGeom>
                <a:avLst/>
                <a:gdLst>
                  <a:gd name="connsiteX0" fmla="*/ 0 w 2218926"/>
                  <a:gd name="connsiteY0" fmla="*/ 0 h 2285893"/>
                  <a:gd name="connsiteX1" fmla="*/ 2218926 w 2218926"/>
                  <a:gd name="connsiteY1" fmla="*/ 0 h 2285893"/>
                  <a:gd name="connsiteX2" fmla="*/ 2218926 w 2218926"/>
                  <a:gd name="connsiteY2" fmla="*/ 2285893 h 2285893"/>
                  <a:gd name="connsiteX3" fmla="*/ 0 w 2218926"/>
                  <a:gd name="connsiteY3" fmla="*/ 2285893 h 2285893"/>
                </a:gdLst>
                <a:ahLst/>
                <a:cxnLst>
                  <a:cxn ang="0">
                    <a:pos x="connsiteX0" y="connsiteY0"/>
                  </a:cxn>
                  <a:cxn ang="0">
                    <a:pos x="connsiteX1" y="connsiteY1"/>
                  </a:cxn>
                  <a:cxn ang="0">
                    <a:pos x="connsiteX2" y="connsiteY2"/>
                  </a:cxn>
                  <a:cxn ang="0">
                    <a:pos x="connsiteX3" y="connsiteY3"/>
                  </a:cxn>
                </a:cxnLst>
                <a:rect l="l" t="t" r="r" b="b"/>
                <a:pathLst>
                  <a:path w="2218926" h="2285893">
                    <a:moveTo>
                      <a:pt x="0" y="0"/>
                    </a:moveTo>
                    <a:lnTo>
                      <a:pt x="2218926" y="0"/>
                    </a:lnTo>
                    <a:lnTo>
                      <a:pt x="2218926" y="2285893"/>
                    </a:lnTo>
                    <a:lnTo>
                      <a:pt x="0" y="2285893"/>
                    </a:lnTo>
                    <a:close/>
                  </a:path>
                </a:pathLst>
              </a:custGeom>
              <a:solidFill>
                <a:srgbClr val="9D4E24"/>
              </a:solidFill>
              <a:ln w="2811"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a:endParaRPr>
              </a:p>
            </p:txBody>
          </p:sp>
          <p:sp>
            <p:nvSpPr>
              <p:cNvPr id="70" name="Rectangle 69">
                <a:extLst>
                  <a:ext uri="{FF2B5EF4-FFF2-40B4-BE49-F238E27FC236}">
                    <a16:creationId xmlns:a16="http://schemas.microsoft.com/office/drawing/2014/main" id="{B42C4425-3F60-F483-B46A-819309297299}"/>
                  </a:ext>
                </a:extLst>
              </p:cNvPr>
              <p:cNvSpPr/>
              <p:nvPr/>
            </p:nvSpPr>
            <p:spPr>
              <a:xfrm>
                <a:off x="9513787" y="0"/>
                <a:ext cx="2461096" cy="2416804"/>
              </a:xfrm>
              <a:prstGeom prst="rect">
                <a:avLst/>
              </a:prstGeom>
              <a:solidFill>
                <a:srgbClr val="723016"/>
              </a:solidFill>
              <a:ln w="2811"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a:endParaRPr>
              </a:p>
            </p:txBody>
          </p:sp>
          <p:sp>
            <p:nvSpPr>
              <p:cNvPr id="71" name="Freeform: Shape 5">
                <a:extLst>
                  <a:ext uri="{FF2B5EF4-FFF2-40B4-BE49-F238E27FC236}">
                    <a16:creationId xmlns:a16="http://schemas.microsoft.com/office/drawing/2014/main" id="{5A14EDFD-FDE8-CC4F-E5DA-249D2E3B5A55}"/>
                  </a:ext>
                </a:extLst>
              </p:cNvPr>
              <p:cNvSpPr/>
              <p:nvPr/>
            </p:nvSpPr>
            <p:spPr>
              <a:xfrm>
                <a:off x="9493161" y="2551316"/>
                <a:ext cx="2495913" cy="3376237"/>
              </a:xfrm>
              <a:custGeom>
                <a:avLst/>
                <a:gdLst>
                  <a:gd name="connsiteX0" fmla="*/ 113 w 1325788"/>
                  <a:gd name="connsiteY0" fmla="*/ 3493 h 1793402"/>
                  <a:gd name="connsiteX1" fmla="*/ 0 w 1325788"/>
                  <a:gd name="connsiteY1" fmla="*/ 1489248 h 1793402"/>
                  <a:gd name="connsiteX2" fmla="*/ 1325789 w 1325788"/>
                  <a:gd name="connsiteY2" fmla="*/ 1793403 h 1793402"/>
                  <a:gd name="connsiteX3" fmla="*/ 1314323 w 1325788"/>
                  <a:gd name="connsiteY3" fmla="*/ 0 h 1793402"/>
                </a:gdLst>
                <a:ahLst/>
                <a:cxnLst>
                  <a:cxn ang="0">
                    <a:pos x="connsiteX0" y="connsiteY0"/>
                  </a:cxn>
                  <a:cxn ang="0">
                    <a:pos x="connsiteX1" y="connsiteY1"/>
                  </a:cxn>
                  <a:cxn ang="0">
                    <a:pos x="connsiteX2" y="connsiteY2"/>
                  </a:cxn>
                  <a:cxn ang="0">
                    <a:pos x="connsiteX3" y="connsiteY3"/>
                  </a:cxn>
                </a:cxnLst>
                <a:rect l="l" t="t" r="r" b="b"/>
                <a:pathLst>
                  <a:path w="1325788" h="1793402">
                    <a:moveTo>
                      <a:pt x="113" y="3493"/>
                    </a:moveTo>
                    <a:lnTo>
                      <a:pt x="0" y="1489248"/>
                    </a:lnTo>
                    <a:lnTo>
                      <a:pt x="1325789" y="1793403"/>
                    </a:lnTo>
                    <a:lnTo>
                      <a:pt x="1314323" y="0"/>
                    </a:lnTo>
                    <a:close/>
                  </a:path>
                </a:pathLst>
              </a:custGeom>
              <a:solidFill>
                <a:srgbClr val="723016"/>
              </a:solidFill>
              <a:ln w="2811"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Arial"/>
                </a:endParaRPr>
              </a:p>
            </p:txBody>
          </p:sp>
          <p:sp>
            <p:nvSpPr>
              <p:cNvPr id="72" name="Freeform: Shape 6">
                <a:extLst>
                  <a:ext uri="{FF2B5EF4-FFF2-40B4-BE49-F238E27FC236}">
                    <a16:creationId xmlns:a16="http://schemas.microsoft.com/office/drawing/2014/main" id="{8A6575A8-F205-180F-6680-A0FD174A097F}"/>
                  </a:ext>
                </a:extLst>
              </p:cNvPr>
              <p:cNvSpPr/>
              <p:nvPr/>
            </p:nvSpPr>
            <p:spPr>
              <a:xfrm>
                <a:off x="9495178" y="5565439"/>
                <a:ext cx="2479705" cy="1290066"/>
              </a:xfrm>
              <a:custGeom>
                <a:avLst/>
                <a:gdLst>
                  <a:gd name="connsiteX0" fmla="*/ 1313674 w 1317179"/>
                  <a:gd name="connsiteY0" fmla="*/ 685263 h 685262"/>
                  <a:gd name="connsiteX1" fmla="*/ 3662 w 1317179"/>
                  <a:gd name="connsiteY1" fmla="*/ 685263 h 685262"/>
                  <a:gd name="connsiteX2" fmla="*/ 56 w 1317179"/>
                  <a:gd name="connsiteY2" fmla="*/ 675486 h 685262"/>
                  <a:gd name="connsiteX3" fmla="*/ 0 w 1317179"/>
                  <a:gd name="connsiteY3" fmla="*/ 666556 h 685262"/>
                  <a:gd name="connsiteX4" fmla="*/ 0 w 1317179"/>
                  <a:gd name="connsiteY4" fmla="*/ 21086 h 685262"/>
                  <a:gd name="connsiteX5" fmla="*/ 23496 w 1317179"/>
                  <a:gd name="connsiteY5" fmla="*/ 2943 h 685262"/>
                  <a:gd name="connsiteX6" fmla="*/ 1076628 w 1317179"/>
                  <a:gd name="connsiteY6" fmla="*/ 280164 h 685262"/>
                  <a:gd name="connsiteX7" fmla="*/ 1300630 w 1317179"/>
                  <a:gd name="connsiteY7" fmla="*/ 339017 h 685262"/>
                  <a:gd name="connsiteX8" fmla="*/ 1317112 w 1317179"/>
                  <a:gd name="connsiteY8" fmla="*/ 360654 h 685262"/>
                  <a:gd name="connsiteX9" fmla="*/ 1317083 w 1317179"/>
                  <a:gd name="connsiteY9" fmla="*/ 670049 h 685262"/>
                  <a:gd name="connsiteX10" fmla="*/ 1313674 w 1317179"/>
                  <a:gd name="connsiteY10" fmla="*/ 685263 h 685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17179" h="685262">
                    <a:moveTo>
                      <a:pt x="1313674" y="685263"/>
                    </a:moveTo>
                    <a:cubicBezTo>
                      <a:pt x="876994" y="685263"/>
                      <a:pt x="440343" y="685263"/>
                      <a:pt x="3662" y="685263"/>
                    </a:cubicBezTo>
                    <a:cubicBezTo>
                      <a:pt x="901" y="682586"/>
                      <a:pt x="84" y="679177"/>
                      <a:pt x="56" y="675486"/>
                    </a:cubicBezTo>
                    <a:cubicBezTo>
                      <a:pt x="28" y="672500"/>
                      <a:pt x="0" y="669514"/>
                      <a:pt x="0" y="666556"/>
                    </a:cubicBezTo>
                    <a:cubicBezTo>
                      <a:pt x="0" y="451399"/>
                      <a:pt x="0" y="236243"/>
                      <a:pt x="0" y="21086"/>
                    </a:cubicBezTo>
                    <a:cubicBezTo>
                      <a:pt x="0" y="-1649"/>
                      <a:pt x="1549" y="-2861"/>
                      <a:pt x="23496" y="2943"/>
                    </a:cubicBezTo>
                    <a:cubicBezTo>
                      <a:pt x="52852" y="10690"/>
                      <a:pt x="953258" y="247709"/>
                      <a:pt x="1076628" y="280164"/>
                    </a:cubicBezTo>
                    <a:cubicBezTo>
                      <a:pt x="1151286" y="299801"/>
                      <a:pt x="1225944" y="319437"/>
                      <a:pt x="1300630" y="339017"/>
                    </a:cubicBezTo>
                    <a:cubicBezTo>
                      <a:pt x="1315675" y="342962"/>
                      <a:pt x="1317112" y="344708"/>
                      <a:pt x="1317112" y="360654"/>
                    </a:cubicBezTo>
                    <a:cubicBezTo>
                      <a:pt x="1317140" y="463795"/>
                      <a:pt x="1317140" y="566936"/>
                      <a:pt x="1317083" y="670049"/>
                    </a:cubicBezTo>
                    <a:cubicBezTo>
                      <a:pt x="1317112" y="675317"/>
                      <a:pt x="1318013" y="680896"/>
                      <a:pt x="1313674" y="685263"/>
                    </a:cubicBezTo>
                    <a:close/>
                  </a:path>
                </a:pathLst>
              </a:custGeom>
              <a:solidFill>
                <a:srgbClr val="723016"/>
              </a:solidFill>
              <a:ln w="2811"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a:endParaRPr>
              </a:p>
            </p:txBody>
          </p:sp>
          <p:sp>
            <p:nvSpPr>
              <p:cNvPr id="73" name="Freeform: Shape 11">
                <a:extLst>
                  <a:ext uri="{FF2B5EF4-FFF2-40B4-BE49-F238E27FC236}">
                    <a16:creationId xmlns:a16="http://schemas.microsoft.com/office/drawing/2014/main" id="{88F89B04-AECA-9736-59B7-BA444DE3A4AA}"/>
                  </a:ext>
                </a:extLst>
              </p:cNvPr>
              <p:cNvSpPr/>
              <p:nvPr/>
            </p:nvSpPr>
            <p:spPr>
              <a:xfrm>
                <a:off x="11364923" y="3015604"/>
                <a:ext cx="512661" cy="2848066"/>
              </a:xfrm>
              <a:custGeom>
                <a:avLst/>
                <a:gdLst>
                  <a:gd name="connsiteX0" fmla="*/ 267926 w 272317"/>
                  <a:gd name="connsiteY0" fmla="*/ 1492293 h 1512846"/>
                  <a:gd name="connsiteX1" fmla="*/ 266883 w 272317"/>
                  <a:gd name="connsiteY1" fmla="*/ 1492744 h 1512846"/>
                  <a:gd name="connsiteX2" fmla="*/ 256544 w 272317"/>
                  <a:gd name="connsiteY2" fmla="*/ 1497506 h 1512846"/>
                  <a:gd name="connsiteX3" fmla="*/ 191436 w 272317"/>
                  <a:gd name="connsiteY3" fmla="*/ 1508437 h 1512846"/>
                  <a:gd name="connsiteX4" fmla="*/ 172053 w 272317"/>
                  <a:gd name="connsiteY4" fmla="*/ 1508747 h 1512846"/>
                  <a:gd name="connsiteX5" fmla="*/ 161516 w 272317"/>
                  <a:gd name="connsiteY5" fmla="*/ 1510240 h 1512846"/>
                  <a:gd name="connsiteX6" fmla="*/ 98296 w 272317"/>
                  <a:gd name="connsiteY6" fmla="*/ 1502154 h 1512846"/>
                  <a:gd name="connsiteX7" fmla="*/ 21779 w 272317"/>
                  <a:gd name="connsiteY7" fmla="*/ 1481419 h 1512846"/>
                  <a:gd name="connsiteX8" fmla="*/ 14172 w 272317"/>
                  <a:gd name="connsiteY8" fmla="*/ 1472601 h 1512846"/>
                  <a:gd name="connsiteX9" fmla="*/ 11467 w 272317"/>
                  <a:gd name="connsiteY9" fmla="*/ 1450541 h 1512846"/>
                  <a:gd name="connsiteX10" fmla="*/ 10763 w 272317"/>
                  <a:gd name="connsiteY10" fmla="*/ 1432708 h 1512846"/>
                  <a:gd name="connsiteX11" fmla="*/ 8369 w 272317"/>
                  <a:gd name="connsiteY11" fmla="*/ 1129793 h 1512846"/>
                  <a:gd name="connsiteX12" fmla="*/ 6847 w 272317"/>
                  <a:gd name="connsiteY12" fmla="*/ 883195 h 1512846"/>
                  <a:gd name="connsiteX13" fmla="*/ 5072 w 272317"/>
                  <a:gd name="connsiteY13" fmla="*/ 692014 h 1512846"/>
                  <a:gd name="connsiteX14" fmla="*/ 3748 w 272317"/>
                  <a:gd name="connsiteY14" fmla="*/ 507960 h 1512846"/>
                  <a:gd name="connsiteX15" fmla="*/ 1213 w 272317"/>
                  <a:gd name="connsiteY15" fmla="*/ 225611 h 1512846"/>
                  <a:gd name="connsiteX16" fmla="*/ 57 w 272317"/>
                  <a:gd name="connsiteY16" fmla="*/ 53193 h 1512846"/>
                  <a:gd name="connsiteX17" fmla="*/ 565 w 272317"/>
                  <a:gd name="connsiteY17" fmla="*/ 40713 h 1512846"/>
                  <a:gd name="connsiteX18" fmla="*/ 15609 w 272317"/>
                  <a:gd name="connsiteY18" fmla="*/ 21499 h 1512846"/>
                  <a:gd name="connsiteX19" fmla="*/ 89281 w 272317"/>
                  <a:gd name="connsiteY19" fmla="*/ 10455 h 1512846"/>
                  <a:gd name="connsiteX20" fmla="*/ 142669 w 272317"/>
                  <a:gd name="connsiteY20" fmla="*/ 1580 h 1512846"/>
                  <a:gd name="connsiteX21" fmla="*/ 155966 w 272317"/>
                  <a:gd name="connsiteY21" fmla="*/ 341 h 1512846"/>
                  <a:gd name="connsiteX22" fmla="*/ 205917 w 272317"/>
                  <a:gd name="connsiteY22" fmla="*/ 623 h 1512846"/>
                  <a:gd name="connsiteX23" fmla="*/ 254515 w 272317"/>
                  <a:gd name="connsiteY23" fmla="*/ 5158 h 1512846"/>
                  <a:gd name="connsiteX24" fmla="*/ 257727 w 272317"/>
                  <a:gd name="connsiteY24" fmla="*/ 6539 h 1512846"/>
                  <a:gd name="connsiteX25" fmla="*/ 261502 w 272317"/>
                  <a:gd name="connsiteY25" fmla="*/ 21611 h 1512846"/>
                  <a:gd name="connsiteX26" fmla="*/ 261530 w 272317"/>
                  <a:gd name="connsiteY26" fmla="*/ 200425 h 1512846"/>
                  <a:gd name="connsiteX27" fmla="*/ 262094 w 272317"/>
                  <a:gd name="connsiteY27" fmla="*/ 338979 h 1512846"/>
                  <a:gd name="connsiteX28" fmla="*/ 264883 w 272317"/>
                  <a:gd name="connsiteY28" fmla="*/ 596987 h 1512846"/>
                  <a:gd name="connsiteX29" fmla="*/ 265981 w 272317"/>
                  <a:gd name="connsiteY29" fmla="*/ 855332 h 1512846"/>
                  <a:gd name="connsiteX30" fmla="*/ 268461 w 272317"/>
                  <a:gd name="connsiteY30" fmla="*/ 1112438 h 1512846"/>
                  <a:gd name="connsiteX31" fmla="*/ 269559 w 272317"/>
                  <a:gd name="connsiteY31" fmla="*/ 1369910 h 1512846"/>
                  <a:gd name="connsiteX32" fmla="*/ 272180 w 272317"/>
                  <a:gd name="connsiteY32" fmla="*/ 1478601 h 1512846"/>
                  <a:gd name="connsiteX33" fmla="*/ 267926 w 272317"/>
                  <a:gd name="connsiteY33" fmla="*/ 1492293 h 15128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272317" h="1512846">
                    <a:moveTo>
                      <a:pt x="267926" y="1492293"/>
                    </a:moveTo>
                    <a:cubicBezTo>
                      <a:pt x="267559" y="1492406"/>
                      <a:pt x="267221" y="1492547"/>
                      <a:pt x="266883" y="1492744"/>
                    </a:cubicBezTo>
                    <a:cubicBezTo>
                      <a:pt x="263953" y="1495477"/>
                      <a:pt x="260488" y="1496857"/>
                      <a:pt x="256544" y="1497506"/>
                    </a:cubicBezTo>
                    <a:cubicBezTo>
                      <a:pt x="234851" y="1501196"/>
                      <a:pt x="213214" y="1505140"/>
                      <a:pt x="191436" y="1508437"/>
                    </a:cubicBezTo>
                    <a:cubicBezTo>
                      <a:pt x="184984" y="1509423"/>
                      <a:pt x="178505" y="1508634"/>
                      <a:pt x="172053" y="1508747"/>
                    </a:cubicBezTo>
                    <a:cubicBezTo>
                      <a:pt x="168531" y="1509197"/>
                      <a:pt x="164841" y="1509113"/>
                      <a:pt x="161516" y="1510240"/>
                    </a:cubicBezTo>
                    <a:cubicBezTo>
                      <a:pt x="139119" y="1517705"/>
                      <a:pt x="118975" y="1507281"/>
                      <a:pt x="98296" y="1502154"/>
                    </a:cubicBezTo>
                    <a:cubicBezTo>
                      <a:pt x="72659" y="1495815"/>
                      <a:pt x="47303" y="1488237"/>
                      <a:pt x="21779" y="1481419"/>
                    </a:cubicBezTo>
                    <a:cubicBezTo>
                      <a:pt x="16933" y="1480123"/>
                      <a:pt x="13468" y="1478348"/>
                      <a:pt x="14172" y="1472601"/>
                    </a:cubicBezTo>
                    <a:cubicBezTo>
                      <a:pt x="8904" y="1465783"/>
                      <a:pt x="11073" y="1458063"/>
                      <a:pt x="11467" y="1450541"/>
                    </a:cubicBezTo>
                    <a:cubicBezTo>
                      <a:pt x="10876" y="1444597"/>
                      <a:pt x="10763" y="1438652"/>
                      <a:pt x="10763" y="1432708"/>
                    </a:cubicBezTo>
                    <a:cubicBezTo>
                      <a:pt x="11214" y="1331736"/>
                      <a:pt x="9580" y="1230736"/>
                      <a:pt x="8369" y="1129793"/>
                    </a:cubicBezTo>
                    <a:cubicBezTo>
                      <a:pt x="7382" y="1047584"/>
                      <a:pt x="9383" y="965347"/>
                      <a:pt x="6847" y="883195"/>
                    </a:cubicBezTo>
                    <a:cubicBezTo>
                      <a:pt x="4875" y="819440"/>
                      <a:pt x="7495" y="755685"/>
                      <a:pt x="5072" y="692014"/>
                    </a:cubicBezTo>
                    <a:cubicBezTo>
                      <a:pt x="2734" y="630653"/>
                      <a:pt x="4143" y="569321"/>
                      <a:pt x="3748" y="507960"/>
                    </a:cubicBezTo>
                    <a:cubicBezTo>
                      <a:pt x="3156" y="413835"/>
                      <a:pt x="2255" y="319709"/>
                      <a:pt x="1213" y="225611"/>
                    </a:cubicBezTo>
                    <a:cubicBezTo>
                      <a:pt x="593" y="168139"/>
                      <a:pt x="1015" y="110666"/>
                      <a:pt x="57" y="53193"/>
                    </a:cubicBezTo>
                    <a:cubicBezTo>
                      <a:pt x="1" y="49024"/>
                      <a:pt x="-168" y="44854"/>
                      <a:pt x="565" y="40713"/>
                    </a:cubicBezTo>
                    <a:cubicBezTo>
                      <a:pt x="-253" y="25415"/>
                      <a:pt x="593" y="24260"/>
                      <a:pt x="15609" y="21499"/>
                    </a:cubicBezTo>
                    <a:cubicBezTo>
                      <a:pt x="40035" y="17019"/>
                      <a:pt x="64686" y="14005"/>
                      <a:pt x="89281" y="10455"/>
                    </a:cubicBezTo>
                    <a:cubicBezTo>
                      <a:pt x="107086" y="7891"/>
                      <a:pt x="124976" y="5187"/>
                      <a:pt x="142669" y="1580"/>
                    </a:cubicBezTo>
                    <a:cubicBezTo>
                      <a:pt x="147064" y="679"/>
                      <a:pt x="151487" y="341"/>
                      <a:pt x="155966" y="341"/>
                    </a:cubicBezTo>
                    <a:cubicBezTo>
                      <a:pt x="172617" y="341"/>
                      <a:pt x="189351" y="-589"/>
                      <a:pt x="205917" y="623"/>
                    </a:cubicBezTo>
                    <a:cubicBezTo>
                      <a:pt x="222116" y="1806"/>
                      <a:pt x="238259" y="3947"/>
                      <a:pt x="254515" y="5158"/>
                    </a:cubicBezTo>
                    <a:cubicBezTo>
                      <a:pt x="255670" y="5440"/>
                      <a:pt x="256741" y="5891"/>
                      <a:pt x="257727" y="6539"/>
                    </a:cubicBezTo>
                    <a:cubicBezTo>
                      <a:pt x="262263" y="10737"/>
                      <a:pt x="261502" y="16315"/>
                      <a:pt x="261502" y="21611"/>
                    </a:cubicBezTo>
                    <a:cubicBezTo>
                      <a:pt x="261587" y="81225"/>
                      <a:pt x="261530" y="140811"/>
                      <a:pt x="261530" y="200425"/>
                    </a:cubicBezTo>
                    <a:cubicBezTo>
                      <a:pt x="261530" y="246628"/>
                      <a:pt x="258938" y="293001"/>
                      <a:pt x="262094" y="338979"/>
                    </a:cubicBezTo>
                    <a:cubicBezTo>
                      <a:pt x="268010" y="425019"/>
                      <a:pt x="263868" y="511003"/>
                      <a:pt x="264883" y="596987"/>
                    </a:cubicBezTo>
                    <a:cubicBezTo>
                      <a:pt x="265897" y="683111"/>
                      <a:pt x="262009" y="769377"/>
                      <a:pt x="265981" y="855332"/>
                    </a:cubicBezTo>
                    <a:cubicBezTo>
                      <a:pt x="269926" y="941119"/>
                      <a:pt x="267418" y="1026764"/>
                      <a:pt x="268461" y="1112438"/>
                    </a:cubicBezTo>
                    <a:cubicBezTo>
                      <a:pt x="269503" y="1198253"/>
                      <a:pt x="266855" y="1284152"/>
                      <a:pt x="269559" y="1369910"/>
                    </a:cubicBezTo>
                    <a:cubicBezTo>
                      <a:pt x="270686" y="1406113"/>
                      <a:pt x="271391" y="1442371"/>
                      <a:pt x="272180" y="1478601"/>
                    </a:cubicBezTo>
                    <a:cubicBezTo>
                      <a:pt x="272292" y="1483475"/>
                      <a:pt x="273250" y="1488941"/>
                      <a:pt x="267926" y="1492293"/>
                    </a:cubicBezTo>
                    <a:close/>
                  </a:path>
                </a:pathLst>
              </a:custGeom>
              <a:solidFill>
                <a:srgbClr val="CAC45D"/>
              </a:solidFill>
              <a:ln w="2811"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a:endParaRPr>
              </a:p>
            </p:txBody>
          </p:sp>
          <p:sp>
            <p:nvSpPr>
              <p:cNvPr id="74" name="Freeform: Shape 12">
                <a:extLst>
                  <a:ext uri="{FF2B5EF4-FFF2-40B4-BE49-F238E27FC236}">
                    <a16:creationId xmlns:a16="http://schemas.microsoft.com/office/drawing/2014/main" id="{4A94916A-5E27-DDF1-8A56-7F200EBB2D58}"/>
                  </a:ext>
                </a:extLst>
              </p:cNvPr>
              <p:cNvSpPr/>
              <p:nvPr/>
            </p:nvSpPr>
            <p:spPr>
              <a:xfrm>
                <a:off x="10771548" y="2760809"/>
                <a:ext cx="1185547" cy="2942500"/>
              </a:xfrm>
              <a:custGeom>
                <a:avLst/>
                <a:gdLst>
                  <a:gd name="connsiteX0" fmla="*/ 569171 w 629743"/>
                  <a:gd name="connsiteY0" fmla="*/ 142671 h 1563008"/>
                  <a:gd name="connsiteX1" fmla="*/ 491780 w 629743"/>
                  <a:gd name="connsiteY1" fmla="*/ 138868 h 1563008"/>
                  <a:gd name="connsiteX2" fmla="*/ 428475 w 629743"/>
                  <a:gd name="connsiteY2" fmla="*/ 145545 h 1563008"/>
                  <a:gd name="connsiteX3" fmla="*/ 397147 w 629743"/>
                  <a:gd name="connsiteY3" fmla="*/ 150419 h 1563008"/>
                  <a:gd name="connsiteX4" fmla="*/ 335195 w 629743"/>
                  <a:gd name="connsiteY4" fmla="*/ 159913 h 1563008"/>
                  <a:gd name="connsiteX5" fmla="*/ 332574 w 629743"/>
                  <a:gd name="connsiteY5" fmla="*/ 160307 h 1563008"/>
                  <a:gd name="connsiteX6" fmla="*/ 318009 w 629743"/>
                  <a:gd name="connsiteY6" fmla="*/ 174929 h 1563008"/>
                  <a:gd name="connsiteX7" fmla="*/ 308430 w 629743"/>
                  <a:gd name="connsiteY7" fmla="*/ 178676 h 1563008"/>
                  <a:gd name="connsiteX8" fmla="*/ 264650 w 629743"/>
                  <a:gd name="connsiteY8" fmla="*/ 178113 h 1563008"/>
                  <a:gd name="connsiteX9" fmla="*/ 262959 w 629743"/>
                  <a:gd name="connsiteY9" fmla="*/ 177690 h 1563008"/>
                  <a:gd name="connsiteX10" fmla="*/ 232645 w 629743"/>
                  <a:gd name="connsiteY10" fmla="*/ 182508 h 1563008"/>
                  <a:gd name="connsiteX11" fmla="*/ 226137 w 629743"/>
                  <a:gd name="connsiteY11" fmla="*/ 189579 h 1563008"/>
                  <a:gd name="connsiteX12" fmla="*/ 225968 w 629743"/>
                  <a:gd name="connsiteY12" fmla="*/ 202088 h 1563008"/>
                  <a:gd name="connsiteX13" fmla="*/ 225968 w 629743"/>
                  <a:gd name="connsiteY13" fmla="*/ 925568 h 1563008"/>
                  <a:gd name="connsiteX14" fmla="*/ 225799 w 629743"/>
                  <a:gd name="connsiteY14" fmla="*/ 938978 h 1563008"/>
                  <a:gd name="connsiteX15" fmla="*/ 219742 w 629743"/>
                  <a:gd name="connsiteY15" fmla="*/ 948670 h 1563008"/>
                  <a:gd name="connsiteX16" fmla="*/ 219601 w 629743"/>
                  <a:gd name="connsiteY16" fmla="*/ 900438 h 1563008"/>
                  <a:gd name="connsiteX17" fmla="*/ 221883 w 629743"/>
                  <a:gd name="connsiteY17" fmla="*/ 952248 h 1563008"/>
                  <a:gd name="connsiteX18" fmla="*/ 222362 w 629743"/>
                  <a:gd name="connsiteY18" fmla="*/ 961151 h 1563008"/>
                  <a:gd name="connsiteX19" fmla="*/ 222362 w 629743"/>
                  <a:gd name="connsiteY19" fmla="*/ 1528130 h 1563008"/>
                  <a:gd name="connsiteX20" fmla="*/ 220953 w 629743"/>
                  <a:gd name="connsiteY20" fmla="*/ 1540470 h 1563008"/>
                  <a:gd name="connsiteX21" fmla="*/ 210360 w 629743"/>
                  <a:gd name="connsiteY21" fmla="*/ 1547795 h 1563008"/>
                  <a:gd name="connsiteX22" fmla="*/ 142745 w 629743"/>
                  <a:gd name="connsiteY22" fmla="*/ 1562163 h 1563008"/>
                  <a:gd name="connsiteX23" fmla="*/ 125194 w 629743"/>
                  <a:gd name="connsiteY23" fmla="*/ 1563008 h 1563008"/>
                  <a:gd name="connsiteX24" fmla="*/ 112657 w 629743"/>
                  <a:gd name="connsiteY24" fmla="*/ 1559599 h 1563008"/>
                  <a:gd name="connsiteX25" fmla="*/ 58875 w 629743"/>
                  <a:gd name="connsiteY25" fmla="*/ 1549739 h 1563008"/>
                  <a:gd name="connsiteX26" fmla="*/ 40900 w 629743"/>
                  <a:gd name="connsiteY26" fmla="*/ 1546640 h 1563008"/>
                  <a:gd name="connsiteX27" fmla="*/ 31913 w 629743"/>
                  <a:gd name="connsiteY27" fmla="*/ 1534497 h 1563008"/>
                  <a:gd name="connsiteX28" fmla="*/ 29913 w 629743"/>
                  <a:gd name="connsiteY28" fmla="*/ 1527229 h 1563008"/>
                  <a:gd name="connsiteX29" fmla="*/ 25236 w 629743"/>
                  <a:gd name="connsiteY29" fmla="*/ 1499366 h 1563008"/>
                  <a:gd name="connsiteX30" fmla="*/ 24616 w 629743"/>
                  <a:gd name="connsiteY30" fmla="*/ 1315256 h 1563008"/>
                  <a:gd name="connsiteX31" fmla="*/ 20982 w 629743"/>
                  <a:gd name="connsiteY31" fmla="*/ 1102043 h 1563008"/>
                  <a:gd name="connsiteX32" fmla="*/ 17827 w 629743"/>
                  <a:gd name="connsiteY32" fmla="*/ 899536 h 1563008"/>
                  <a:gd name="connsiteX33" fmla="*/ 13742 w 629743"/>
                  <a:gd name="connsiteY33" fmla="*/ 672942 h 1563008"/>
                  <a:gd name="connsiteX34" fmla="*/ 10389 w 629743"/>
                  <a:gd name="connsiteY34" fmla="*/ 452573 h 1563008"/>
                  <a:gd name="connsiteX35" fmla="*/ 6783 w 629743"/>
                  <a:gd name="connsiteY35" fmla="*/ 271534 h 1563008"/>
                  <a:gd name="connsiteX36" fmla="*/ 3881 w 629743"/>
                  <a:gd name="connsiteY36" fmla="*/ 215611 h 1563008"/>
                  <a:gd name="connsiteX37" fmla="*/ 4445 w 629743"/>
                  <a:gd name="connsiteY37" fmla="*/ 204032 h 1563008"/>
                  <a:gd name="connsiteX38" fmla="*/ 4247 w 629743"/>
                  <a:gd name="connsiteY38" fmla="*/ 94186 h 1563008"/>
                  <a:gd name="connsiteX39" fmla="*/ 303 w 629743"/>
                  <a:gd name="connsiteY39" fmla="*/ 32064 h 1563008"/>
                  <a:gd name="connsiteX40" fmla="*/ 9572 w 629743"/>
                  <a:gd name="connsiteY40" fmla="*/ 15442 h 1563008"/>
                  <a:gd name="connsiteX41" fmla="*/ 19602 w 629743"/>
                  <a:gd name="connsiteY41" fmla="*/ 14259 h 1563008"/>
                  <a:gd name="connsiteX42" fmla="*/ 44507 w 629743"/>
                  <a:gd name="connsiteY42" fmla="*/ 11357 h 1563008"/>
                  <a:gd name="connsiteX43" fmla="*/ 112460 w 629743"/>
                  <a:gd name="connsiteY43" fmla="*/ 2624 h 1563008"/>
                  <a:gd name="connsiteX44" fmla="*/ 187907 w 629743"/>
                  <a:gd name="connsiteY44" fmla="*/ 3074 h 1563008"/>
                  <a:gd name="connsiteX45" fmla="*/ 199514 w 629743"/>
                  <a:gd name="connsiteY45" fmla="*/ 3328 h 1563008"/>
                  <a:gd name="connsiteX46" fmla="*/ 348859 w 629743"/>
                  <a:gd name="connsiteY46" fmla="*/ 3553 h 1563008"/>
                  <a:gd name="connsiteX47" fmla="*/ 546238 w 629743"/>
                  <a:gd name="connsiteY47" fmla="*/ 6991 h 1563008"/>
                  <a:gd name="connsiteX48" fmla="*/ 555028 w 629743"/>
                  <a:gd name="connsiteY48" fmla="*/ 8343 h 1563008"/>
                  <a:gd name="connsiteX49" fmla="*/ 568579 w 629743"/>
                  <a:gd name="connsiteY49" fmla="*/ 11526 h 1563008"/>
                  <a:gd name="connsiteX50" fmla="*/ 623685 w 629743"/>
                  <a:gd name="connsiteY50" fmla="*/ 11526 h 1563008"/>
                  <a:gd name="connsiteX51" fmla="*/ 628446 w 629743"/>
                  <a:gd name="connsiteY51" fmla="*/ 23246 h 1563008"/>
                  <a:gd name="connsiteX52" fmla="*/ 584469 w 629743"/>
                  <a:gd name="connsiteY52" fmla="*/ 42066 h 1563008"/>
                  <a:gd name="connsiteX53" fmla="*/ 573988 w 629743"/>
                  <a:gd name="connsiteY53" fmla="*/ 48320 h 1563008"/>
                  <a:gd name="connsiteX54" fmla="*/ 572213 w 629743"/>
                  <a:gd name="connsiteY54" fmla="*/ 59674 h 1563008"/>
                  <a:gd name="connsiteX55" fmla="*/ 572185 w 629743"/>
                  <a:gd name="connsiteY55" fmla="*/ 131149 h 1563008"/>
                  <a:gd name="connsiteX56" fmla="*/ 569171 w 629743"/>
                  <a:gd name="connsiteY56" fmla="*/ 142671 h 15630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629743" h="1563008">
                    <a:moveTo>
                      <a:pt x="569171" y="142671"/>
                    </a:moveTo>
                    <a:cubicBezTo>
                      <a:pt x="543252" y="143967"/>
                      <a:pt x="517727" y="138502"/>
                      <a:pt x="491780" y="138868"/>
                    </a:cubicBezTo>
                    <a:cubicBezTo>
                      <a:pt x="470340" y="139150"/>
                      <a:pt x="449520" y="142446"/>
                      <a:pt x="428475" y="145545"/>
                    </a:cubicBezTo>
                    <a:cubicBezTo>
                      <a:pt x="418051" y="147066"/>
                      <a:pt x="407627" y="149066"/>
                      <a:pt x="397147" y="150419"/>
                    </a:cubicBezTo>
                    <a:cubicBezTo>
                      <a:pt x="376440" y="153123"/>
                      <a:pt x="355592" y="155067"/>
                      <a:pt x="335195" y="159913"/>
                    </a:cubicBezTo>
                    <a:cubicBezTo>
                      <a:pt x="334321" y="160110"/>
                      <a:pt x="333392" y="160448"/>
                      <a:pt x="332574" y="160307"/>
                    </a:cubicBezTo>
                    <a:cubicBezTo>
                      <a:pt x="320770" y="158307"/>
                      <a:pt x="316967" y="164167"/>
                      <a:pt x="318009" y="174929"/>
                    </a:cubicBezTo>
                    <a:cubicBezTo>
                      <a:pt x="315643" y="178282"/>
                      <a:pt x="312037" y="178704"/>
                      <a:pt x="308430" y="178676"/>
                    </a:cubicBezTo>
                    <a:cubicBezTo>
                      <a:pt x="293837" y="178564"/>
                      <a:pt x="279215" y="179493"/>
                      <a:pt x="264650" y="178113"/>
                    </a:cubicBezTo>
                    <a:cubicBezTo>
                      <a:pt x="264058" y="178056"/>
                      <a:pt x="263241" y="177465"/>
                      <a:pt x="262959" y="177690"/>
                    </a:cubicBezTo>
                    <a:cubicBezTo>
                      <a:pt x="253888" y="185832"/>
                      <a:pt x="242759" y="181043"/>
                      <a:pt x="232645" y="182508"/>
                    </a:cubicBezTo>
                    <a:cubicBezTo>
                      <a:pt x="228335" y="183128"/>
                      <a:pt x="226391" y="185438"/>
                      <a:pt x="226137" y="189579"/>
                    </a:cubicBezTo>
                    <a:cubicBezTo>
                      <a:pt x="225884" y="193749"/>
                      <a:pt x="225968" y="197918"/>
                      <a:pt x="225968" y="202088"/>
                    </a:cubicBezTo>
                    <a:cubicBezTo>
                      <a:pt x="225968" y="443248"/>
                      <a:pt x="225968" y="684408"/>
                      <a:pt x="225968" y="925568"/>
                    </a:cubicBezTo>
                    <a:cubicBezTo>
                      <a:pt x="225968" y="930048"/>
                      <a:pt x="226109" y="934527"/>
                      <a:pt x="225799" y="938978"/>
                    </a:cubicBezTo>
                    <a:cubicBezTo>
                      <a:pt x="225546" y="942500"/>
                      <a:pt x="224982" y="945965"/>
                      <a:pt x="219742" y="948670"/>
                    </a:cubicBezTo>
                    <a:cubicBezTo>
                      <a:pt x="219460" y="931175"/>
                      <a:pt x="219714" y="914806"/>
                      <a:pt x="219601" y="900438"/>
                    </a:cubicBezTo>
                    <a:cubicBezTo>
                      <a:pt x="221094" y="916356"/>
                      <a:pt x="216812" y="934414"/>
                      <a:pt x="221883" y="952248"/>
                    </a:cubicBezTo>
                    <a:cubicBezTo>
                      <a:pt x="222700" y="955121"/>
                      <a:pt x="222362" y="958164"/>
                      <a:pt x="222362" y="961151"/>
                    </a:cubicBezTo>
                    <a:cubicBezTo>
                      <a:pt x="222390" y="1150134"/>
                      <a:pt x="222390" y="1339118"/>
                      <a:pt x="222362" y="1528130"/>
                    </a:cubicBezTo>
                    <a:cubicBezTo>
                      <a:pt x="222362" y="1532272"/>
                      <a:pt x="222728" y="1536498"/>
                      <a:pt x="220953" y="1540470"/>
                    </a:cubicBezTo>
                    <a:cubicBezTo>
                      <a:pt x="218643" y="1544668"/>
                      <a:pt x="214812" y="1546950"/>
                      <a:pt x="210360" y="1547795"/>
                    </a:cubicBezTo>
                    <a:cubicBezTo>
                      <a:pt x="187709" y="1552077"/>
                      <a:pt x="165340" y="1557684"/>
                      <a:pt x="142745" y="1562163"/>
                    </a:cubicBezTo>
                    <a:cubicBezTo>
                      <a:pt x="136942" y="1563318"/>
                      <a:pt x="130941" y="1560445"/>
                      <a:pt x="125194" y="1563008"/>
                    </a:cubicBezTo>
                    <a:cubicBezTo>
                      <a:pt x="121390" y="1560445"/>
                      <a:pt x="116967" y="1560445"/>
                      <a:pt x="112657" y="1559599"/>
                    </a:cubicBezTo>
                    <a:cubicBezTo>
                      <a:pt x="94767" y="1556162"/>
                      <a:pt x="76511" y="1554725"/>
                      <a:pt x="58875" y="1549739"/>
                    </a:cubicBezTo>
                    <a:cubicBezTo>
                      <a:pt x="53015" y="1548077"/>
                      <a:pt x="46591" y="1547063"/>
                      <a:pt x="40900" y="1546640"/>
                    </a:cubicBezTo>
                    <a:cubicBezTo>
                      <a:pt x="31096" y="1545907"/>
                      <a:pt x="31998" y="1540695"/>
                      <a:pt x="31913" y="1534497"/>
                    </a:cubicBezTo>
                    <a:cubicBezTo>
                      <a:pt x="31885" y="1531962"/>
                      <a:pt x="32787" y="1529032"/>
                      <a:pt x="29913" y="1527229"/>
                    </a:cubicBezTo>
                    <a:cubicBezTo>
                      <a:pt x="25743" y="1518383"/>
                      <a:pt x="25236" y="1509001"/>
                      <a:pt x="25236" y="1499366"/>
                    </a:cubicBezTo>
                    <a:cubicBezTo>
                      <a:pt x="25405" y="1437977"/>
                      <a:pt x="27997" y="1376447"/>
                      <a:pt x="24616" y="1315256"/>
                    </a:cubicBezTo>
                    <a:cubicBezTo>
                      <a:pt x="20672" y="1244119"/>
                      <a:pt x="25687" y="1172898"/>
                      <a:pt x="20982" y="1102043"/>
                    </a:cubicBezTo>
                    <a:cubicBezTo>
                      <a:pt x="16503" y="1034456"/>
                      <a:pt x="21517" y="966926"/>
                      <a:pt x="17827" y="899536"/>
                    </a:cubicBezTo>
                    <a:cubicBezTo>
                      <a:pt x="13685" y="823977"/>
                      <a:pt x="17996" y="748276"/>
                      <a:pt x="13742" y="672942"/>
                    </a:cubicBezTo>
                    <a:cubicBezTo>
                      <a:pt x="9572" y="599382"/>
                      <a:pt x="15150" y="525851"/>
                      <a:pt x="10389" y="452573"/>
                    </a:cubicBezTo>
                    <a:cubicBezTo>
                      <a:pt x="6473" y="392142"/>
                      <a:pt x="9966" y="331768"/>
                      <a:pt x="6783" y="271534"/>
                    </a:cubicBezTo>
                    <a:cubicBezTo>
                      <a:pt x="5797" y="252940"/>
                      <a:pt x="4078" y="234290"/>
                      <a:pt x="3881" y="215611"/>
                    </a:cubicBezTo>
                    <a:cubicBezTo>
                      <a:pt x="3825" y="211723"/>
                      <a:pt x="3881" y="207863"/>
                      <a:pt x="4445" y="204032"/>
                    </a:cubicBezTo>
                    <a:cubicBezTo>
                      <a:pt x="3261" y="167407"/>
                      <a:pt x="3346" y="130782"/>
                      <a:pt x="4247" y="94186"/>
                    </a:cubicBezTo>
                    <a:cubicBezTo>
                      <a:pt x="4755" y="73225"/>
                      <a:pt x="-1415" y="52969"/>
                      <a:pt x="303" y="32064"/>
                    </a:cubicBezTo>
                    <a:cubicBezTo>
                      <a:pt x="895" y="24908"/>
                      <a:pt x="1627" y="18288"/>
                      <a:pt x="9572" y="15442"/>
                    </a:cubicBezTo>
                    <a:cubicBezTo>
                      <a:pt x="12868" y="14710"/>
                      <a:pt x="16165" y="13808"/>
                      <a:pt x="19602" y="14259"/>
                    </a:cubicBezTo>
                    <a:cubicBezTo>
                      <a:pt x="28194" y="15780"/>
                      <a:pt x="36590" y="15696"/>
                      <a:pt x="44507" y="11357"/>
                    </a:cubicBezTo>
                    <a:cubicBezTo>
                      <a:pt x="67383" y="10202"/>
                      <a:pt x="89921" y="5892"/>
                      <a:pt x="112460" y="2624"/>
                    </a:cubicBezTo>
                    <a:cubicBezTo>
                      <a:pt x="137900" y="-1095"/>
                      <a:pt x="162776" y="-785"/>
                      <a:pt x="187907" y="3074"/>
                    </a:cubicBezTo>
                    <a:cubicBezTo>
                      <a:pt x="191738" y="3666"/>
                      <a:pt x="195654" y="3328"/>
                      <a:pt x="199514" y="3328"/>
                    </a:cubicBezTo>
                    <a:cubicBezTo>
                      <a:pt x="249295" y="3328"/>
                      <a:pt x="299077" y="2483"/>
                      <a:pt x="348859" y="3553"/>
                    </a:cubicBezTo>
                    <a:cubicBezTo>
                      <a:pt x="414642" y="4962"/>
                      <a:pt x="480398" y="8286"/>
                      <a:pt x="546238" y="6991"/>
                    </a:cubicBezTo>
                    <a:cubicBezTo>
                      <a:pt x="549224" y="6934"/>
                      <a:pt x="552183" y="7244"/>
                      <a:pt x="555028" y="8343"/>
                    </a:cubicBezTo>
                    <a:cubicBezTo>
                      <a:pt x="559113" y="11188"/>
                      <a:pt x="563762" y="11526"/>
                      <a:pt x="568579" y="11526"/>
                    </a:cubicBezTo>
                    <a:cubicBezTo>
                      <a:pt x="586948" y="11442"/>
                      <a:pt x="605317" y="11442"/>
                      <a:pt x="623685" y="11526"/>
                    </a:cubicBezTo>
                    <a:cubicBezTo>
                      <a:pt x="627460" y="11555"/>
                      <a:pt x="632024" y="21669"/>
                      <a:pt x="628446" y="23246"/>
                    </a:cubicBezTo>
                    <a:cubicBezTo>
                      <a:pt x="613825" y="29642"/>
                      <a:pt x="599316" y="36234"/>
                      <a:pt x="584469" y="42066"/>
                    </a:cubicBezTo>
                    <a:cubicBezTo>
                      <a:pt x="580665" y="43559"/>
                      <a:pt x="576524" y="44630"/>
                      <a:pt x="573988" y="48320"/>
                    </a:cubicBezTo>
                    <a:cubicBezTo>
                      <a:pt x="571904" y="51898"/>
                      <a:pt x="572213" y="55814"/>
                      <a:pt x="572213" y="59674"/>
                    </a:cubicBezTo>
                    <a:cubicBezTo>
                      <a:pt x="572213" y="83508"/>
                      <a:pt x="572270" y="107314"/>
                      <a:pt x="572185" y="131149"/>
                    </a:cubicBezTo>
                    <a:cubicBezTo>
                      <a:pt x="572072" y="135093"/>
                      <a:pt x="573002" y="139516"/>
                      <a:pt x="569171" y="142671"/>
                    </a:cubicBezTo>
                    <a:close/>
                  </a:path>
                </a:pathLst>
              </a:custGeom>
              <a:solidFill>
                <a:srgbClr val="9C2689"/>
              </a:solidFill>
              <a:ln w="2811"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a:endParaRPr>
              </a:p>
            </p:txBody>
          </p:sp>
          <p:sp>
            <p:nvSpPr>
              <p:cNvPr id="75" name="Freeform: Shape 13">
                <a:extLst>
                  <a:ext uri="{FF2B5EF4-FFF2-40B4-BE49-F238E27FC236}">
                    <a16:creationId xmlns:a16="http://schemas.microsoft.com/office/drawing/2014/main" id="{FCCDA697-02EB-6183-0087-FCDE6A37FFFE}"/>
                  </a:ext>
                </a:extLst>
              </p:cNvPr>
              <p:cNvSpPr/>
              <p:nvPr/>
            </p:nvSpPr>
            <p:spPr>
              <a:xfrm>
                <a:off x="10569416" y="3133761"/>
                <a:ext cx="262834" cy="2516787"/>
              </a:xfrm>
              <a:custGeom>
                <a:avLst/>
                <a:gdLst>
                  <a:gd name="connsiteX0" fmla="*/ 114744 w 139613"/>
                  <a:gd name="connsiteY0" fmla="*/ 5503 h 1336876"/>
                  <a:gd name="connsiteX1" fmla="*/ 115336 w 139613"/>
                  <a:gd name="connsiteY1" fmla="*/ 33197 h 1336876"/>
                  <a:gd name="connsiteX2" fmla="*/ 119393 w 139613"/>
                  <a:gd name="connsiteY2" fmla="*/ 226773 h 1336876"/>
                  <a:gd name="connsiteX3" fmla="*/ 123112 w 139613"/>
                  <a:gd name="connsiteY3" fmla="*/ 455988 h 1336876"/>
                  <a:gd name="connsiteX4" fmla="*/ 126464 w 139613"/>
                  <a:gd name="connsiteY4" fmla="*/ 656664 h 1336876"/>
                  <a:gd name="connsiteX5" fmla="*/ 130324 w 139613"/>
                  <a:gd name="connsiteY5" fmla="*/ 884977 h 1336876"/>
                  <a:gd name="connsiteX6" fmla="*/ 133733 w 139613"/>
                  <a:gd name="connsiteY6" fmla="*/ 1085709 h 1336876"/>
                  <a:gd name="connsiteX7" fmla="*/ 136832 w 139613"/>
                  <a:gd name="connsiteY7" fmla="*/ 1312388 h 1336876"/>
                  <a:gd name="connsiteX8" fmla="*/ 137311 w 139613"/>
                  <a:gd name="connsiteY8" fmla="*/ 1329151 h 1336876"/>
                  <a:gd name="connsiteX9" fmla="*/ 119646 w 139613"/>
                  <a:gd name="connsiteY9" fmla="*/ 1333856 h 1336876"/>
                  <a:gd name="connsiteX10" fmla="*/ 76429 w 139613"/>
                  <a:gd name="connsiteY10" fmla="*/ 1331574 h 1336876"/>
                  <a:gd name="connsiteX11" fmla="*/ 40988 w 139613"/>
                  <a:gd name="connsiteY11" fmla="*/ 1322418 h 1336876"/>
                  <a:gd name="connsiteX12" fmla="*/ 21408 w 139613"/>
                  <a:gd name="connsiteY12" fmla="*/ 1317910 h 1336876"/>
                  <a:gd name="connsiteX13" fmla="*/ 14364 w 139613"/>
                  <a:gd name="connsiteY13" fmla="*/ 1309261 h 1336876"/>
                  <a:gd name="connsiteX14" fmla="*/ 14477 w 139613"/>
                  <a:gd name="connsiteY14" fmla="*/ 1295879 h 1336876"/>
                  <a:gd name="connsiteX15" fmla="*/ 12618 w 139613"/>
                  <a:gd name="connsiteY15" fmla="*/ 1134307 h 1336876"/>
                  <a:gd name="connsiteX16" fmla="*/ 11406 w 139613"/>
                  <a:gd name="connsiteY16" fmla="*/ 1125630 h 1336876"/>
                  <a:gd name="connsiteX17" fmla="*/ 10786 w 139613"/>
                  <a:gd name="connsiteY17" fmla="*/ 1075369 h 1336876"/>
                  <a:gd name="connsiteX18" fmla="*/ 7490 w 139613"/>
                  <a:gd name="connsiteY18" fmla="*/ 1066438 h 1336876"/>
                  <a:gd name="connsiteX19" fmla="*/ 8025 w 139613"/>
                  <a:gd name="connsiteY19" fmla="*/ 1009614 h 1336876"/>
                  <a:gd name="connsiteX20" fmla="*/ 8392 w 139613"/>
                  <a:gd name="connsiteY20" fmla="*/ 925743 h 1336876"/>
                  <a:gd name="connsiteX21" fmla="*/ 7490 w 139613"/>
                  <a:gd name="connsiteY21" fmla="*/ 904360 h 1336876"/>
                  <a:gd name="connsiteX22" fmla="*/ 6504 w 139613"/>
                  <a:gd name="connsiteY22" fmla="*/ 901176 h 1336876"/>
                  <a:gd name="connsiteX23" fmla="*/ 6307 w 139613"/>
                  <a:gd name="connsiteY23" fmla="*/ 878215 h 1336876"/>
                  <a:gd name="connsiteX24" fmla="*/ 6307 w 139613"/>
                  <a:gd name="connsiteY24" fmla="*/ 850070 h 1336876"/>
                  <a:gd name="connsiteX25" fmla="*/ 6307 w 139613"/>
                  <a:gd name="connsiteY25" fmla="*/ 824969 h 1336876"/>
                  <a:gd name="connsiteX26" fmla="*/ 6251 w 139613"/>
                  <a:gd name="connsiteY26" fmla="*/ 796288 h 1336876"/>
                  <a:gd name="connsiteX27" fmla="*/ 6589 w 139613"/>
                  <a:gd name="connsiteY27" fmla="*/ 768792 h 1336876"/>
                  <a:gd name="connsiteX28" fmla="*/ 4757 w 139613"/>
                  <a:gd name="connsiteY28" fmla="*/ 719940 h 1336876"/>
                  <a:gd name="connsiteX29" fmla="*/ 4391 w 139613"/>
                  <a:gd name="connsiteY29" fmla="*/ 691232 h 1336876"/>
                  <a:gd name="connsiteX30" fmla="*/ 4110 w 139613"/>
                  <a:gd name="connsiteY30" fmla="*/ 679286 h 1336876"/>
                  <a:gd name="connsiteX31" fmla="*/ 3828 w 139613"/>
                  <a:gd name="connsiteY31" fmla="*/ 630406 h 1336876"/>
                  <a:gd name="connsiteX32" fmla="*/ 3912 w 139613"/>
                  <a:gd name="connsiteY32" fmla="*/ 607248 h 1336876"/>
                  <a:gd name="connsiteX33" fmla="*/ 7293 w 139613"/>
                  <a:gd name="connsiteY33" fmla="*/ 596599 h 1336876"/>
                  <a:gd name="connsiteX34" fmla="*/ 6983 w 139613"/>
                  <a:gd name="connsiteY34" fmla="*/ 450663 h 1336876"/>
                  <a:gd name="connsiteX35" fmla="*/ 6645 w 139613"/>
                  <a:gd name="connsiteY35" fmla="*/ 441761 h 1336876"/>
                  <a:gd name="connsiteX36" fmla="*/ 3095 w 139613"/>
                  <a:gd name="connsiteY36" fmla="*/ 335690 h 1336876"/>
                  <a:gd name="connsiteX37" fmla="*/ 475 w 139613"/>
                  <a:gd name="connsiteY37" fmla="*/ 204657 h 1336876"/>
                  <a:gd name="connsiteX38" fmla="*/ 278 w 139613"/>
                  <a:gd name="connsiteY38" fmla="*/ 38409 h 1336876"/>
                  <a:gd name="connsiteX39" fmla="*/ 14336 w 139613"/>
                  <a:gd name="connsiteY39" fmla="*/ 19054 h 1336876"/>
                  <a:gd name="connsiteX40" fmla="*/ 71386 w 139613"/>
                  <a:gd name="connsiteY40" fmla="*/ 1390 h 1336876"/>
                  <a:gd name="connsiteX41" fmla="*/ 85360 w 139613"/>
                  <a:gd name="connsiteY41" fmla="*/ 855 h 1336876"/>
                  <a:gd name="connsiteX42" fmla="*/ 103109 w 139613"/>
                  <a:gd name="connsiteY42" fmla="*/ 2010 h 1336876"/>
                  <a:gd name="connsiteX43" fmla="*/ 114744 w 139613"/>
                  <a:gd name="connsiteY43" fmla="*/ 5503 h 1336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139613" h="1336876">
                    <a:moveTo>
                      <a:pt x="114744" y="5503"/>
                    </a:moveTo>
                    <a:cubicBezTo>
                      <a:pt x="114913" y="14744"/>
                      <a:pt x="114688" y="23985"/>
                      <a:pt x="115336" y="33197"/>
                    </a:cubicBezTo>
                    <a:cubicBezTo>
                      <a:pt x="119816" y="97685"/>
                      <a:pt x="115956" y="162370"/>
                      <a:pt x="119393" y="226773"/>
                    </a:cubicBezTo>
                    <a:cubicBezTo>
                      <a:pt x="123450" y="303206"/>
                      <a:pt x="119055" y="379696"/>
                      <a:pt x="123112" y="455988"/>
                    </a:cubicBezTo>
                    <a:cubicBezTo>
                      <a:pt x="126690" y="522899"/>
                      <a:pt x="122830" y="589894"/>
                      <a:pt x="126464" y="656664"/>
                    </a:cubicBezTo>
                    <a:cubicBezTo>
                      <a:pt x="130634" y="732787"/>
                      <a:pt x="126352" y="808966"/>
                      <a:pt x="130324" y="884977"/>
                    </a:cubicBezTo>
                    <a:cubicBezTo>
                      <a:pt x="133818" y="951916"/>
                      <a:pt x="130042" y="1018911"/>
                      <a:pt x="133733" y="1085709"/>
                    </a:cubicBezTo>
                    <a:cubicBezTo>
                      <a:pt x="137903" y="1161269"/>
                      <a:pt x="135057" y="1236856"/>
                      <a:pt x="136832" y="1312388"/>
                    </a:cubicBezTo>
                    <a:cubicBezTo>
                      <a:pt x="136973" y="1317938"/>
                      <a:pt x="142692" y="1323488"/>
                      <a:pt x="137311" y="1329151"/>
                    </a:cubicBezTo>
                    <a:cubicBezTo>
                      <a:pt x="130859" y="1328559"/>
                      <a:pt x="124802" y="1331574"/>
                      <a:pt x="119646" y="1333856"/>
                    </a:cubicBezTo>
                    <a:cubicBezTo>
                      <a:pt x="104405" y="1340561"/>
                      <a:pt x="90572" y="1334419"/>
                      <a:pt x="76429" y="1331574"/>
                    </a:cubicBezTo>
                    <a:cubicBezTo>
                      <a:pt x="64484" y="1329151"/>
                      <a:pt x="52933" y="1324897"/>
                      <a:pt x="40988" y="1322418"/>
                    </a:cubicBezTo>
                    <a:cubicBezTo>
                      <a:pt x="34452" y="1321065"/>
                      <a:pt x="28535" y="1317713"/>
                      <a:pt x="21408" y="1317910"/>
                    </a:cubicBezTo>
                    <a:cubicBezTo>
                      <a:pt x="17435" y="1318023"/>
                      <a:pt x="14083" y="1314445"/>
                      <a:pt x="14364" y="1309261"/>
                    </a:cubicBezTo>
                    <a:cubicBezTo>
                      <a:pt x="14590" y="1304809"/>
                      <a:pt x="14533" y="1300330"/>
                      <a:pt x="14477" y="1295879"/>
                    </a:cubicBezTo>
                    <a:cubicBezTo>
                      <a:pt x="13885" y="1242012"/>
                      <a:pt x="13266" y="1188174"/>
                      <a:pt x="12618" y="1134307"/>
                    </a:cubicBezTo>
                    <a:cubicBezTo>
                      <a:pt x="12589" y="1131377"/>
                      <a:pt x="13209" y="1128306"/>
                      <a:pt x="11406" y="1125630"/>
                    </a:cubicBezTo>
                    <a:cubicBezTo>
                      <a:pt x="11209" y="1108867"/>
                      <a:pt x="10984" y="1092104"/>
                      <a:pt x="10786" y="1075369"/>
                    </a:cubicBezTo>
                    <a:cubicBezTo>
                      <a:pt x="8448" y="1072862"/>
                      <a:pt x="7462" y="1069819"/>
                      <a:pt x="7490" y="1066438"/>
                    </a:cubicBezTo>
                    <a:cubicBezTo>
                      <a:pt x="7659" y="1047506"/>
                      <a:pt x="6730" y="1028546"/>
                      <a:pt x="8025" y="1009614"/>
                    </a:cubicBezTo>
                    <a:cubicBezTo>
                      <a:pt x="8025" y="981666"/>
                      <a:pt x="8702" y="953690"/>
                      <a:pt x="8392" y="925743"/>
                    </a:cubicBezTo>
                    <a:cubicBezTo>
                      <a:pt x="8307" y="918615"/>
                      <a:pt x="8871" y="911431"/>
                      <a:pt x="7490" y="904360"/>
                    </a:cubicBezTo>
                    <a:cubicBezTo>
                      <a:pt x="7124" y="903317"/>
                      <a:pt x="6814" y="902247"/>
                      <a:pt x="6504" y="901176"/>
                    </a:cubicBezTo>
                    <a:cubicBezTo>
                      <a:pt x="5152" y="893541"/>
                      <a:pt x="5687" y="885878"/>
                      <a:pt x="6307" y="878215"/>
                    </a:cubicBezTo>
                    <a:cubicBezTo>
                      <a:pt x="5236" y="868834"/>
                      <a:pt x="5434" y="859452"/>
                      <a:pt x="6307" y="850070"/>
                    </a:cubicBezTo>
                    <a:cubicBezTo>
                      <a:pt x="5293" y="841703"/>
                      <a:pt x="5462" y="833336"/>
                      <a:pt x="6307" y="824969"/>
                    </a:cubicBezTo>
                    <a:cubicBezTo>
                      <a:pt x="5124" y="815418"/>
                      <a:pt x="5715" y="805839"/>
                      <a:pt x="6251" y="796288"/>
                    </a:cubicBezTo>
                    <a:cubicBezTo>
                      <a:pt x="4870" y="787104"/>
                      <a:pt x="6222" y="777976"/>
                      <a:pt x="6589" y="768792"/>
                    </a:cubicBezTo>
                    <a:cubicBezTo>
                      <a:pt x="7237" y="752480"/>
                      <a:pt x="5969" y="736196"/>
                      <a:pt x="4757" y="719940"/>
                    </a:cubicBezTo>
                    <a:cubicBezTo>
                      <a:pt x="3123" y="710389"/>
                      <a:pt x="3997" y="700810"/>
                      <a:pt x="4391" y="691232"/>
                    </a:cubicBezTo>
                    <a:cubicBezTo>
                      <a:pt x="3659" y="687259"/>
                      <a:pt x="3828" y="683287"/>
                      <a:pt x="4110" y="679286"/>
                    </a:cubicBezTo>
                    <a:cubicBezTo>
                      <a:pt x="4391" y="662974"/>
                      <a:pt x="3546" y="646690"/>
                      <a:pt x="3828" y="630406"/>
                    </a:cubicBezTo>
                    <a:cubicBezTo>
                      <a:pt x="3969" y="622687"/>
                      <a:pt x="3799" y="614968"/>
                      <a:pt x="3912" y="607248"/>
                    </a:cubicBezTo>
                    <a:cubicBezTo>
                      <a:pt x="3969" y="603360"/>
                      <a:pt x="3969" y="599444"/>
                      <a:pt x="7293" y="596599"/>
                    </a:cubicBezTo>
                    <a:cubicBezTo>
                      <a:pt x="7180" y="547944"/>
                      <a:pt x="7096" y="499290"/>
                      <a:pt x="6983" y="450663"/>
                    </a:cubicBezTo>
                    <a:cubicBezTo>
                      <a:pt x="6335" y="447705"/>
                      <a:pt x="6532" y="444719"/>
                      <a:pt x="6645" y="441761"/>
                    </a:cubicBezTo>
                    <a:cubicBezTo>
                      <a:pt x="8307" y="406319"/>
                      <a:pt x="6786" y="370737"/>
                      <a:pt x="3095" y="335690"/>
                    </a:cubicBezTo>
                    <a:cubicBezTo>
                      <a:pt x="-1497" y="291909"/>
                      <a:pt x="1179" y="248325"/>
                      <a:pt x="475" y="204657"/>
                    </a:cubicBezTo>
                    <a:cubicBezTo>
                      <a:pt x="-426" y="149269"/>
                      <a:pt x="222" y="93825"/>
                      <a:pt x="278" y="38409"/>
                    </a:cubicBezTo>
                    <a:cubicBezTo>
                      <a:pt x="278" y="23844"/>
                      <a:pt x="757" y="23646"/>
                      <a:pt x="14336" y="19054"/>
                    </a:cubicBezTo>
                    <a:cubicBezTo>
                      <a:pt x="33212" y="12687"/>
                      <a:pt x="52173" y="6658"/>
                      <a:pt x="71386" y="1390"/>
                    </a:cubicBezTo>
                    <a:cubicBezTo>
                      <a:pt x="76148" y="94"/>
                      <a:pt x="80599" y="-695"/>
                      <a:pt x="85360" y="855"/>
                    </a:cubicBezTo>
                    <a:cubicBezTo>
                      <a:pt x="91164" y="2770"/>
                      <a:pt x="97193" y="1784"/>
                      <a:pt x="103109" y="2010"/>
                    </a:cubicBezTo>
                    <a:cubicBezTo>
                      <a:pt x="107391" y="2094"/>
                      <a:pt x="111561" y="2094"/>
                      <a:pt x="114744" y="5503"/>
                    </a:cubicBezTo>
                    <a:close/>
                  </a:path>
                </a:pathLst>
              </a:custGeom>
              <a:solidFill>
                <a:srgbClr val="ED1F32"/>
              </a:solidFill>
              <a:ln w="2811"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a:endParaRPr>
              </a:p>
            </p:txBody>
          </p:sp>
          <p:sp>
            <p:nvSpPr>
              <p:cNvPr id="76" name="Freeform: Shape 14">
                <a:extLst>
                  <a:ext uri="{FF2B5EF4-FFF2-40B4-BE49-F238E27FC236}">
                    <a16:creationId xmlns:a16="http://schemas.microsoft.com/office/drawing/2014/main" id="{75E4B1ED-8A46-4F34-194B-1276E5458542}"/>
                  </a:ext>
                </a:extLst>
              </p:cNvPr>
              <p:cNvSpPr/>
              <p:nvPr/>
            </p:nvSpPr>
            <p:spPr>
              <a:xfrm>
                <a:off x="11845289" y="2787165"/>
                <a:ext cx="152437" cy="3134607"/>
              </a:xfrm>
              <a:custGeom>
                <a:avLst/>
                <a:gdLst>
                  <a:gd name="connsiteX0" fmla="*/ 733 w 80972"/>
                  <a:gd name="connsiteY0" fmla="*/ 30742 h 1665052"/>
                  <a:gd name="connsiteX1" fmla="*/ 66291 w 80972"/>
                  <a:gd name="connsiteY1" fmla="*/ 2119 h 1665052"/>
                  <a:gd name="connsiteX2" fmla="*/ 73616 w 80972"/>
                  <a:gd name="connsiteY2" fmla="*/ 5556 h 1665052"/>
                  <a:gd name="connsiteX3" fmla="*/ 78574 w 80972"/>
                  <a:gd name="connsiteY3" fmla="*/ 1357574 h 1665052"/>
                  <a:gd name="connsiteX4" fmla="*/ 80969 w 80972"/>
                  <a:gd name="connsiteY4" fmla="*/ 1655277 h 1665052"/>
                  <a:gd name="connsiteX5" fmla="*/ 70629 w 80972"/>
                  <a:gd name="connsiteY5" fmla="*/ 1664630 h 1665052"/>
                  <a:gd name="connsiteX6" fmla="*/ 20960 w 80972"/>
                  <a:gd name="connsiteY6" fmla="*/ 1658883 h 1665052"/>
                  <a:gd name="connsiteX7" fmla="*/ 13185 w 80972"/>
                  <a:gd name="connsiteY7" fmla="*/ 1649388 h 1665052"/>
                  <a:gd name="connsiteX8" fmla="*/ 12762 w 80972"/>
                  <a:gd name="connsiteY8" fmla="*/ 1613637 h 1665052"/>
                  <a:gd name="connsiteX9" fmla="*/ 12565 w 80972"/>
                  <a:gd name="connsiteY9" fmla="*/ 1513595 h 1665052"/>
                  <a:gd name="connsiteX10" fmla="*/ 0 w 80972"/>
                  <a:gd name="connsiteY10" fmla="*/ 34179 h 1665052"/>
                  <a:gd name="connsiteX11" fmla="*/ 733 w 80972"/>
                  <a:gd name="connsiteY11" fmla="*/ 30742 h 1665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0972" h="1665052">
                    <a:moveTo>
                      <a:pt x="733" y="30742"/>
                    </a:moveTo>
                    <a:cubicBezTo>
                      <a:pt x="22595" y="21192"/>
                      <a:pt x="44457" y="11669"/>
                      <a:pt x="66291" y="2119"/>
                    </a:cubicBezTo>
                    <a:cubicBezTo>
                      <a:pt x="71559" y="-2784"/>
                      <a:pt x="72883" y="1865"/>
                      <a:pt x="73616" y="5556"/>
                    </a:cubicBezTo>
                    <a:cubicBezTo>
                      <a:pt x="75081" y="12852"/>
                      <a:pt x="77306" y="1145685"/>
                      <a:pt x="78574" y="1357574"/>
                    </a:cubicBezTo>
                    <a:cubicBezTo>
                      <a:pt x="79166" y="1456798"/>
                      <a:pt x="80039" y="1556052"/>
                      <a:pt x="80969" y="1655277"/>
                    </a:cubicBezTo>
                    <a:cubicBezTo>
                      <a:pt x="81054" y="1663165"/>
                      <a:pt x="79870" y="1666264"/>
                      <a:pt x="70629" y="1664630"/>
                    </a:cubicBezTo>
                    <a:cubicBezTo>
                      <a:pt x="54261" y="1661700"/>
                      <a:pt x="37583" y="1660122"/>
                      <a:pt x="20960" y="1658883"/>
                    </a:cubicBezTo>
                    <a:cubicBezTo>
                      <a:pt x="13861" y="1658347"/>
                      <a:pt x="13016" y="1655502"/>
                      <a:pt x="13185" y="1649388"/>
                    </a:cubicBezTo>
                    <a:cubicBezTo>
                      <a:pt x="13551" y="1637500"/>
                      <a:pt x="12959" y="1625554"/>
                      <a:pt x="12762" y="1613637"/>
                    </a:cubicBezTo>
                    <a:cubicBezTo>
                      <a:pt x="12847" y="1580280"/>
                      <a:pt x="14932" y="1546783"/>
                      <a:pt x="12565" y="1513595"/>
                    </a:cubicBezTo>
                    <a:cubicBezTo>
                      <a:pt x="8114" y="1451164"/>
                      <a:pt x="0" y="64409"/>
                      <a:pt x="0" y="34179"/>
                    </a:cubicBezTo>
                    <a:cubicBezTo>
                      <a:pt x="28" y="32968"/>
                      <a:pt x="197" y="31841"/>
                      <a:pt x="733" y="30742"/>
                    </a:cubicBezTo>
                    <a:close/>
                  </a:path>
                </a:pathLst>
              </a:custGeom>
              <a:solidFill>
                <a:srgbClr val="BFB3B4"/>
              </a:solidFill>
              <a:ln w="2811"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a:endParaRPr>
              </a:p>
            </p:txBody>
          </p:sp>
          <p:sp>
            <p:nvSpPr>
              <p:cNvPr id="77" name="Freeform: Shape 20">
                <a:extLst>
                  <a:ext uri="{FF2B5EF4-FFF2-40B4-BE49-F238E27FC236}">
                    <a16:creationId xmlns:a16="http://schemas.microsoft.com/office/drawing/2014/main" id="{503AD2D7-4771-2756-D918-563766B2DEA2}"/>
                  </a:ext>
                </a:extLst>
              </p:cNvPr>
              <p:cNvSpPr/>
              <p:nvPr/>
            </p:nvSpPr>
            <p:spPr>
              <a:xfrm>
                <a:off x="10118423" y="2782080"/>
                <a:ext cx="674644" cy="1199881"/>
              </a:xfrm>
              <a:custGeom>
                <a:avLst/>
                <a:gdLst>
                  <a:gd name="connsiteX0" fmla="*/ 354304 w 358360"/>
                  <a:gd name="connsiteY0" fmla="*/ 192310 h 637357"/>
                  <a:gd name="connsiteX1" fmla="*/ 319792 w 358360"/>
                  <a:gd name="connsiteY1" fmla="*/ 190084 h 637357"/>
                  <a:gd name="connsiteX2" fmla="*/ 306184 w 358360"/>
                  <a:gd name="connsiteY2" fmla="*/ 192789 h 637357"/>
                  <a:gd name="connsiteX3" fmla="*/ 247979 w 358360"/>
                  <a:gd name="connsiteY3" fmla="*/ 210510 h 637357"/>
                  <a:gd name="connsiteX4" fmla="*/ 243387 w 358360"/>
                  <a:gd name="connsiteY4" fmla="*/ 216003 h 637357"/>
                  <a:gd name="connsiteX5" fmla="*/ 243331 w 358360"/>
                  <a:gd name="connsiteY5" fmla="*/ 224033 h 637357"/>
                  <a:gd name="connsiteX6" fmla="*/ 244711 w 358360"/>
                  <a:gd name="connsiteY6" fmla="*/ 501029 h 637357"/>
                  <a:gd name="connsiteX7" fmla="*/ 246852 w 358360"/>
                  <a:gd name="connsiteY7" fmla="*/ 627553 h 637357"/>
                  <a:gd name="connsiteX8" fmla="*/ 246514 w 358360"/>
                  <a:gd name="connsiteY8" fmla="*/ 637357 h 637357"/>
                  <a:gd name="connsiteX9" fmla="*/ 245500 w 358360"/>
                  <a:gd name="connsiteY9" fmla="*/ 583068 h 637357"/>
                  <a:gd name="connsiteX10" fmla="*/ 236034 w 358360"/>
                  <a:gd name="connsiteY10" fmla="*/ 541710 h 637357"/>
                  <a:gd name="connsiteX11" fmla="*/ 160756 w 358360"/>
                  <a:gd name="connsiteY11" fmla="*/ 327371 h 637357"/>
                  <a:gd name="connsiteX12" fmla="*/ 147177 w 358360"/>
                  <a:gd name="connsiteY12" fmla="*/ 320694 h 637357"/>
                  <a:gd name="connsiteX13" fmla="*/ 12792 w 358360"/>
                  <a:gd name="connsiteY13" fmla="*/ 368306 h 637357"/>
                  <a:gd name="connsiteX14" fmla="*/ 7608 w 358360"/>
                  <a:gd name="connsiteY14" fmla="*/ 369377 h 637357"/>
                  <a:gd name="connsiteX15" fmla="*/ 3636 w 358360"/>
                  <a:gd name="connsiteY15" fmla="*/ 355488 h 637357"/>
                  <a:gd name="connsiteX16" fmla="*/ 2988 w 358360"/>
                  <a:gd name="connsiteY16" fmla="*/ 241472 h 637357"/>
                  <a:gd name="connsiteX17" fmla="*/ 1 w 358360"/>
                  <a:gd name="connsiteY17" fmla="*/ 151854 h 637357"/>
                  <a:gd name="connsiteX18" fmla="*/ 3438 w 358360"/>
                  <a:gd name="connsiteY18" fmla="*/ 138443 h 637357"/>
                  <a:gd name="connsiteX19" fmla="*/ 2171 w 358360"/>
                  <a:gd name="connsiteY19" fmla="*/ 26794 h 637357"/>
                  <a:gd name="connsiteX20" fmla="*/ 19469 w 358360"/>
                  <a:gd name="connsiteY20" fmla="*/ 14004 h 637357"/>
                  <a:gd name="connsiteX21" fmla="*/ 85252 w 358360"/>
                  <a:gd name="connsiteY21" fmla="*/ 5552 h 637357"/>
                  <a:gd name="connsiteX22" fmla="*/ 134752 w 358360"/>
                  <a:gd name="connsiteY22" fmla="*/ 565 h 637357"/>
                  <a:gd name="connsiteX23" fmla="*/ 179125 w 358360"/>
                  <a:gd name="connsiteY23" fmla="*/ 2594 h 637357"/>
                  <a:gd name="connsiteX24" fmla="*/ 349092 w 358360"/>
                  <a:gd name="connsiteY24" fmla="*/ 3101 h 637357"/>
                  <a:gd name="connsiteX25" fmla="*/ 358361 w 358360"/>
                  <a:gd name="connsiteY25" fmla="*/ 6200 h 637357"/>
                  <a:gd name="connsiteX26" fmla="*/ 351205 w 358360"/>
                  <a:gd name="connsiteY26" fmla="*/ 19667 h 637357"/>
                  <a:gd name="connsiteX27" fmla="*/ 354445 w 358360"/>
                  <a:gd name="connsiteY27" fmla="*/ 183379 h 637357"/>
                  <a:gd name="connsiteX28" fmla="*/ 354304 w 358360"/>
                  <a:gd name="connsiteY28" fmla="*/ 192310 h 637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58360" h="637357">
                    <a:moveTo>
                      <a:pt x="354304" y="192310"/>
                    </a:moveTo>
                    <a:cubicBezTo>
                      <a:pt x="342866" y="191240"/>
                      <a:pt x="331287" y="193493"/>
                      <a:pt x="319792" y="190084"/>
                    </a:cubicBezTo>
                    <a:cubicBezTo>
                      <a:pt x="315848" y="188929"/>
                      <a:pt x="310608" y="191352"/>
                      <a:pt x="306184" y="192789"/>
                    </a:cubicBezTo>
                    <a:cubicBezTo>
                      <a:pt x="286886" y="199100"/>
                      <a:pt x="267672" y="205608"/>
                      <a:pt x="247979" y="210510"/>
                    </a:cubicBezTo>
                    <a:cubicBezTo>
                      <a:pt x="244711" y="211327"/>
                      <a:pt x="243472" y="213017"/>
                      <a:pt x="243387" y="216003"/>
                    </a:cubicBezTo>
                    <a:cubicBezTo>
                      <a:pt x="243303" y="218680"/>
                      <a:pt x="243331" y="221356"/>
                      <a:pt x="243331" y="224033"/>
                    </a:cubicBezTo>
                    <a:cubicBezTo>
                      <a:pt x="243584" y="316384"/>
                      <a:pt x="242485" y="408734"/>
                      <a:pt x="244711" y="501029"/>
                    </a:cubicBezTo>
                    <a:cubicBezTo>
                      <a:pt x="245725" y="543204"/>
                      <a:pt x="245754" y="585378"/>
                      <a:pt x="246852" y="627553"/>
                    </a:cubicBezTo>
                    <a:cubicBezTo>
                      <a:pt x="246937" y="630821"/>
                      <a:pt x="246655" y="634089"/>
                      <a:pt x="246514" y="637357"/>
                    </a:cubicBezTo>
                    <a:cubicBezTo>
                      <a:pt x="244260" y="619299"/>
                      <a:pt x="244937" y="601127"/>
                      <a:pt x="245500" y="583068"/>
                    </a:cubicBezTo>
                    <a:cubicBezTo>
                      <a:pt x="245951" y="568165"/>
                      <a:pt x="240711" y="555093"/>
                      <a:pt x="236034" y="541710"/>
                    </a:cubicBezTo>
                    <a:cubicBezTo>
                      <a:pt x="210988" y="470236"/>
                      <a:pt x="185633" y="398902"/>
                      <a:pt x="160756" y="327371"/>
                    </a:cubicBezTo>
                    <a:cubicBezTo>
                      <a:pt x="158051" y="319567"/>
                      <a:pt x="155600" y="317595"/>
                      <a:pt x="147177" y="320694"/>
                    </a:cubicBezTo>
                    <a:cubicBezTo>
                      <a:pt x="102551" y="337006"/>
                      <a:pt x="57643" y="352529"/>
                      <a:pt x="12792" y="368306"/>
                    </a:cubicBezTo>
                    <a:cubicBezTo>
                      <a:pt x="11158" y="368898"/>
                      <a:pt x="9355" y="369039"/>
                      <a:pt x="7608" y="369377"/>
                    </a:cubicBezTo>
                    <a:cubicBezTo>
                      <a:pt x="2650" y="365799"/>
                      <a:pt x="3664" y="360418"/>
                      <a:pt x="3636" y="355488"/>
                    </a:cubicBezTo>
                    <a:cubicBezTo>
                      <a:pt x="3523" y="317454"/>
                      <a:pt x="5411" y="279336"/>
                      <a:pt x="2988" y="241472"/>
                    </a:cubicBezTo>
                    <a:cubicBezTo>
                      <a:pt x="1100" y="211580"/>
                      <a:pt x="58" y="181773"/>
                      <a:pt x="1" y="151854"/>
                    </a:cubicBezTo>
                    <a:cubicBezTo>
                      <a:pt x="1" y="147093"/>
                      <a:pt x="-168" y="142275"/>
                      <a:pt x="3438" y="138443"/>
                    </a:cubicBezTo>
                    <a:cubicBezTo>
                      <a:pt x="3213" y="101227"/>
                      <a:pt x="4791" y="63982"/>
                      <a:pt x="2171" y="26794"/>
                    </a:cubicBezTo>
                    <a:cubicBezTo>
                      <a:pt x="1635" y="19075"/>
                      <a:pt x="6735" y="14314"/>
                      <a:pt x="19469" y="14004"/>
                    </a:cubicBezTo>
                    <a:cubicBezTo>
                      <a:pt x="41725" y="13440"/>
                      <a:pt x="63531" y="9045"/>
                      <a:pt x="85252" y="5552"/>
                    </a:cubicBezTo>
                    <a:cubicBezTo>
                      <a:pt x="101734" y="2904"/>
                      <a:pt x="118327" y="2875"/>
                      <a:pt x="134752" y="565"/>
                    </a:cubicBezTo>
                    <a:cubicBezTo>
                      <a:pt x="149261" y="-1463"/>
                      <a:pt x="164221" y="2622"/>
                      <a:pt x="179125" y="2594"/>
                    </a:cubicBezTo>
                    <a:cubicBezTo>
                      <a:pt x="235780" y="2509"/>
                      <a:pt x="292436" y="2847"/>
                      <a:pt x="349092" y="3101"/>
                    </a:cubicBezTo>
                    <a:cubicBezTo>
                      <a:pt x="352388" y="3129"/>
                      <a:pt x="356501" y="1495"/>
                      <a:pt x="358361" y="6200"/>
                    </a:cubicBezTo>
                    <a:cubicBezTo>
                      <a:pt x="351796" y="8482"/>
                      <a:pt x="350782" y="13497"/>
                      <a:pt x="351205" y="19667"/>
                    </a:cubicBezTo>
                    <a:cubicBezTo>
                      <a:pt x="355121" y="74181"/>
                      <a:pt x="354276" y="128780"/>
                      <a:pt x="354445" y="183379"/>
                    </a:cubicBezTo>
                    <a:cubicBezTo>
                      <a:pt x="354557" y="186366"/>
                      <a:pt x="354388" y="189324"/>
                      <a:pt x="354304" y="192310"/>
                    </a:cubicBezTo>
                    <a:close/>
                  </a:path>
                </a:pathLst>
              </a:custGeom>
              <a:solidFill>
                <a:srgbClr val="5A4958"/>
              </a:solidFill>
              <a:ln w="2811"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a:endParaRPr>
              </a:p>
            </p:txBody>
          </p:sp>
          <p:sp>
            <p:nvSpPr>
              <p:cNvPr id="78" name="Freeform: Shape 21">
                <a:extLst>
                  <a:ext uri="{FF2B5EF4-FFF2-40B4-BE49-F238E27FC236}">
                    <a16:creationId xmlns:a16="http://schemas.microsoft.com/office/drawing/2014/main" id="{C1E80CEE-22DA-6602-68E8-E4A6C8F2FA1B}"/>
                  </a:ext>
                </a:extLst>
              </p:cNvPr>
              <p:cNvSpPr/>
              <p:nvPr/>
            </p:nvSpPr>
            <p:spPr>
              <a:xfrm>
                <a:off x="10063796" y="3042687"/>
                <a:ext cx="68950" cy="458431"/>
              </a:xfrm>
              <a:custGeom>
                <a:avLst/>
                <a:gdLst>
                  <a:gd name="connsiteX0" fmla="*/ 32484 w 36625"/>
                  <a:gd name="connsiteY0" fmla="*/ 14 h 243511"/>
                  <a:gd name="connsiteX1" fmla="*/ 33329 w 36625"/>
                  <a:gd name="connsiteY1" fmla="*/ 69713 h 243511"/>
                  <a:gd name="connsiteX2" fmla="*/ 36625 w 36625"/>
                  <a:gd name="connsiteY2" fmla="*/ 230975 h 243511"/>
                  <a:gd name="connsiteX3" fmla="*/ 564 w 36625"/>
                  <a:gd name="connsiteY3" fmla="*/ 243512 h 243511"/>
                  <a:gd name="connsiteX4" fmla="*/ 0 w 36625"/>
                  <a:gd name="connsiteY4" fmla="*/ 18185 h 243511"/>
                  <a:gd name="connsiteX5" fmla="*/ 8509 w 36625"/>
                  <a:gd name="connsiteY5" fmla="*/ 5310 h 243511"/>
                  <a:gd name="connsiteX6" fmla="*/ 32484 w 36625"/>
                  <a:gd name="connsiteY6" fmla="*/ 14 h 2435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625" h="243511">
                    <a:moveTo>
                      <a:pt x="32484" y="14"/>
                    </a:moveTo>
                    <a:cubicBezTo>
                      <a:pt x="32653" y="23256"/>
                      <a:pt x="31131" y="46668"/>
                      <a:pt x="33329" y="69713"/>
                    </a:cubicBezTo>
                    <a:cubicBezTo>
                      <a:pt x="38485" y="123439"/>
                      <a:pt x="34512" y="177249"/>
                      <a:pt x="36625" y="230975"/>
                    </a:cubicBezTo>
                    <a:cubicBezTo>
                      <a:pt x="24933" y="236102"/>
                      <a:pt x="13044" y="240695"/>
                      <a:pt x="564" y="243512"/>
                    </a:cubicBezTo>
                    <a:cubicBezTo>
                      <a:pt x="451" y="168403"/>
                      <a:pt x="451" y="93294"/>
                      <a:pt x="0" y="18185"/>
                    </a:cubicBezTo>
                    <a:cubicBezTo>
                      <a:pt x="-28" y="11085"/>
                      <a:pt x="2001" y="6437"/>
                      <a:pt x="8509" y="5310"/>
                    </a:cubicBezTo>
                    <a:cubicBezTo>
                      <a:pt x="16622" y="3930"/>
                      <a:pt x="24088" y="-268"/>
                      <a:pt x="32484" y="14"/>
                    </a:cubicBezTo>
                    <a:close/>
                  </a:path>
                </a:pathLst>
              </a:custGeom>
              <a:solidFill>
                <a:srgbClr val="506B31"/>
              </a:solidFill>
              <a:ln w="2811"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a:endParaRPr>
              </a:p>
            </p:txBody>
          </p:sp>
          <p:sp>
            <p:nvSpPr>
              <p:cNvPr id="79" name="Freeform: Shape 23">
                <a:extLst>
                  <a:ext uri="{FF2B5EF4-FFF2-40B4-BE49-F238E27FC236}">
                    <a16:creationId xmlns:a16="http://schemas.microsoft.com/office/drawing/2014/main" id="{E27F1DDE-44BC-D372-B6C1-CA65F9330BA6}"/>
                  </a:ext>
                </a:extLst>
              </p:cNvPr>
              <p:cNvSpPr/>
              <p:nvPr/>
            </p:nvSpPr>
            <p:spPr>
              <a:xfrm>
                <a:off x="11182581" y="3089578"/>
                <a:ext cx="209105" cy="2657539"/>
              </a:xfrm>
              <a:custGeom>
                <a:avLst/>
                <a:gdLst>
                  <a:gd name="connsiteX0" fmla="*/ 111030 w 111073"/>
                  <a:gd name="connsiteY0" fmla="*/ 1411642 h 1411641"/>
                  <a:gd name="connsiteX1" fmla="*/ 44119 w 111073"/>
                  <a:gd name="connsiteY1" fmla="*/ 1398992 h 1411641"/>
                  <a:gd name="connsiteX2" fmla="*/ 6818 w 111073"/>
                  <a:gd name="connsiteY2" fmla="*/ 1391667 h 1411641"/>
                  <a:gd name="connsiteX3" fmla="*/ 85 w 111073"/>
                  <a:gd name="connsiteY3" fmla="*/ 1383272 h 1411641"/>
                  <a:gd name="connsiteX4" fmla="*/ 0 w 111073"/>
                  <a:gd name="connsiteY4" fmla="*/ 1367269 h 1411641"/>
                  <a:gd name="connsiteX5" fmla="*/ 451 w 111073"/>
                  <a:gd name="connsiteY5" fmla="*/ 1135688 h 1411641"/>
                  <a:gd name="connsiteX6" fmla="*/ 1211 w 111073"/>
                  <a:gd name="connsiteY6" fmla="*/ 722561 h 1411641"/>
                  <a:gd name="connsiteX7" fmla="*/ 2085 w 111073"/>
                  <a:gd name="connsiteY7" fmla="*/ 717208 h 1411641"/>
                  <a:gd name="connsiteX8" fmla="*/ 2085 w 111073"/>
                  <a:gd name="connsiteY8" fmla="*/ 770708 h 1411641"/>
                  <a:gd name="connsiteX9" fmla="*/ 3465 w 111073"/>
                  <a:gd name="connsiteY9" fmla="*/ 770708 h 1411641"/>
                  <a:gd name="connsiteX10" fmla="*/ 3465 w 111073"/>
                  <a:gd name="connsiteY10" fmla="*/ 652128 h 1411641"/>
                  <a:gd name="connsiteX11" fmla="*/ 4029 w 111073"/>
                  <a:gd name="connsiteY11" fmla="*/ 13674 h 1411641"/>
                  <a:gd name="connsiteX12" fmla="*/ 13974 w 111073"/>
                  <a:gd name="connsiteY12" fmla="*/ 3757 h 1411641"/>
                  <a:gd name="connsiteX13" fmla="*/ 99704 w 111073"/>
                  <a:gd name="connsiteY13" fmla="*/ 292 h 1411641"/>
                  <a:gd name="connsiteX14" fmla="*/ 100465 w 111073"/>
                  <a:gd name="connsiteY14" fmla="*/ 10913 h 1411641"/>
                  <a:gd name="connsiteX15" fmla="*/ 101197 w 111073"/>
                  <a:gd name="connsiteY15" fmla="*/ 165582 h 1411641"/>
                  <a:gd name="connsiteX16" fmla="*/ 102916 w 111073"/>
                  <a:gd name="connsiteY16" fmla="*/ 365807 h 1411641"/>
                  <a:gd name="connsiteX17" fmla="*/ 104719 w 111073"/>
                  <a:gd name="connsiteY17" fmla="*/ 623251 h 1411641"/>
                  <a:gd name="connsiteX18" fmla="*/ 106522 w 111073"/>
                  <a:gd name="connsiteY18" fmla="*/ 819898 h 1411641"/>
                  <a:gd name="connsiteX19" fmla="*/ 108353 w 111073"/>
                  <a:gd name="connsiteY19" fmla="*/ 1067510 h 1411641"/>
                  <a:gd name="connsiteX20" fmla="*/ 110156 w 111073"/>
                  <a:gd name="connsiteY20" fmla="*/ 1264157 h 1411641"/>
                  <a:gd name="connsiteX21" fmla="*/ 111030 w 111073"/>
                  <a:gd name="connsiteY21" fmla="*/ 1411642 h 1411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11073" h="1411641">
                    <a:moveTo>
                      <a:pt x="111030" y="1411642"/>
                    </a:moveTo>
                    <a:cubicBezTo>
                      <a:pt x="88716" y="1407472"/>
                      <a:pt x="66319" y="1403641"/>
                      <a:pt x="44119" y="1398992"/>
                    </a:cubicBezTo>
                    <a:cubicBezTo>
                      <a:pt x="31695" y="1396400"/>
                      <a:pt x="19355" y="1393498"/>
                      <a:pt x="6818" y="1391667"/>
                    </a:cubicBezTo>
                    <a:cubicBezTo>
                      <a:pt x="1916" y="1390963"/>
                      <a:pt x="-282" y="1388484"/>
                      <a:pt x="85" y="1383272"/>
                    </a:cubicBezTo>
                    <a:cubicBezTo>
                      <a:pt x="451" y="1377975"/>
                      <a:pt x="56" y="1372622"/>
                      <a:pt x="0" y="1367269"/>
                    </a:cubicBezTo>
                    <a:cubicBezTo>
                      <a:pt x="141" y="1290076"/>
                      <a:pt x="310" y="1212882"/>
                      <a:pt x="451" y="1135688"/>
                    </a:cubicBezTo>
                    <a:cubicBezTo>
                      <a:pt x="704" y="997979"/>
                      <a:pt x="958" y="860270"/>
                      <a:pt x="1211" y="722561"/>
                    </a:cubicBezTo>
                    <a:cubicBezTo>
                      <a:pt x="1211" y="720786"/>
                      <a:pt x="1211" y="719011"/>
                      <a:pt x="2085" y="717208"/>
                    </a:cubicBezTo>
                    <a:cubicBezTo>
                      <a:pt x="2085" y="735041"/>
                      <a:pt x="2085" y="752875"/>
                      <a:pt x="2085" y="770708"/>
                    </a:cubicBezTo>
                    <a:cubicBezTo>
                      <a:pt x="2536" y="770708"/>
                      <a:pt x="3015" y="770708"/>
                      <a:pt x="3465" y="770708"/>
                    </a:cubicBezTo>
                    <a:cubicBezTo>
                      <a:pt x="3465" y="731181"/>
                      <a:pt x="3437" y="691655"/>
                      <a:pt x="3465" y="652128"/>
                    </a:cubicBezTo>
                    <a:cubicBezTo>
                      <a:pt x="3719" y="439310"/>
                      <a:pt x="4029" y="226492"/>
                      <a:pt x="4029" y="13674"/>
                    </a:cubicBezTo>
                    <a:cubicBezTo>
                      <a:pt x="4029" y="5532"/>
                      <a:pt x="6452" y="3870"/>
                      <a:pt x="13974" y="3757"/>
                    </a:cubicBezTo>
                    <a:cubicBezTo>
                      <a:pt x="42569" y="3334"/>
                      <a:pt x="71024" y="-1173"/>
                      <a:pt x="99704" y="292"/>
                    </a:cubicBezTo>
                    <a:cubicBezTo>
                      <a:pt x="99957" y="3842"/>
                      <a:pt x="100465" y="7363"/>
                      <a:pt x="100465" y="10913"/>
                    </a:cubicBezTo>
                    <a:cubicBezTo>
                      <a:pt x="100662" y="62469"/>
                      <a:pt x="99986" y="114054"/>
                      <a:pt x="101197" y="165582"/>
                    </a:cubicBezTo>
                    <a:cubicBezTo>
                      <a:pt x="102747" y="232324"/>
                      <a:pt x="101310" y="299094"/>
                      <a:pt x="102916" y="365807"/>
                    </a:cubicBezTo>
                    <a:cubicBezTo>
                      <a:pt x="105000" y="451622"/>
                      <a:pt x="103000" y="537465"/>
                      <a:pt x="104719" y="623251"/>
                    </a:cubicBezTo>
                    <a:cubicBezTo>
                      <a:pt x="106015" y="688809"/>
                      <a:pt x="104972" y="754368"/>
                      <a:pt x="106522" y="819898"/>
                    </a:cubicBezTo>
                    <a:cubicBezTo>
                      <a:pt x="108494" y="902445"/>
                      <a:pt x="106465" y="984991"/>
                      <a:pt x="108353" y="1067510"/>
                    </a:cubicBezTo>
                    <a:cubicBezTo>
                      <a:pt x="109846" y="1133068"/>
                      <a:pt x="108607" y="1198626"/>
                      <a:pt x="110156" y="1264157"/>
                    </a:cubicBezTo>
                    <a:cubicBezTo>
                      <a:pt x="111255" y="1313318"/>
                      <a:pt x="111086" y="1362480"/>
                      <a:pt x="111030" y="1411642"/>
                    </a:cubicBezTo>
                    <a:close/>
                  </a:path>
                </a:pathLst>
              </a:custGeom>
              <a:solidFill>
                <a:srgbClr val="589C43"/>
              </a:solidFill>
              <a:ln w="2811"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a:endParaRPr>
              </a:p>
            </p:txBody>
          </p:sp>
          <p:sp>
            <p:nvSpPr>
              <p:cNvPr id="80" name="Freeform: Shape 24">
                <a:extLst>
                  <a:ext uri="{FF2B5EF4-FFF2-40B4-BE49-F238E27FC236}">
                    <a16:creationId xmlns:a16="http://schemas.microsoft.com/office/drawing/2014/main" id="{3676798B-C0E2-0BDA-8480-67EAD5133293}"/>
                  </a:ext>
                </a:extLst>
              </p:cNvPr>
              <p:cNvSpPr/>
              <p:nvPr/>
            </p:nvSpPr>
            <p:spPr>
              <a:xfrm>
                <a:off x="11843115" y="2845039"/>
                <a:ext cx="4296" cy="184996"/>
              </a:xfrm>
              <a:custGeom>
                <a:avLst/>
                <a:gdLst>
                  <a:gd name="connsiteX0" fmla="*/ 1888 w 2282"/>
                  <a:gd name="connsiteY0" fmla="*/ 0 h 98267"/>
                  <a:gd name="connsiteX1" fmla="*/ 2282 w 2282"/>
                  <a:gd name="connsiteY1" fmla="*/ 98267 h 98267"/>
                  <a:gd name="connsiteX2" fmla="*/ 0 w 2282"/>
                  <a:gd name="connsiteY2" fmla="*/ 97929 h 98267"/>
                  <a:gd name="connsiteX3" fmla="*/ 338 w 2282"/>
                  <a:gd name="connsiteY3" fmla="*/ 2000 h 98267"/>
                  <a:gd name="connsiteX4" fmla="*/ 648 w 2282"/>
                  <a:gd name="connsiteY4" fmla="*/ 282 h 98267"/>
                  <a:gd name="connsiteX5" fmla="*/ 1888 w 2282"/>
                  <a:gd name="connsiteY5" fmla="*/ 0 h 982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82" h="98267">
                    <a:moveTo>
                      <a:pt x="1888" y="0"/>
                    </a:moveTo>
                    <a:cubicBezTo>
                      <a:pt x="2028" y="32765"/>
                      <a:pt x="2141" y="65502"/>
                      <a:pt x="2282" y="98267"/>
                    </a:cubicBezTo>
                    <a:cubicBezTo>
                      <a:pt x="1521" y="98154"/>
                      <a:pt x="761" y="98042"/>
                      <a:pt x="0" y="97929"/>
                    </a:cubicBezTo>
                    <a:cubicBezTo>
                      <a:pt x="113" y="65953"/>
                      <a:pt x="226" y="33977"/>
                      <a:pt x="338" y="2000"/>
                    </a:cubicBezTo>
                    <a:cubicBezTo>
                      <a:pt x="338" y="1409"/>
                      <a:pt x="394" y="789"/>
                      <a:pt x="648" y="282"/>
                    </a:cubicBezTo>
                    <a:cubicBezTo>
                      <a:pt x="789" y="28"/>
                      <a:pt x="1465" y="85"/>
                      <a:pt x="1888" y="0"/>
                    </a:cubicBezTo>
                    <a:close/>
                  </a:path>
                </a:pathLst>
              </a:custGeom>
              <a:solidFill>
                <a:srgbClr val="752A67"/>
              </a:solidFill>
              <a:ln w="2811"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a:endParaRPr>
              </a:p>
            </p:txBody>
          </p:sp>
          <p:sp>
            <p:nvSpPr>
              <p:cNvPr id="81" name="Freeform: Shape 25">
                <a:extLst>
                  <a:ext uri="{FF2B5EF4-FFF2-40B4-BE49-F238E27FC236}">
                    <a16:creationId xmlns:a16="http://schemas.microsoft.com/office/drawing/2014/main" id="{CE1E9D2A-FB1D-1F45-2F69-46F7BFAF6776}"/>
                  </a:ext>
                </a:extLst>
              </p:cNvPr>
              <p:cNvSpPr/>
              <p:nvPr/>
            </p:nvSpPr>
            <p:spPr>
              <a:xfrm>
                <a:off x="10808981" y="2787602"/>
                <a:ext cx="43597" cy="6634"/>
              </a:xfrm>
              <a:custGeom>
                <a:avLst/>
                <a:gdLst>
                  <a:gd name="connsiteX0" fmla="*/ 0 w 23158"/>
                  <a:gd name="connsiteY0" fmla="*/ 3154 h 3524"/>
                  <a:gd name="connsiteX1" fmla="*/ 23158 w 23158"/>
                  <a:gd name="connsiteY1" fmla="*/ 365 h 3524"/>
                  <a:gd name="connsiteX2" fmla="*/ 0 w 23158"/>
                  <a:gd name="connsiteY2" fmla="*/ 3154 h 3524"/>
                </a:gdLst>
                <a:ahLst/>
                <a:cxnLst>
                  <a:cxn ang="0">
                    <a:pos x="connsiteX0" y="connsiteY0"/>
                  </a:cxn>
                  <a:cxn ang="0">
                    <a:pos x="connsiteX1" y="connsiteY1"/>
                  </a:cxn>
                  <a:cxn ang="0">
                    <a:pos x="connsiteX2" y="connsiteY2"/>
                  </a:cxn>
                </a:cxnLst>
                <a:rect l="l" t="t" r="r" b="b"/>
                <a:pathLst>
                  <a:path w="23158" h="3524">
                    <a:moveTo>
                      <a:pt x="0" y="3154"/>
                    </a:moveTo>
                    <a:cubicBezTo>
                      <a:pt x="7494" y="336"/>
                      <a:pt x="15213" y="-593"/>
                      <a:pt x="23158" y="365"/>
                    </a:cubicBezTo>
                    <a:cubicBezTo>
                      <a:pt x="15918" y="5379"/>
                      <a:pt x="7776" y="2844"/>
                      <a:pt x="0" y="3154"/>
                    </a:cubicBezTo>
                    <a:close/>
                  </a:path>
                </a:pathLst>
              </a:custGeom>
              <a:solidFill>
                <a:srgbClr val="5A4958"/>
              </a:solidFill>
              <a:ln w="2811"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a:endParaRPr>
              </a:p>
            </p:txBody>
          </p:sp>
          <p:sp>
            <p:nvSpPr>
              <p:cNvPr id="82" name="Rectangle 81">
                <a:extLst>
                  <a:ext uri="{FF2B5EF4-FFF2-40B4-BE49-F238E27FC236}">
                    <a16:creationId xmlns:a16="http://schemas.microsoft.com/office/drawing/2014/main" id="{BB05E6DD-0A81-817F-19E0-45564E49E3AD}"/>
                  </a:ext>
                </a:extLst>
              </p:cNvPr>
              <p:cNvSpPr/>
              <p:nvPr/>
            </p:nvSpPr>
            <p:spPr>
              <a:xfrm>
                <a:off x="11734447" y="0"/>
                <a:ext cx="247531" cy="2416804"/>
              </a:xfrm>
              <a:prstGeom prst="rect">
                <a:avLst/>
              </a:prstGeom>
              <a:solidFill>
                <a:srgbClr val="9C2689"/>
              </a:solidFill>
              <a:ln w="2811"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a:endParaRPr>
              </a:p>
            </p:txBody>
          </p:sp>
          <p:sp>
            <p:nvSpPr>
              <p:cNvPr id="83" name="Rectangle 82">
                <a:extLst>
                  <a:ext uri="{FF2B5EF4-FFF2-40B4-BE49-F238E27FC236}">
                    <a16:creationId xmlns:a16="http://schemas.microsoft.com/office/drawing/2014/main" id="{C7BA7E55-C559-07E8-48BA-92E87D72BE8B}"/>
                  </a:ext>
                </a:extLst>
              </p:cNvPr>
              <p:cNvSpPr/>
              <p:nvPr/>
            </p:nvSpPr>
            <p:spPr>
              <a:xfrm>
                <a:off x="10192910" y="169933"/>
                <a:ext cx="659668" cy="2227073"/>
              </a:xfrm>
              <a:prstGeom prst="rect">
                <a:avLst/>
              </a:prstGeom>
              <a:solidFill>
                <a:srgbClr val="CAC45D"/>
              </a:solidFill>
              <a:ln w="2811"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a:endParaRPr>
              </a:p>
            </p:txBody>
          </p:sp>
          <p:sp>
            <p:nvSpPr>
              <p:cNvPr id="84" name="Freeform: Shape 77">
                <a:extLst>
                  <a:ext uri="{FF2B5EF4-FFF2-40B4-BE49-F238E27FC236}">
                    <a16:creationId xmlns:a16="http://schemas.microsoft.com/office/drawing/2014/main" id="{F209CDD4-87F4-AEEE-C7B5-2D29268ED2F0}"/>
                  </a:ext>
                </a:extLst>
              </p:cNvPr>
              <p:cNvSpPr/>
              <p:nvPr/>
            </p:nvSpPr>
            <p:spPr>
              <a:xfrm>
                <a:off x="11210233" y="15629"/>
                <a:ext cx="512661" cy="2416805"/>
              </a:xfrm>
              <a:custGeom>
                <a:avLst/>
                <a:gdLst>
                  <a:gd name="connsiteX0" fmla="*/ 267926 w 272317"/>
                  <a:gd name="connsiteY0" fmla="*/ 1492293 h 1512846"/>
                  <a:gd name="connsiteX1" fmla="*/ 266883 w 272317"/>
                  <a:gd name="connsiteY1" fmla="*/ 1492744 h 1512846"/>
                  <a:gd name="connsiteX2" fmla="*/ 256544 w 272317"/>
                  <a:gd name="connsiteY2" fmla="*/ 1497506 h 1512846"/>
                  <a:gd name="connsiteX3" fmla="*/ 191436 w 272317"/>
                  <a:gd name="connsiteY3" fmla="*/ 1508437 h 1512846"/>
                  <a:gd name="connsiteX4" fmla="*/ 172053 w 272317"/>
                  <a:gd name="connsiteY4" fmla="*/ 1508747 h 1512846"/>
                  <a:gd name="connsiteX5" fmla="*/ 161516 w 272317"/>
                  <a:gd name="connsiteY5" fmla="*/ 1510240 h 1512846"/>
                  <a:gd name="connsiteX6" fmla="*/ 98296 w 272317"/>
                  <a:gd name="connsiteY6" fmla="*/ 1502154 h 1512846"/>
                  <a:gd name="connsiteX7" fmla="*/ 21779 w 272317"/>
                  <a:gd name="connsiteY7" fmla="*/ 1481419 h 1512846"/>
                  <a:gd name="connsiteX8" fmla="*/ 14172 w 272317"/>
                  <a:gd name="connsiteY8" fmla="*/ 1472601 h 1512846"/>
                  <a:gd name="connsiteX9" fmla="*/ 11467 w 272317"/>
                  <a:gd name="connsiteY9" fmla="*/ 1450541 h 1512846"/>
                  <a:gd name="connsiteX10" fmla="*/ 10763 w 272317"/>
                  <a:gd name="connsiteY10" fmla="*/ 1432708 h 1512846"/>
                  <a:gd name="connsiteX11" fmla="*/ 8369 w 272317"/>
                  <a:gd name="connsiteY11" fmla="*/ 1129793 h 1512846"/>
                  <a:gd name="connsiteX12" fmla="*/ 6847 w 272317"/>
                  <a:gd name="connsiteY12" fmla="*/ 883195 h 1512846"/>
                  <a:gd name="connsiteX13" fmla="*/ 5072 w 272317"/>
                  <a:gd name="connsiteY13" fmla="*/ 692014 h 1512846"/>
                  <a:gd name="connsiteX14" fmla="*/ 3748 w 272317"/>
                  <a:gd name="connsiteY14" fmla="*/ 507960 h 1512846"/>
                  <a:gd name="connsiteX15" fmla="*/ 1213 w 272317"/>
                  <a:gd name="connsiteY15" fmla="*/ 225611 h 1512846"/>
                  <a:gd name="connsiteX16" fmla="*/ 57 w 272317"/>
                  <a:gd name="connsiteY16" fmla="*/ 53193 h 1512846"/>
                  <a:gd name="connsiteX17" fmla="*/ 565 w 272317"/>
                  <a:gd name="connsiteY17" fmla="*/ 40713 h 1512846"/>
                  <a:gd name="connsiteX18" fmla="*/ 15609 w 272317"/>
                  <a:gd name="connsiteY18" fmla="*/ 21499 h 1512846"/>
                  <a:gd name="connsiteX19" fmla="*/ 89281 w 272317"/>
                  <a:gd name="connsiteY19" fmla="*/ 10455 h 1512846"/>
                  <a:gd name="connsiteX20" fmla="*/ 142669 w 272317"/>
                  <a:gd name="connsiteY20" fmla="*/ 1580 h 1512846"/>
                  <a:gd name="connsiteX21" fmla="*/ 155966 w 272317"/>
                  <a:gd name="connsiteY21" fmla="*/ 341 h 1512846"/>
                  <a:gd name="connsiteX22" fmla="*/ 205917 w 272317"/>
                  <a:gd name="connsiteY22" fmla="*/ 623 h 1512846"/>
                  <a:gd name="connsiteX23" fmla="*/ 254515 w 272317"/>
                  <a:gd name="connsiteY23" fmla="*/ 5158 h 1512846"/>
                  <a:gd name="connsiteX24" fmla="*/ 257727 w 272317"/>
                  <a:gd name="connsiteY24" fmla="*/ 6539 h 1512846"/>
                  <a:gd name="connsiteX25" fmla="*/ 261502 w 272317"/>
                  <a:gd name="connsiteY25" fmla="*/ 21611 h 1512846"/>
                  <a:gd name="connsiteX26" fmla="*/ 261530 w 272317"/>
                  <a:gd name="connsiteY26" fmla="*/ 200425 h 1512846"/>
                  <a:gd name="connsiteX27" fmla="*/ 262094 w 272317"/>
                  <a:gd name="connsiteY27" fmla="*/ 338979 h 1512846"/>
                  <a:gd name="connsiteX28" fmla="*/ 264883 w 272317"/>
                  <a:gd name="connsiteY28" fmla="*/ 596987 h 1512846"/>
                  <a:gd name="connsiteX29" fmla="*/ 265981 w 272317"/>
                  <a:gd name="connsiteY29" fmla="*/ 855332 h 1512846"/>
                  <a:gd name="connsiteX30" fmla="*/ 268461 w 272317"/>
                  <a:gd name="connsiteY30" fmla="*/ 1112438 h 1512846"/>
                  <a:gd name="connsiteX31" fmla="*/ 269559 w 272317"/>
                  <a:gd name="connsiteY31" fmla="*/ 1369910 h 1512846"/>
                  <a:gd name="connsiteX32" fmla="*/ 272180 w 272317"/>
                  <a:gd name="connsiteY32" fmla="*/ 1478601 h 1512846"/>
                  <a:gd name="connsiteX33" fmla="*/ 267926 w 272317"/>
                  <a:gd name="connsiteY33" fmla="*/ 1492293 h 15128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272317" h="1512846">
                    <a:moveTo>
                      <a:pt x="267926" y="1492293"/>
                    </a:moveTo>
                    <a:cubicBezTo>
                      <a:pt x="267559" y="1492406"/>
                      <a:pt x="267221" y="1492547"/>
                      <a:pt x="266883" y="1492744"/>
                    </a:cubicBezTo>
                    <a:cubicBezTo>
                      <a:pt x="263953" y="1495477"/>
                      <a:pt x="260488" y="1496857"/>
                      <a:pt x="256544" y="1497506"/>
                    </a:cubicBezTo>
                    <a:cubicBezTo>
                      <a:pt x="234851" y="1501196"/>
                      <a:pt x="213214" y="1505140"/>
                      <a:pt x="191436" y="1508437"/>
                    </a:cubicBezTo>
                    <a:cubicBezTo>
                      <a:pt x="184984" y="1509423"/>
                      <a:pt x="178505" y="1508634"/>
                      <a:pt x="172053" y="1508747"/>
                    </a:cubicBezTo>
                    <a:cubicBezTo>
                      <a:pt x="168531" y="1509197"/>
                      <a:pt x="164841" y="1509113"/>
                      <a:pt x="161516" y="1510240"/>
                    </a:cubicBezTo>
                    <a:cubicBezTo>
                      <a:pt x="139119" y="1517705"/>
                      <a:pt x="118975" y="1507281"/>
                      <a:pt x="98296" y="1502154"/>
                    </a:cubicBezTo>
                    <a:cubicBezTo>
                      <a:pt x="72659" y="1495815"/>
                      <a:pt x="47303" y="1488237"/>
                      <a:pt x="21779" y="1481419"/>
                    </a:cubicBezTo>
                    <a:cubicBezTo>
                      <a:pt x="16933" y="1480123"/>
                      <a:pt x="13468" y="1478348"/>
                      <a:pt x="14172" y="1472601"/>
                    </a:cubicBezTo>
                    <a:cubicBezTo>
                      <a:pt x="8904" y="1465783"/>
                      <a:pt x="11073" y="1458063"/>
                      <a:pt x="11467" y="1450541"/>
                    </a:cubicBezTo>
                    <a:cubicBezTo>
                      <a:pt x="10876" y="1444597"/>
                      <a:pt x="10763" y="1438652"/>
                      <a:pt x="10763" y="1432708"/>
                    </a:cubicBezTo>
                    <a:cubicBezTo>
                      <a:pt x="11214" y="1331736"/>
                      <a:pt x="9580" y="1230736"/>
                      <a:pt x="8369" y="1129793"/>
                    </a:cubicBezTo>
                    <a:cubicBezTo>
                      <a:pt x="7382" y="1047584"/>
                      <a:pt x="9383" y="965347"/>
                      <a:pt x="6847" y="883195"/>
                    </a:cubicBezTo>
                    <a:cubicBezTo>
                      <a:pt x="4875" y="819440"/>
                      <a:pt x="7495" y="755685"/>
                      <a:pt x="5072" y="692014"/>
                    </a:cubicBezTo>
                    <a:cubicBezTo>
                      <a:pt x="2734" y="630653"/>
                      <a:pt x="4143" y="569321"/>
                      <a:pt x="3748" y="507960"/>
                    </a:cubicBezTo>
                    <a:cubicBezTo>
                      <a:pt x="3156" y="413835"/>
                      <a:pt x="2255" y="319709"/>
                      <a:pt x="1213" y="225611"/>
                    </a:cubicBezTo>
                    <a:cubicBezTo>
                      <a:pt x="593" y="168139"/>
                      <a:pt x="1015" y="110666"/>
                      <a:pt x="57" y="53193"/>
                    </a:cubicBezTo>
                    <a:cubicBezTo>
                      <a:pt x="1" y="49024"/>
                      <a:pt x="-168" y="44854"/>
                      <a:pt x="565" y="40713"/>
                    </a:cubicBezTo>
                    <a:cubicBezTo>
                      <a:pt x="-253" y="25415"/>
                      <a:pt x="593" y="24260"/>
                      <a:pt x="15609" y="21499"/>
                    </a:cubicBezTo>
                    <a:cubicBezTo>
                      <a:pt x="40035" y="17019"/>
                      <a:pt x="64686" y="14005"/>
                      <a:pt x="89281" y="10455"/>
                    </a:cubicBezTo>
                    <a:cubicBezTo>
                      <a:pt x="107086" y="7891"/>
                      <a:pt x="124976" y="5187"/>
                      <a:pt x="142669" y="1580"/>
                    </a:cubicBezTo>
                    <a:cubicBezTo>
                      <a:pt x="147064" y="679"/>
                      <a:pt x="151487" y="341"/>
                      <a:pt x="155966" y="341"/>
                    </a:cubicBezTo>
                    <a:cubicBezTo>
                      <a:pt x="172617" y="341"/>
                      <a:pt x="189351" y="-589"/>
                      <a:pt x="205917" y="623"/>
                    </a:cubicBezTo>
                    <a:cubicBezTo>
                      <a:pt x="222116" y="1806"/>
                      <a:pt x="238259" y="3947"/>
                      <a:pt x="254515" y="5158"/>
                    </a:cubicBezTo>
                    <a:cubicBezTo>
                      <a:pt x="255670" y="5440"/>
                      <a:pt x="256741" y="5891"/>
                      <a:pt x="257727" y="6539"/>
                    </a:cubicBezTo>
                    <a:cubicBezTo>
                      <a:pt x="262263" y="10737"/>
                      <a:pt x="261502" y="16315"/>
                      <a:pt x="261502" y="21611"/>
                    </a:cubicBezTo>
                    <a:cubicBezTo>
                      <a:pt x="261587" y="81225"/>
                      <a:pt x="261530" y="140811"/>
                      <a:pt x="261530" y="200425"/>
                    </a:cubicBezTo>
                    <a:cubicBezTo>
                      <a:pt x="261530" y="246628"/>
                      <a:pt x="258938" y="293001"/>
                      <a:pt x="262094" y="338979"/>
                    </a:cubicBezTo>
                    <a:cubicBezTo>
                      <a:pt x="268010" y="425019"/>
                      <a:pt x="263868" y="511003"/>
                      <a:pt x="264883" y="596987"/>
                    </a:cubicBezTo>
                    <a:cubicBezTo>
                      <a:pt x="265897" y="683111"/>
                      <a:pt x="262009" y="769377"/>
                      <a:pt x="265981" y="855332"/>
                    </a:cubicBezTo>
                    <a:cubicBezTo>
                      <a:pt x="269926" y="941119"/>
                      <a:pt x="267418" y="1026764"/>
                      <a:pt x="268461" y="1112438"/>
                    </a:cubicBezTo>
                    <a:cubicBezTo>
                      <a:pt x="269503" y="1198253"/>
                      <a:pt x="266855" y="1284152"/>
                      <a:pt x="269559" y="1369910"/>
                    </a:cubicBezTo>
                    <a:cubicBezTo>
                      <a:pt x="270686" y="1406113"/>
                      <a:pt x="271391" y="1442371"/>
                      <a:pt x="272180" y="1478601"/>
                    </a:cubicBezTo>
                    <a:cubicBezTo>
                      <a:pt x="272292" y="1483475"/>
                      <a:pt x="273250" y="1488941"/>
                      <a:pt x="267926" y="1492293"/>
                    </a:cubicBezTo>
                    <a:close/>
                  </a:path>
                </a:pathLst>
              </a:custGeom>
              <a:solidFill>
                <a:srgbClr val="BFB3B4"/>
              </a:solidFill>
              <a:ln w="2811"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a:endParaRPr>
              </a:p>
            </p:txBody>
          </p:sp>
          <p:sp>
            <p:nvSpPr>
              <p:cNvPr id="85" name="Freeform: Shape 78">
                <a:extLst>
                  <a:ext uri="{FF2B5EF4-FFF2-40B4-BE49-F238E27FC236}">
                    <a16:creationId xmlns:a16="http://schemas.microsoft.com/office/drawing/2014/main" id="{6A3BFA69-EEF5-F99C-8664-985984AC8F2E}"/>
                  </a:ext>
                </a:extLst>
              </p:cNvPr>
              <p:cNvSpPr/>
              <p:nvPr/>
            </p:nvSpPr>
            <p:spPr>
              <a:xfrm>
                <a:off x="11023513" y="72828"/>
                <a:ext cx="209105" cy="2359607"/>
              </a:xfrm>
              <a:custGeom>
                <a:avLst/>
                <a:gdLst>
                  <a:gd name="connsiteX0" fmla="*/ 111030 w 111073"/>
                  <a:gd name="connsiteY0" fmla="*/ 1411642 h 1411641"/>
                  <a:gd name="connsiteX1" fmla="*/ 44119 w 111073"/>
                  <a:gd name="connsiteY1" fmla="*/ 1398992 h 1411641"/>
                  <a:gd name="connsiteX2" fmla="*/ 6818 w 111073"/>
                  <a:gd name="connsiteY2" fmla="*/ 1391667 h 1411641"/>
                  <a:gd name="connsiteX3" fmla="*/ 85 w 111073"/>
                  <a:gd name="connsiteY3" fmla="*/ 1383272 h 1411641"/>
                  <a:gd name="connsiteX4" fmla="*/ 0 w 111073"/>
                  <a:gd name="connsiteY4" fmla="*/ 1367269 h 1411641"/>
                  <a:gd name="connsiteX5" fmla="*/ 451 w 111073"/>
                  <a:gd name="connsiteY5" fmla="*/ 1135688 h 1411641"/>
                  <a:gd name="connsiteX6" fmla="*/ 1211 w 111073"/>
                  <a:gd name="connsiteY6" fmla="*/ 722561 h 1411641"/>
                  <a:gd name="connsiteX7" fmla="*/ 2085 w 111073"/>
                  <a:gd name="connsiteY7" fmla="*/ 717208 h 1411641"/>
                  <a:gd name="connsiteX8" fmla="*/ 2085 w 111073"/>
                  <a:gd name="connsiteY8" fmla="*/ 770708 h 1411641"/>
                  <a:gd name="connsiteX9" fmla="*/ 3465 w 111073"/>
                  <a:gd name="connsiteY9" fmla="*/ 770708 h 1411641"/>
                  <a:gd name="connsiteX10" fmla="*/ 3465 w 111073"/>
                  <a:gd name="connsiteY10" fmla="*/ 652128 h 1411641"/>
                  <a:gd name="connsiteX11" fmla="*/ 4029 w 111073"/>
                  <a:gd name="connsiteY11" fmla="*/ 13674 h 1411641"/>
                  <a:gd name="connsiteX12" fmla="*/ 13974 w 111073"/>
                  <a:gd name="connsiteY12" fmla="*/ 3757 h 1411641"/>
                  <a:gd name="connsiteX13" fmla="*/ 99704 w 111073"/>
                  <a:gd name="connsiteY13" fmla="*/ 292 h 1411641"/>
                  <a:gd name="connsiteX14" fmla="*/ 100465 w 111073"/>
                  <a:gd name="connsiteY14" fmla="*/ 10913 h 1411641"/>
                  <a:gd name="connsiteX15" fmla="*/ 101197 w 111073"/>
                  <a:gd name="connsiteY15" fmla="*/ 165582 h 1411641"/>
                  <a:gd name="connsiteX16" fmla="*/ 102916 w 111073"/>
                  <a:gd name="connsiteY16" fmla="*/ 365807 h 1411641"/>
                  <a:gd name="connsiteX17" fmla="*/ 104719 w 111073"/>
                  <a:gd name="connsiteY17" fmla="*/ 623251 h 1411641"/>
                  <a:gd name="connsiteX18" fmla="*/ 106522 w 111073"/>
                  <a:gd name="connsiteY18" fmla="*/ 819898 h 1411641"/>
                  <a:gd name="connsiteX19" fmla="*/ 108353 w 111073"/>
                  <a:gd name="connsiteY19" fmla="*/ 1067510 h 1411641"/>
                  <a:gd name="connsiteX20" fmla="*/ 110156 w 111073"/>
                  <a:gd name="connsiteY20" fmla="*/ 1264157 h 1411641"/>
                  <a:gd name="connsiteX21" fmla="*/ 111030 w 111073"/>
                  <a:gd name="connsiteY21" fmla="*/ 1411642 h 1411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11073" h="1411641">
                    <a:moveTo>
                      <a:pt x="111030" y="1411642"/>
                    </a:moveTo>
                    <a:cubicBezTo>
                      <a:pt x="88716" y="1407472"/>
                      <a:pt x="66319" y="1403641"/>
                      <a:pt x="44119" y="1398992"/>
                    </a:cubicBezTo>
                    <a:cubicBezTo>
                      <a:pt x="31695" y="1396400"/>
                      <a:pt x="19355" y="1393498"/>
                      <a:pt x="6818" y="1391667"/>
                    </a:cubicBezTo>
                    <a:cubicBezTo>
                      <a:pt x="1916" y="1390963"/>
                      <a:pt x="-282" y="1388484"/>
                      <a:pt x="85" y="1383272"/>
                    </a:cubicBezTo>
                    <a:cubicBezTo>
                      <a:pt x="451" y="1377975"/>
                      <a:pt x="56" y="1372622"/>
                      <a:pt x="0" y="1367269"/>
                    </a:cubicBezTo>
                    <a:cubicBezTo>
                      <a:pt x="141" y="1290076"/>
                      <a:pt x="310" y="1212882"/>
                      <a:pt x="451" y="1135688"/>
                    </a:cubicBezTo>
                    <a:cubicBezTo>
                      <a:pt x="704" y="997979"/>
                      <a:pt x="958" y="860270"/>
                      <a:pt x="1211" y="722561"/>
                    </a:cubicBezTo>
                    <a:cubicBezTo>
                      <a:pt x="1211" y="720786"/>
                      <a:pt x="1211" y="719011"/>
                      <a:pt x="2085" y="717208"/>
                    </a:cubicBezTo>
                    <a:cubicBezTo>
                      <a:pt x="2085" y="735041"/>
                      <a:pt x="2085" y="752875"/>
                      <a:pt x="2085" y="770708"/>
                    </a:cubicBezTo>
                    <a:cubicBezTo>
                      <a:pt x="2536" y="770708"/>
                      <a:pt x="3015" y="770708"/>
                      <a:pt x="3465" y="770708"/>
                    </a:cubicBezTo>
                    <a:cubicBezTo>
                      <a:pt x="3465" y="731181"/>
                      <a:pt x="3437" y="691655"/>
                      <a:pt x="3465" y="652128"/>
                    </a:cubicBezTo>
                    <a:cubicBezTo>
                      <a:pt x="3719" y="439310"/>
                      <a:pt x="4029" y="226492"/>
                      <a:pt x="4029" y="13674"/>
                    </a:cubicBezTo>
                    <a:cubicBezTo>
                      <a:pt x="4029" y="5532"/>
                      <a:pt x="6452" y="3870"/>
                      <a:pt x="13974" y="3757"/>
                    </a:cubicBezTo>
                    <a:cubicBezTo>
                      <a:pt x="42569" y="3334"/>
                      <a:pt x="71024" y="-1173"/>
                      <a:pt x="99704" y="292"/>
                    </a:cubicBezTo>
                    <a:cubicBezTo>
                      <a:pt x="99957" y="3842"/>
                      <a:pt x="100465" y="7363"/>
                      <a:pt x="100465" y="10913"/>
                    </a:cubicBezTo>
                    <a:cubicBezTo>
                      <a:pt x="100662" y="62469"/>
                      <a:pt x="99986" y="114054"/>
                      <a:pt x="101197" y="165582"/>
                    </a:cubicBezTo>
                    <a:cubicBezTo>
                      <a:pt x="102747" y="232324"/>
                      <a:pt x="101310" y="299094"/>
                      <a:pt x="102916" y="365807"/>
                    </a:cubicBezTo>
                    <a:cubicBezTo>
                      <a:pt x="105000" y="451622"/>
                      <a:pt x="103000" y="537465"/>
                      <a:pt x="104719" y="623251"/>
                    </a:cubicBezTo>
                    <a:cubicBezTo>
                      <a:pt x="106015" y="688809"/>
                      <a:pt x="104972" y="754368"/>
                      <a:pt x="106522" y="819898"/>
                    </a:cubicBezTo>
                    <a:cubicBezTo>
                      <a:pt x="108494" y="902445"/>
                      <a:pt x="106465" y="984991"/>
                      <a:pt x="108353" y="1067510"/>
                    </a:cubicBezTo>
                    <a:cubicBezTo>
                      <a:pt x="109846" y="1133068"/>
                      <a:pt x="108607" y="1198626"/>
                      <a:pt x="110156" y="1264157"/>
                    </a:cubicBezTo>
                    <a:cubicBezTo>
                      <a:pt x="111255" y="1313318"/>
                      <a:pt x="111086" y="1362480"/>
                      <a:pt x="111030" y="1411642"/>
                    </a:cubicBezTo>
                    <a:close/>
                  </a:path>
                </a:pathLst>
              </a:custGeom>
              <a:solidFill>
                <a:srgbClr val="589C43"/>
              </a:solidFill>
              <a:ln w="2811"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Arial"/>
                </a:endParaRPr>
              </a:p>
            </p:txBody>
          </p:sp>
          <p:sp>
            <p:nvSpPr>
              <p:cNvPr id="86" name="Freeform: Shape 79">
                <a:extLst>
                  <a:ext uri="{FF2B5EF4-FFF2-40B4-BE49-F238E27FC236}">
                    <a16:creationId xmlns:a16="http://schemas.microsoft.com/office/drawing/2014/main" id="{1C5428EC-7642-B72B-4C31-20404C956512}"/>
                  </a:ext>
                </a:extLst>
              </p:cNvPr>
              <p:cNvSpPr/>
              <p:nvPr/>
            </p:nvSpPr>
            <p:spPr>
              <a:xfrm>
                <a:off x="10826889" y="169933"/>
                <a:ext cx="262834" cy="2263743"/>
              </a:xfrm>
              <a:custGeom>
                <a:avLst/>
                <a:gdLst>
                  <a:gd name="connsiteX0" fmla="*/ 114744 w 139613"/>
                  <a:gd name="connsiteY0" fmla="*/ 5503 h 1336876"/>
                  <a:gd name="connsiteX1" fmla="*/ 115336 w 139613"/>
                  <a:gd name="connsiteY1" fmla="*/ 33197 h 1336876"/>
                  <a:gd name="connsiteX2" fmla="*/ 119393 w 139613"/>
                  <a:gd name="connsiteY2" fmla="*/ 226773 h 1336876"/>
                  <a:gd name="connsiteX3" fmla="*/ 123112 w 139613"/>
                  <a:gd name="connsiteY3" fmla="*/ 455988 h 1336876"/>
                  <a:gd name="connsiteX4" fmla="*/ 126464 w 139613"/>
                  <a:gd name="connsiteY4" fmla="*/ 656664 h 1336876"/>
                  <a:gd name="connsiteX5" fmla="*/ 130324 w 139613"/>
                  <a:gd name="connsiteY5" fmla="*/ 884977 h 1336876"/>
                  <a:gd name="connsiteX6" fmla="*/ 133733 w 139613"/>
                  <a:gd name="connsiteY6" fmla="*/ 1085709 h 1336876"/>
                  <a:gd name="connsiteX7" fmla="*/ 136832 w 139613"/>
                  <a:gd name="connsiteY7" fmla="*/ 1312388 h 1336876"/>
                  <a:gd name="connsiteX8" fmla="*/ 137311 w 139613"/>
                  <a:gd name="connsiteY8" fmla="*/ 1329151 h 1336876"/>
                  <a:gd name="connsiteX9" fmla="*/ 119646 w 139613"/>
                  <a:gd name="connsiteY9" fmla="*/ 1333856 h 1336876"/>
                  <a:gd name="connsiteX10" fmla="*/ 76429 w 139613"/>
                  <a:gd name="connsiteY10" fmla="*/ 1331574 h 1336876"/>
                  <a:gd name="connsiteX11" fmla="*/ 40988 w 139613"/>
                  <a:gd name="connsiteY11" fmla="*/ 1322418 h 1336876"/>
                  <a:gd name="connsiteX12" fmla="*/ 21408 w 139613"/>
                  <a:gd name="connsiteY12" fmla="*/ 1317910 h 1336876"/>
                  <a:gd name="connsiteX13" fmla="*/ 14364 w 139613"/>
                  <a:gd name="connsiteY13" fmla="*/ 1309261 h 1336876"/>
                  <a:gd name="connsiteX14" fmla="*/ 14477 w 139613"/>
                  <a:gd name="connsiteY14" fmla="*/ 1295879 h 1336876"/>
                  <a:gd name="connsiteX15" fmla="*/ 12618 w 139613"/>
                  <a:gd name="connsiteY15" fmla="*/ 1134307 h 1336876"/>
                  <a:gd name="connsiteX16" fmla="*/ 11406 w 139613"/>
                  <a:gd name="connsiteY16" fmla="*/ 1125630 h 1336876"/>
                  <a:gd name="connsiteX17" fmla="*/ 10786 w 139613"/>
                  <a:gd name="connsiteY17" fmla="*/ 1075369 h 1336876"/>
                  <a:gd name="connsiteX18" fmla="*/ 7490 w 139613"/>
                  <a:gd name="connsiteY18" fmla="*/ 1066438 h 1336876"/>
                  <a:gd name="connsiteX19" fmla="*/ 8025 w 139613"/>
                  <a:gd name="connsiteY19" fmla="*/ 1009614 h 1336876"/>
                  <a:gd name="connsiteX20" fmla="*/ 8392 w 139613"/>
                  <a:gd name="connsiteY20" fmla="*/ 925743 h 1336876"/>
                  <a:gd name="connsiteX21" fmla="*/ 7490 w 139613"/>
                  <a:gd name="connsiteY21" fmla="*/ 904360 h 1336876"/>
                  <a:gd name="connsiteX22" fmla="*/ 6504 w 139613"/>
                  <a:gd name="connsiteY22" fmla="*/ 901176 h 1336876"/>
                  <a:gd name="connsiteX23" fmla="*/ 6307 w 139613"/>
                  <a:gd name="connsiteY23" fmla="*/ 878215 h 1336876"/>
                  <a:gd name="connsiteX24" fmla="*/ 6307 w 139613"/>
                  <a:gd name="connsiteY24" fmla="*/ 850070 h 1336876"/>
                  <a:gd name="connsiteX25" fmla="*/ 6307 w 139613"/>
                  <a:gd name="connsiteY25" fmla="*/ 824969 h 1336876"/>
                  <a:gd name="connsiteX26" fmla="*/ 6251 w 139613"/>
                  <a:gd name="connsiteY26" fmla="*/ 796288 h 1336876"/>
                  <a:gd name="connsiteX27" fmla="*/ 6589 w 139613"/>
                  <a:gd name="connsiteY27" fmla="*/ 768792 h 1336876"/>
                  <a:gd name="connsiteX28" fmla="*/ 4757 w 139613"/>
                  <a:gd name="connsiteY28" fmla="*/ 719940 h 1336876"/>
                  <a:gd name="connsiteX29" fmla="*/ 4391 w 139613"/>
                  <a:gd name="connsiteY29" fmla="*/ 691232 h 1336876"/>
                  <a:gd name="connsiteX30" fmla="*/ 4110 w 139613"/>
                  <a:gd name="connsiteY30" fmla="*/ 679286 h 1336876"/>
                  <a:gd name="connsiteX31" fmla="*/ 3828 w 139613"/>
                  <a:gd name="connsiteY31" fmla="*/ 630406 h 1336876"/>
                  <a:gd name="connsiteX32" fmla="*/ 3912 w 139613"/>
                  <a:gd name="connsiteY32" fmla="*/ 607248 h 1336876"/>
                  <a:gd name="connsiteX33" fmla="*/ 7293 w 139613"/>
                  <a:gd name="connsiteY33" fmla="*/ 596599 h 1336876"/>
                  <a:gd name="connsiteX34" fmla="*/ 6983 w 139613"/>
                  <a:gd name="connsiteY34" fmla="*/ 450663 h 1336876"/>
                  <a:gd name="connsiteX35" fmla="*/ 6645 w 139613"/>
                  <a:gd name="connsiteY35" fmla="*/ 441761 h 1336876"/>
                  <a:gd name="connsiteX36" fmla="*/ 3095 w 139613"/>
                  <a:gd name="connsiteY36" fmla="*/ 335690 h 1336876"/>
                  <a:gd name="connsiteX37" fmla="*/ 475 w 139613"/>
                  <a:gd name="connsiteY37" fmla="*/ 204657 h 1336876"/>
                  <a:gd name="connsiteX38" fmla="*/ 278 w 139613"/>
                  <a:gd name="connsiteY38" fmla="*/ 38409 h 1336876"/>
                  <a:gd name="connsiteX39" fmla="*/ 14336 w 139613"/>
                  <a:gd name="connsiteY39" fmla="*/ 19054 h 1336876"/>
                  <a:gd name="connsiteX40" fmla="*/ 71386 w 139613"/>
                  <a:gd name="connsiteY40" fmla="*/ 1390 h 1336876"/>
                  <a:gd name="connsiteX41" fmla="*/ 85360 w 139613"/>
                  <a:gd name="connsiteY41" fmla="*/ 855 h 1336876"/>
                  <a:gd name="connsiteX42" fmla="*/ 103109 w 139613"/>
                  <a:gd name="connsiteY42" fmla="*/ 2010 h 1336876"/>
                  <a:gd name="connsiteX43" fmla="*/ 114744 w 139613"/>
                  <a:gd name="connsiteY43" fmla="*/ 5503 h 1336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139613" h="1336876">
                    <a:moveTo>
                      <a:pt x="114744" y="5503"/>
                    </a:moveTo>
                    <a:cubicBezTo>
                      <a:pt x="114913" y="14744"/>
                      <a:pt x="114688" y="23985"/>
                      <a:pt x="115336" y="33197"/>
                    </a:cubicBezTo>
                    <a:cubicBezTo>
                      <a:pt x="119816" y="97685"/>
                      <a:pt x="115956" y="162370"/>
                      <a:pt x="119393" y="226773"/>
                    </a:cubicBezTo>
                    <a:cubicBezTo>
                      <a:pt x="123450" y="303206"/>
                      <a:pt x="119055" y="379696"/>
                      <a:pt x="123112" y="455988"/>
                    </a:cubicBezTo>
                    <a:cubicBezTo>
                      <a:pt x="126690" y="522899"/>
                      <a:pt x="122830" y="589894"/>
                      <a:pt x="126464" y="656664"/>
                    </a:cubicBezTo>
                    <a:cubicBezTo>
                      <a:pt x="130634" y="732787"/>
                      <a:pt x="126352" y="808966"/>
                      <a:pt x="130324" y="884977"/>
                    </a:cubicBezTo>
                    <a:cubicBezTo>
                      <a:pt x="133818" y="951916"/>
                      <a:pt x="130042" y="1018911"/>
                      <a:pt x="133733" y="1085709"/>
                    </a:cubicBezTo>
                    <a:cubicBezTo>
                      <a:pt x="137903" y="1161269"/>
                      <a:pt x="135057" y="1236856"/>
                      <a:pt x="136832" y="1312388"/>
                    </a:cubicBezTo>
                    <a:cubicBezTo>
                      <a:pt x="136973" y="1317938"/>
                      <a:pt x="142692" y="1323488"/>
                      <a:pt x="137311" y="1329151"/>
                    </a:cubicBezTo>
                    <a:cubicBezTo>
                      <a:pt x="130859" y="1328559"/>
                      <a:pt x="124802" y="1331574"/>
                      <a:pt x="119646" y="1333856"/>
                    </a:cubicBezTo>
                    <a:cubicBezTo>
                      <a:pt x="104405" y="1340561"/>
                      <a:pt x="90572" y="1334419"/>
                      <a:pt x="76429" y="1331574"/>
                    </a:cubicBezTo>
                    <a:cubicBezTo>
                      <a:pt x="64484" y="1329151"/>
                      <a:pt x="52933" y="1324897"/>
                      <a:pt x="40988" y="1322418"/>
                    </a:cubicBezTo>
                    <a:cubicBezTo>
                      <a:pt x="34452" y="1321065"/>
                      <a:pt x="28535" y="1317713"/>
                      <a:pt x="21408" y="1317910"/>
                    </a:cubicBezTo>
                    <a:cubicBezTo>
                      <a:pt x="17435" y="1318023"/>
                      <a:pt x="14083" y="1314445"/>
                      <a:pt x="14364" y="1309261"/>
                    </a:cubicBezTo>
                    <a:cubicBezTo>
                      <a:pt x="14590" y="1304809"/>
                      <a:pt x="14533" y="1300330"/>
                      <a:pt x="14477" y="1295879"/>
                    </a:cubicBezTo>
                    <a:cubicBezTo>
                      <a:pt x="13885" y="1242012"/>
                      <a:pt x="13266" y="1188174"/>
                      <a:pt x="12618" y="1134307"/>
                    </a:cubicBezTo>
                    <a:cubicBezTo>
                      <a:pt x="12589" y="1131377"/>
                      <a:pt x="13209" y="1128306"/>
                      <a:pt x="11406" y="1125630"/>
                    </a:cubicBezTo>
                    <a:cubicBezTo>
                      <a:pt x="11209" y="1108867"/>
                      <a:pt x="10984" y="1092104"/>
                      <a:pt x="10786" y="1075369"/>
                    </a:cubicBezTo>
                    <a:cubicBezTo>
                      <a:pt x="8448" y="1072862"/>
                      <a:pt x="7462" y="1069819"/>
                      <a:pt x="7490" y="1066438"/>
                    </a:cubicBezTo>
                    <a:cubicBezTo>
                      <a:pt x="7659" y="1047506"/>
                      <a:pt x="6730" y="1028546"/>
                      <a:pt x="8025" y="1009614"/>
                    </a:cubicBezTo>
                    <a:cubicBezTo>
                      <a:pt x="8025" y="981666"/>
                      <a:pt x="8702" y="953690"/>
                      <a:pt x="8392" y="925743"/>
                    </a:cubicBezTo>
                    <a:cubicBezTo>
                      <a:pt x="8307" y="918615"/>
                      <a:pt x="8871" y="911431"/>
                      <a:pt x="7490" y="904360"/>
                    </a:cubicBezTo>
                    <a:cubicBezTo>
                      <a:pt x="7124" y="903317"/>
                      <a:pt x="6814" y="902247"/>
                      <a:pt x="6504" y="901176"/>
                    </a:cubicBezTo>
                    <a:cubicBezTo>
                      <a:pt x="5152" y="893541"/>
                      <a:pt x="5687" y="885878"/>
                      <a:pt x="6307" y="878215"/>
                    </a:cubicBezTo>
                    <a:cubicBezTo>
                      <a:pt x="5236" y="868834"/>
                      <a:pt x="5434" y="859452"/>
                      <a:pt x="6307" y="850070"/>
                    </a:cubicBezTo>
                    <a:cubicBezTo>
                      <a:pt x="5293" y="841703"/>
                      <a:pt x="5462" y="833336"/>
                      <a:pt x="6307" y="824969"/>
                    </a:cubicBezTo>
                    <a:cubicBezTo>
                      <a:pt x="5124" y="815418"/>
                      <a:pt x="5715" y="805839"/>
                      <a:pt x="6251" y="796288"/>
                    </a:cubicBezTo>
                    <a:cubicBezTo>
                      <a:pt x="4870" y="787104"/>
                      <a:pt x="6222" y="777976"/>
                      <a:pt x="6589" y="768792"/>
                    </a:cubicBezTo>
                    <a:cubicBezTo>
                      <a:pt x="7237" y="752480"/>
                      <a:pt x="5969" y="736196"/>
                      <a:pt x="4757" y="719940"/>
                    </a:cubicBezTo>
                    <a:cubicBezTo>
                      <a:pt x="3123" y="710389"/>
                      <a:pt x="3997" y="700810"/>
                      <a:pt x="4391" y="691232"/>
                    </a:cubicBezTo>
                    <a:cubicBezTo>
                      <a:pt x="3659" y="687259"/>
                      <a:pt x="3828" y="683287"/>
                      <a:pt x="4110" y="679286"/>
                    </a:cubicBezTo>
                    <a:cubicBezTo>
                      <a:pt x="4391" y="662974"/>
                      <a:pt x="3546" y="646690"/>
                      <a:pt x="3828" y="630406"/>
                    </a:cubicBezTo>
                    <a:cubicBezTo>
                      <a:pt x="3969" y="622687"/>
                      <a:pt x="3799" y="614968"/>
                      <a:pt x="3912" y="607248"/>
                    </a:cubicBezTo>
                    <a:cubicBezTo>
                      <a:pt x="3969" y="603360"/>
                      <a:pt x="3969" y="599444"/>
                      <a:pt x="7293" y="596599"/>
                    </a:cubicBezTo>
                    <a:cubicBezTo>
                      <a:pt x="7180" y="547944"/>
                      <a:pt x="7096" y="499290"/>
                      <a:pt x="6983" y="450663"/>
                    </a:cubicBezTo>
                    <a:cubicBezTo>
                      <a:pt x="6335" y="447705"/>
                      <a:pt x="6532" y="444719"/>
                      <a:pt x="6645" y="441761"/>
                    </a:cubicBezTo>
                    <a:cubicBezTo>
                      <a:pt x="8307" y="406319"/>
                      <a:pt x="6786" y="370737"/>
                      <a:pt x="3095" y="335690"/>
                    </a:cubicBezTo>
                    <a:cubicBezTo>
                      <a:pt x="-1497" y="291909"/>
                      <a:pt x="1179" y="248325"/>
                      <a:pt x="475" y="204657"/>
                    </a:cubicBezTo>
                    <a:cubicBezTo>
                      <a:pt x="-426" y="149269"/>
                      <a:pt x="222" y="93825"/>
                      <a:pt x="278" y="38409"/>
                    </a:cubicBezTo>
                    <a:cubicBezTo>
                      <a:pt x="278" y="23844"/>
                      <a:pt x="757" y="23646"/>
                      <a:pt x="14336" y="19054"/>
                    </a:cubicBezTo>
                    <a:cubicBezTo>
                      <a:pt x="33212" y="12687"/>
                      <a:pt x="52173" y="6658"/>
                      <a:pt x="71386" y="1390"/>
                    </a:cubicBezTo>
                    <a:cubicBezTo>
                      <a:pt x="76148" y="94"/>
                      <a:pt x="80599" y="-695"/>
                      <a:pt x="85360" y="855"/>
                    </a:cubicBezTo>
                    <a:cubicBezTo>
                      <a:pt x="91164" y="2770"/>
                      <a:pt x="97193" y="1784"/>
                      <a:pt x="103109" y="2010"/>
                    </a:cubicBezTo>
                    <a:cubicBezTo>
                      <a:pt x="107391" y="2094"/>
                      <a:pt x="111561" y="2094"/>
                      <a:pt x="114744" y="5503"/>
                    </a:cubicBezTo>
                    <a:close/>
                  </a:path>
                </a:pathLst>
              </a:custGeom>
              <a:solidFill>
                <a:srgbClr val="507C89"/>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rial"/>
                  <a:cs typeface="+mn-cs"/>
                </a:endParaRPr>
              </a:p>
            </p:txBody>
          </p:sp>
          <p:sp>
            <p:nvSpPr>
              <p:cNvPr id="87" name="Rectangle 86">
                <a:extLst>
                  <a:ext uri="{FF2B5EF4-FFF2-40B4-BE49-F238E27FC236}">
                    <a16:creationId xmlns:a16="http://schemas.microsoft.com/office/drawing/2014/main" id="{E3EB7801-F712-CEBA-D8A7-7CDA6D626BED}"/>
                  </a:ext>
                </a:extLst>
              </p:cNvPr>
              <p:cNvSpPr/>
              <p:nvPr/>
            </p:nvSpPr>
            <p:spPr>
              <a:xfrm>
                <a:off x="10498641" y="255332"/>
                <a:ext cx="363177" cy="2141674"/>
              </a:xfrm>
              <a:prstGeom prst="rect">
                <a:avLst/>
              </a:prstGeom>
              <a:solidFill>
                <a:srgbClr val="5A4958"/>
              </a:solidFill>
              <a:ln w="2811"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a:endParaRPr>
              </a:p>
            </p:txBody>
          </p:sp>
        </p:grpSp>
        <p:grpSp>
          <p:nvGrpSpPr>
            <p:cNvPr id="48" name="Group 80">
              <a:extLst>
                <a:ext uri="{FF2B5EF4-FFF2-40B4-BE49-F238E27FC236}">
                  <a16:creationId xmlns:a16="http://schemas.microsoft.com/office/drawing/2014/main" id="{60FA36CB-8DC3-2126-8037-B783DE04B0D1}"/>
                </a:ext>
              </a:extLst>
            </p:cNvPr>
            <p:cNvGrpSpPr/>
            <p:nvPr/>
          </p:nvGrpSpPr>
          <p:grpSpPr>
            <a:xfrm>
              <a:off x="9083213" y="3377138"/>
              <a:ext cx="1514606" cy="2377731"/>
              <a:chOff x="9083213" y="3377138"/>
              <a:chExt cx="1514606" cy="2377731"/>
            </a:xfrm>
          </p:grpSpPr>
          <p:sp>
            <p:nvSpPr>
              <p:cNvPr id="54" name="Freeform: Shape 9">
                <a:extLst>
                  <a:ext uri="{FF2B5EF4-FFF2-40B4-BE49-F238E27FC236}">
                    <a16:creationId xmlns:a16="http://schemas.microsoft.com/office/drawing/2014/main" id="{579E00AF-B32C-80F0-963F-53DC46677388}"/>
                  </a:ext>
                </a:extLst>
              </p:cNvPr>
              <p:cNvSpPr/>
              <p:nvPr/>
            </p:nvSpPr>
            <p:spPr>
              <a:xfrm>
                <a:off x="9083213" y="3377138"/>
                <a:ext cx="1514606" cy="2377731"/>
              </a:xfrm>
              <a:custGeom>
                <a:avLst/>
                <a:gdLst>
                  <a:gd name="connsiteX0" fmla="*/ 331886 w 804534"/>
                  <a:gd name="connsiteY0" fmla="*/ 1191083 h 1263012"/>
                  <a:gd name="connsiteX1" fmla="*/ 288697 w 804534"/>
                  <a:gd name="connsiteY1" fmla="*/ 1069433 h 1263012"/>
                  <a:gd name="connsiteX2" fmla="*/ 280753 w 804534"/>
                  <a:gd name="connsiteY2" fmla="*/ 1054726 h 1263012"/>
                  <a:gd name="connsiteX3" fmla="*/ 227816 w 804534"/>
                  <a:gd name="connsiteY3" fmla="*/ 903973 h 1263012"/>
                  <a:gd name="connsiteX4" fmla="*/ 222660 w 804534"/>
                  <a:gd name="connsiteY4" fmla="*/ 881547 h 1263012"/>
                  <a:gd name="connsiteX5" fmla="*/ 179753 w 804534"/>
                  <a:gd name="connsiteY5" fmla="*/ 757925 h 1263012"/>
                  <a:gd name="connsiteX6" fmla="*/ 157665 w 804534"/>
                  <a:gd name="connsiteY6" fmla="*/ 695888 h 1263012"/>
                  <a:gd name="connsiteX7" fmla="*/ 151185 w 804534"/>
                  <a:gd name="connsiteY7" fmla="*/ 686647 h 1263012"/>
                  <a:gd name="connsiteX8" fmla="*/ 84331 w 804534"/>
                  <a:gd name="connsiteY8" fmla="*/ 496424 h 1263012"/>
                  <a:gd name="connsiteX9" fmla="*/ 82641 w 804534"/>
                  <a:gd name="connsiteY9" fmla="*/ 490423 h 1263012"/>
                  <a:gd name="connsiteX10" fmla="*/ 84979 w 804534"/>
                  <a:gd name="connsiteY10" fmla="*/ 479210 h 1263012"/>
                  <a:gd name="connsiteX11" fmla="*/ 78837 w 804534"/>
                  <a:gd name="connsiteY11" fmla="*/ 441064 h 1263012"/>
                  <a:gd name="connsiteX12" fmla="*/ 56102 w 804534"/>
                  <a:gd name="connsiteY12" fmla="*/ 415061 h 1263012"/>
                  <a:gd name="connsiteX13" fmla="*/ 2122 w 804534"/>
                  <a:gd name="connsiteY13" fmla="*/ 262504 h 1263012"/>
                  <a:gd name="connsiteX14" fmla="*/ 10236 w 804534"/>
                  <a:gd name="connsiteY14" fmla="*/ 243065 h 1263012"/>
                  <a:gd name="connsiteX15" fmla="*/ 151974 w 804534"/>
                  <a:gd name="connsiteY15" fmla="*/ 193114 h 1263012"/>
                  <a:gd name="connsiteX16" fmla="*/ 155439 w 804534"/>
                  <a:gd name="connsiteY16" fmla="*/ 192241 h 1263012"/>
                  <a:gd name="connsiteX17" fmla="*/ 206348 w 804534"/>
                  <a:gd name="connsiteY17" fmla="*/ 174830 h 1263012"/>
                  <a:gd name="connsiteX18" fmla="*/ 214180 w 804534"/>
                  <a:gd name="connsiteY18" fmla="*/ 170886 h 1263012"/>
                  <a:gd name="connsiteX19" fmla="*/ 254552 w 804534"/>
                  <a:gd name="connsiteY19" fmla="*/ 156433 h 1263012"/>
                  <a:gd name="connsiteX20" fmla="*/ 303432 w 804534"/>
                  <a:gd name="connsiteY20" fmla="*/ 139868 h 1263012"/>
                  <a:gd name="connsiteX21" fmla="*/ 520786 w 804534"/>
                  <a:gd name="connsiteY21" fmla="*/ 63688 h 1263012"/>
                  <a:gd name="connsiteX22" fmla="*/ 557326 w 804534"/>
                  <a:gd name="connsiteY22" fmla="*/ 50954 h 1263012"/>
                  <a:gd name="connsiteX23" fmla="*/ 676948 w 804534"/>
                  <a:gd name="connsiteY23" fmla="*/ 8610 h 1263012"/>
                  <a:gd name="connsiteX24" fmla="*/ 695430 w 804534"/>
                  <a:gd name="connsiteY24" fmla="*/ 1933 h 1263012"/>
                  <a:gd name="connsiteX25" fmla="*/ 713629 w 804534"/>
                  <a:gd name="connsiteY25" fmla="*/ 10498 h 1263012"/>
                  <a:gd name="connsiteX26" fmla="*/ 745183 w 804534"/>
                  <a:gd name="connsiteY26" fmla="*/ 99806 h 1263012"/>
                  <a:gd name="connsiteX27" fmla="*/ 789443 w 804534"/>
                  <a:gd name="connsiteY27" fmla="*/ 225372 h 1263012"/>
                  <a:gd name="connsiteX28" fmla="*/ 798176 w 804534"/>
                  <a:gd name="connsiteY28" fmla="*/ 273238 h 1263012"/>
                  <a:gd name="connsiteX29" fmla="*/ 800148 w 804534"/>
                  <a:gd name="connsiteY29" fmla="*/ 323921 h 1263012"/>
                  <a:gd name="connsiteX30" fmla="*/ 800543 w 804534"/>
                  <a:gd name="connsiteY30" fmla="*/ 458954 h 1263012"/>
                  <a:gd name="connsiteX31" fmla="*/ 799416 w 804534"/>
                  <a:gd name="connsiteY31" fmla="*/ 464138 h 1263012"/>
                  <a:gd name="connsiteX32" fmla="*/ 792682 w 804534"/>
                  <a:gd name="connsiteY32" fmla="*/ 464588 h 1263012"/>
                  <a:gd name="connsiteX33" fmla="*/ 788203 w 804534"/>
                  <a:gd name="connsiteY33" fmla="*/ 454897 h 1263012"/>
                  <a:gd name="connsiteX34" fmla="*/ 675906 w 804534"/>
                  <a:gd name="connsiteY34" fmla="*/ 155053 h 1263012"/>
                  <a:gd name="connsiteX35" fmla="*/ 659199 w 804534"/>
                  <a:gd name="connsiteY35" fmla="*/ 147390 h 1263012"/>
                  <a:gd name="connsiteX36" fmla="*/ 148058 w 804534"/>
                  <a:gd name="connsiteY36" fmla="*/ 338712 h 1263012"/>
                  <a:gd name="connsiteX37" fmla="*/ 125379 w 804534"/>
                  <a:gd name="connsiteY37" fmla="*/ 347023 h 1263012"/>
                  <a:gd name="connsiteX38" fmla="*/ 118674 w 804534"/>
                  <a:gd name="connsiteY38" fmla="*/ 361335 h 1263012"/>
                  <a:gd name="connsiteX39" fmla="*/ 156848 w 804534"/>
                  <a:gd name="connsiteY39" fmla="*/ 463574 h 1263012"/>
                  <a:gd name="connsiteX40" fmla="*/ 284866 w 804534"/>
                  <a:gd name="connsiteY40" fmla="*/ 805312 h 1263012"/>
                  <a:gd name="connsiteX41" fmla="*/ 388345 w 804534"/>
                  <a:gd name="connsiteY41" fmla="*/ 1081716 h 1263012"/>
                  <a:gd name="connsiteX42" fmla="*/ 406206 w 804534"/>
                  <a:gd name="connsiteY42" fmla="*/ 1089886 h 1263012"/>
                  <a:gd name="connsiteX43" fmla="*/ 669257 w 804534"/>
                  <a:gd name="connsiteY43" fmla="*/ 991225 h 1263012"/>
                  <a:gd name="connsiteX44" fmla="*/ 788344 w 804534"/>
                  <a:gd name="connsiteY44" fmla="*/ 946937 h 1263012"/>
                  <a:gd name="connsiteX45" fmla="*/ 802796 w 804534"/>
                  <a:gd name="connsiteY45" fmla="*/ 947867 h 1263012"/>
                  <a:gd name="connsiteX46" fmla="*/ 803839 w 804534"/>
                  <a:gd name="connsiteY46" fmla="*/ 990971 h 1263012"/>
                  <a:gd name="connsiteX47" fmla="*/ 801022 w 804534"/>
                  <a:gd name="connsiteY47" fmla="*/ 996296 h 1263012"/>
                  <a:gd name="connsiteX48" fmla="*/ 801529 w 804534"/>
                  <a:gd name="connsiteY48" fmla="*/ 1099493 h 1263012"/>
                  <a:gd name="connsiteX49" fmla="*/ 800655 w 804534"/>
                  <a:gd name="connsiteY49" fmla="*/ 1108987 h 1263012"/>
                  <a:gd name="connsiteX50" fmla="*/ 792344 w 804534"/>
                  <a:gd name="connsiteY50" fmla="*/ 1115326 h 1263012"/>
                  <a:gd name="connsiteX51" fmla="*/ 684386 w 804534"/>
                  <a:gd name="connsiteY51" fmla="*/ 1153501 h 1263012"/>
                  <a:gd name="connsiteX52" fmla="*/ 666834 w 804534"/>
                  <a:gd name="connsiteY52" fmla="*/ 1156628 h 1263012"/>
                  <a:gd name="connsiteX53" fmla="*/ 601952 w 804534"/>
                  <a:gd name="connsiteY53" fmla="*/ 1178912 h 1263012"/>
                  <a:gd name="connsiteX54" fmla="*/ 469962 w 804534"/>
                  <a:gd name="connsiteY54" fmla="*/ 1225370 h 1263012"/>
                  <a:gd name="connsiteX55" fmla="*/ 466046 w 804534"/>
                  <a:gd name="connsiteY55" fmla="*/ 1227455 h 1263012"/>
                  <a:gd name="connsiteX56" fmla="*/ 375273 w 804534"/>
                  <a:gd name="connsiteY56" fmla="*/ 1259064 h 1263012"/>
                  <a:gd name="connsiteX57" fmla="*/ 352960 w 804534"/>
                  <a:gd name="connsiteY57" fmla="*/ 1248725 h 1263012"/>
                  <a:gd name="connsiteX58" fmla="*/ 331886 w 804534"/>
                  <a:gd name="connsiteY58" fmla="*/ 1191083 h 1263012"/>
                  <a:gd name="connsiteX0" fmla="*/ 331886 w 804534"/>
                  <a:gd name="connsiteY0" fmla="*/ 1191083 h 1263012"/>
                  <a:gd name="connsiteX1" fmla="*/ 288697 w 804534"/>
                  <a:gd name="connsiteY1" fmla="*/ 1069433 h 1263012"/>
                  <a:gd name="connsiteX2" fmla="*/ 280753 w 804534"/>
                  <a:gd name="connsiteY2" fmla="*/ 1054726 h 1263012"/>
                  <a:gd name="connsiteX3" fmla="*/ 227816 w 804534"/>
                  <a:gd name="connsiteY3" fmla="*/ 903973 h 1263012"/>
                  <a:gd name="connsiteX4" fmla="*/ 222660 w 804534"/>
                  <a:gd name="connsiteY4" fmla="*/ 881547 h 1263012"/>
                  <a:gd name="connsiteX5" fmla="*/ 179753 w 804534"/>
                  <a:gd name="connsiteY5" fmla="*/ 757925 h 1263012"/>
                  <a:gd name="connsiteX6" fmla="*/ 157665 w 804534"/>
                  <a:gd name="connsiteY6" fmla="*/ 695888 h 1263012"/>
                  <a:gd name="connsiteX7" fmla="*/ 151185 w 804534"/>
                  <a:gd name="connsiteY7" fmla="*/ 686647 h 1263012"/>
                  <a:gd name="connsiteX8" fmla="*/ 84331 w 804534"/>
                  <a:gd name="connsiteY8" fmla="*/ 496424 h 1263012"/>
                  <a:gd name="connsiteX9" fmla="*/ 82641 w 804534"/>
                  <a:gd name="connsiteY9" fmla="*/ 490423 h 1263012"/>
                  <a:gd name="connsiteX10" fmla="*/ 84979 w 804534"/>
                  <a:gd name="connsiteY10" fmla="*/ 479210 h 1263012"/>
                  <a:gd name="connsiteX11" fmla="*/ 78837 w 804534"/>
                  <a:gd name="connsiteY11" fmla="*/ 441064 h 1263012"/>
                  <a:gd name="connsiteX12" fmla="*/ 56102 w 804534"/>
                  <a:gd name="connsiteY12" fmla="*/ 415061 h 1263012"/>
                  <a:gd name="connsiteX13" fmla="*/ 2122 w 804534"/>
                  <a:gd name="connsiteY13" fmla="*/ 262504 h 1263012"/>
                  <a:gd name="connsiteX14" fmla="*/ 10236 w 804534"/>
                  <a:gd name="connsiteY14" fmla="*/ 243065 h 1263012"/>
                  <a:gd name="connsiteX15" fmla="*/ 151974 w 804534"/>
                  <a:gd name="connsiteY15" fmla="*/ 193114 h 1263012"/>
                  <a:gd name="connsiteX16" fmla="*/ 155439 w 804534"/>
                  <a:gd name="connsiteY16" fmla="*/ 192241 h 1263012"/>
                  <a:gd name="connsiteX17" fmla="*/ 206348 w 804534"/>
                  <a:gd name="connsiteY17" fmla="*/ 174830 h 1263012"/>
                  <a:gd name="connsiteX18" fmla="*/ 254552 w 804534"/>
                  <a:gd name="connsiteY18" fmla="*/ 156433 h 1263012"/>
                  <a:gd name="connsiteX19" fmla="*/ 303432 w 804534"/>
                  <a:gd name="connsiteY19" fmla="*/ 139868 h 1263012"/>
                  <a:gd name="connsiteX20" fmla="*/ 520786 w 804534"/>
                  <a:gd name="connsiteY20" fmla="*/ 63688 h 1263012"/>
                  <a:gd name="connsiteX21" fmla="*/ 557326 w 804534"/>
                  <a:gd name="connsiteY21" fmla="*/ 50954 h 1263012"/>
                  <a:gd name="connsiteX22" fmla="*/ 676948 w 804534"/>
                  <a:gd name="connsiteY22" fmla="*/ 8610 h 1263012"/>
                  <a:gd name="connsiteX23" fmla="*/ 695430 w 804534"/>
                  <a:gd name="connsiteY23" fmla="*/ 1933 h 1263012"/>
                  <a:gd name="connsiteX24" fmla="*/ 713629 w 804534"/>
                  <a:gd name="connsiteY24" fmla="*/ 10498 h 1263012"/>
                  <a:gd name="connsiteX25" fmla="*/ 745183 w 804534"/>
                  <a:gd name="connsiteY25" fmla="*/ 99806 h 1263012"/>
                  <a:gd name="connsiteX26" fmla="*/ 789443 w 804534"/>
                  <a:gd name="connsiteY26" fmla="*/ 225372 h 1263012"/>
                  <a:gd name="connsiteX27" fmla="*/ 798176 w 804534"/>
                  <a:gd name="connsiteY27" fmla="*/ 273238 h 1263012"/>
                  <a:gd name="connsiteX28" fmla="*/ 800148 w 804534"/>
                  <a:gd name="connsiteY28" fmla="*/ 323921 h 1263012"/>
                  <a:gd name="connsiteX29" fmla="*/ 800543 w 804534"/>
                  <a:gd name="connsiteY29" fmla="*/ 458954 h 1263012"/>
                  <a:gd name="connsiteX30" fmla="*/ 799416 w 804534"/>
                  <a:gd name="connsiteY30" fmla="*/ 464138 h 1263012"/>
                  <a:gd name="connsiteX31" fmla="*/ 792682 w 804534"/>
                  <a:gd name="connsiteY31" fmla="*/ 464588 h 1263012"/>
                  <a:gd name="connsiteX32" fmla="*/ 788203 w 804534"/>
                  <a:gd name="connsiteY32" fmla="*/ 454897 h 1263012"/>
                  <a:gd name="connsiteX33" fmla="*/ 675906 w 804534"/>
                  <a:gd name="connsiteY33" fmla="*/ 155053 h 1263012"/>
                  <a:gd name="connsiteX34" fmla="*/ 659199 w 804534"/>
                  <a:gd name="connsiteY34" fmla="*/ 147390 h 1263012"/>
                  <a:gd name="connsiteX35" fmla="*/ 148058 w 804534"/>
                  <a:gd name="connsiteY35" fmla="*/ 338712 h 1263012"/>
                  <a:gd name="connsiteX36" fmla="*/ 125379 w 804534"/>
                  <a:gd name="connsiteY36" fmla="*/ 347023 h 1263012"/>
                  <a:gd name="connsiteX37" fmla="*/ 118674 w 804534"/>
                  <a:gd name="connsiteY37" fmla="*/ 361335 h 1263012"/>
                  <a:gd name="connsiteX38" fmla="*/ 156848 w 804534"/>
                  <a:gd name="connsiteY38" fmla="*/ 463574 h 1263012"/>
                  <a:gd name="connsiteX39" fmla="*/ 284866 w 804534"/>
                  <a:gd name="connsiteY39" fmla="*/ 805312 h 1263012"/>
                  <a:gd name="connsiteX40" fmla="*/ 388345 w 804534"/>
                  <a:gd name="connsiteY40" fmla="*/ 1081716 h 1263012"/>
                  <a:gd name="connsiteX41" fmla="*/ 406206 w 804534"/>
                  <a:gd name="connsiteY41" fmla="*/ 1089886 h 1263012"/>
                  <a:gd name="connsiteX42" fmla="*/ 669257 w 804534"/>
                  <a:gd name="connsiteY42" fmla="*/ 991225 h 1263012"/>
                  <a:gd name="connsiteX43" fmla="*/ 788344 w 804534"/>
                  <a:gd name="connsiteY43" fmla="*/ 946937 h 1263012"/>
                  <a:gd name="connsiteX44" fmla="*/ 802796 w 804534"/>
                  <a:gd name="connsiteY44" fmla="*/ 947867 h 1263012"/>
                  <a:gd name="connsiteX45" fmla="*/ 803839 w 804534"/>
                  <a:gd name="connsiteY45" fmla="*/ 990971 h 1263012"/>
                  <a:gd name="connsiteX46" fmla="*/ 801022 w 804534"/>
                  <a:gd name="connsiteY46" fmla="*/ 996296 h 1263012"/>
                  <a:gd name="connsiteX47" fmla="*/ 801529 w 804534"/>
                  <a:gd name="connsiteY47" fmla="*/ 1099493 h 1263012"/>
                  <a:gd name="connsiteX48" fmla="*/ 800655 w 804534"/>
                  <a:gd name="connsiteY48" fmla="*/ 1108987 h 1263012"/>
                  <a:gd name="connsiteX49" fmla="*/ 792344 w 804534"/>
                  <a:gd name="connsiteY49" fmla="*/ 1115326 h 1263012"/>
                  <a:gd name="connsiteX50" fmla="*/ 684386 w 804534"/>
                  <a:gd name="connsiteY50" fmla="*/ 1153501 h 1263012"/>
                  <a:gd name="connsiteX51" fmla="*/ 666834 w 804534"/>
                  <a:gd name="connsiteY51" fmla="*/ 1156628 h 1263012"/>
                  <a:gd name="connsiteX52" fmla="*/ 601952 w 804534"/>
                  <a:gd name="connsiteY52" fmla="*/ 1178912 h 1263012"/>
                  <a:gd name="connsiteX53" fmla="*/ 469962 w 804534"/>
                  <a:gd name="connsiteY53" fmla="*/ 1225370 h 1263012"/>
                  <a:gd name="connsiteX54" fmla="*/ 466046 w 804534"/>
                  <a:gd name="connsiteY54" fmla="*/ 1227455 h 1263012"/>
                  <a:gd name="connsiteX55" fmla="*/ 375273 w 804534"/>
                  <a:gd name="connsiteY55" fmla="*/ 1259064 h 1263012"/>
                  <a:gd name="connsiteX56" fmla="*/ 352960 w 804534"/>
                  <a:gd name="connsiteY56" fmla="*/ 1248725 h 1263012"/>
                  <a:gd name="connsiteX57" fmla="*/ 331886 w 804534"/>
                  <a:gd name="connsiteY57" fmla="*/ 1191083 h 1263012"/>
                  <a:gd name="connsiteX0" fmla="*/ 331886 w 804534"/>
                  <a:gd name="connsiteY0" fmla="*/ 1191083 h 1263012"/>
                  <a:gd name="connsiteX1" fmla="*/ 288697 w 804534"/>
                  <a:gd name="connsiteY1" fmla="*/ 1069433 h 1263012"/>
                  <a:gd name="connsiteX2" fmla="*/ 280753 w 804534"/>
                  <a:gd name="connsiteY2" fmla="*/ 1054726 h 1263012"/>
                  <a:gd name="connsiteX3" fmla="*/ 227816 w 804534"/>
                  <a:gd name="connsiteY3" fmla="*/ 903973 h 1263012"/>
                  <a:gd name="connsiteX4" fmla="*/ 222660 w 804534"/>
                  <a:gd name="connsiteY4" fmla="*/ 881547 h 1263012"/>
                  <a:gd name="connsiteX5" fmla="*/ 179753 w 804534"/>
                  <a:gd name="connsiteY5" fmla="*/ 757925 h 1263012"/>
                  <a:gd name="connsiteX6" fmla="*/ 157665 w 804534"/>
                  <a:gd name="connsiteY6" fmla="*/ 695888 h 1263012"/>
                  <a:gd name="connsiteX7" fmla="*/ 151185 w 804534"/>
                  <a:gd name="connsiteY7" fmla="*/ 686647 h 1263012"/>
                  <a:gd name="connsiteX8" fmla="*/ 84331 w 804534"/>
                  <a:gd name="connsiteY8" fmla="*/ 496424 h 1263012"/>
                  <a:gd name="connsiteX9" fmla="*/ 82641 w 804534"/>
                  <a:gd name="connsiteY9" fmla="*/ 490423 h 1263012"/>
                  <a:gd name="connsiteX10" fmla="*/ 84979 w 804534"/>
                  <a:gd name="connsiteY10" fmla="*/ 479210 h 1263012"/>
                  <a:gd name="connsiteX11" fmla="*/ 78837 w 804534"/>
                  <a:gd name="connsiteY11" fmla="*/ 441064 h 1263012"/>
                  <a:gd name="connsiteX12" fmla="*/ 56102 w 804534"/>
                  <a:gd name="connsiteY12" fmla="*/ 415061 h 1263012"/>
                  <a:gd name="connsiteX13" fmla="*/ 2122 w 804534"/>
                  <a:gd name="connsiteY13" fmla="*/ 262504 h 1263012"/>
                  <a:gd name="connsiteX14" fmla="*/ 10236 w 804534"/>
                  <a:gd name="connsiteY14" fmla="*/ 243065 h 1263012"/>
                  <a:gd name="connsiteX15" fmla="*/ 151974 w 804534"/>
                  <a:gd name="connsiteY15" fmla="*/ 193114 h 1263012"/>
                  <a:gd name="connsiteX16" fmla="*/ 155439 w 804534"/>
                  <a:gd name="connsiteY16" fmla="*/ 192241 h 1263012"/>
                  <a:gd name="connsiteX17" fmla="*/ 254552 w 804534"/>
                  <a:gd name="connsiteY17" fmla="*/ 156433 h 1263012"/>
                  <a:gd name="connsiteX18" fmla="*/ 303432 w 804534"/>
                  <a:gd name="connsiteY18" fmla="*/ 139868 h 1263012"/>
                  <a:gd name="connsiteX19" fmla="*/ 520786 w 804534"/>
                  <a:gd name="connsiteY19" fmla="*/ 63688 h 1263012"/>
                  <a:gd name="connsiteX20" fmla="*/ 557326 w 804534"/>
                  <a:gd name="connsiteY20" fmla="*/ 50954 h 1263012"/>
                  <a:gd name="connsiteX21" fmla="*/ 676948 w 804534"/>
                  <a:gd name="connsiteY21" fmla="*/ 8610 h 1263012"/>
                  <a:gd name="connsiteX22" fmla="*/ 695430 w 804534"/>
                  <a:gd name="connsiteY22" fmla="*/ 1933 h 1263012"/>
                  <a:gd name="connsiteX23" fmla="*/ 713629 w 804534"/>
                  <a:gd name="connsiteY23" fmla="*/ 10498 h 1263012"/>
                  <a:gd name="connsiteX24" fmla="*/ 745183 w 804534"/>
                  <a:gd name="connsiteY24" fmla="*/ 99806 h 1263012"/>
                  <a:gd name="connsiteX25" fmla="*/ 789443 w 804534"/>
                  <a:gd name="connsiteY25" fmla="*/ 225372 h 1263012"/>
                  <a:gd name="connsiteX26" fmla="*/ 798176 w 804534"/>
                  <a:gd name="connsiteY26" fmla="*/ 273238 h 1263012"/>
                  <a:gd name="connsiteX27" fmla="*/ 800148 w 804534"/>
                  <a:gd name="connsiteY27" fmla="*/ 323921 h 1263012"/>
                  <a:gd name="connsiteX28" fmla="*/ 800543 w 804534"/>
                  <a:gd name="connsiteY28" fmla="*/ 458954 h 1263012"/>
                  <a:gd name="connsiteX29" fmla="*/ 799416 w 804534"/>
                  <a:gd name="connsiteY29" fmla="*/ 464138 h 1263012"/>
                  <a:gd name="connsiteX30" fmla="*/ 792682 w 804534"/>
                  <a:gd name="connsiteY30" fmla="*/ 464588 h 1263012"/>
                  <a:gd name="connsiteX31" fmla="*/ 788203 w 804534"/>
                  <a:gd name="connsiteY31" fmla="*/ 454897 h 1263012"/>
                  <a:gd name="connsiteX32" fmla="*/ 675906 w 804534"/>
                  <a:gd name="connsiteY32" fmla="*/ 155053 h 1263012"/>
                  <a:gd name="connsiteX33" fmla="*/ 659199 w 804534"/>
                  <a:gd name="connsiteY33" fmla="*/ 147390 h 1263012"/>
                  <a:gd name="connsiteX34" fmla="*/ 148058 w 804534"/>
                  <a:gd name="connsiteY34" fmla="*/ 338712 h 1263012"/>
                  <a:gd name="connsiteX35" fmla="*/ 125379 w 804534"/>
                  <a:gd name="connsiteY35" fmla="*/ 347023 h 1263012"/>
                  <a:gd name="connsiteX36" fmla="*/ 118674 w 804534"/>
                  <a:gd name="connsiteY36" fmla="*/ 361335 h 1263012"/>
                  <a:gd name="connsiteX37" fmla="*/ 156848 w 804534"/>
                  <a:gd name="connsiteY37" fmla="*/ 463574 h 1263012"/>
                  <a:gd name="connsiteX38" fmla="*/ 284866 w 804534"/>
                  <a:gd name="connsiteY38" fmla="*/ 805312 h 1263012"/>
                  <a:gd name="connsiteX39" fmla="*/ 388345 w 804534"/>
                  <a:gd name="connsiteY39" fmla="*/ 1081716 h 1263012"/>
                  <a:gd name="connsiteX40" fmla="*/ 406206 w 804534"/>
                  <a:gd name="connsiteY40" fmla="*/ 1089886 h 1263012"/>
                  <a:gd name="connsiteX41" fmla="*/ 669257 w 804534"/>
                  <a:gd name="connsiteY41" fmla="*/ 991225 h 1263012"/>
                  <a:gd name="connsiteX42" fmla="*/ 788344 w 804534"/>
                  <a:gd name="connsiteY42" fmla="*/ 946937 h 1263012"/>
                  <a:gd name="connsiteX43" fmla="*/ 802796 w 804534"/>
                  <a:gd name="connsiteY43" fmla="*/ 947867 h 1263012"/>
                  <a:gd name="connsiteX44" fmla="*/ 803839 w 804534"/>
                  <a:gd name="connsiteY44" fmla="*/ 990971 h 1263012"/>
                  <a:gd name="connsiteX45" fmla="*/ 801022 w 804534"/>
                  <a:gd name="connsiteY45" fmla="*/ 996296 h 1263012"/>
                  <a:gd name="connsiteX46" fmla="*/ 801529 w 804534"/>
                  <a:gd name="connsiteY46" fmla="*/ 1099493 h 1263012"/>
                  <a:gd name="connsiteX47" fmla="*/ 800655 w 804534"/>
                  <a:gd name="connsiteY47" fmla="*/ 1108987 h 1263012"/>
                  <a:gd name="connsiteX48" fmla="*/ 792344 w 804534"/>
                  <a:gd name="connsiteY48" fmla="*/ 1115326 h 1263012"/>
                  <a:gd name="connsiteX49" fmla="*/ 684386 w 804534"/>
                  <a:gd name="connsiteY49" fmla="*/ 1153501 h 1263012"/>
                  <a:gd name="connsiteX50" fmla="*/ 666834 w 804534"/>
                  <a:gd name="connsiteY50" fmla="*/ 1156628 h 1263012"/>
                  <a:gd name="connsiteX51" fmla="*/ 601952 w 804534"/>
                  <a:gd name="connsiteY51" fmla="*/ 1178912 h 1263012"/>
                  <a:gd name="connsiteX52" fmla="*/ 469962 w 804534"/>
                  <a:gd name="connsiteY52" fmla="*/ 1225370 h 1263012"/>
                  <a:gd name="connsiteX53" fmla="*/ 466046 w 804534"/>
                  <a:gd name="connsiteY53" fmla="*/ 1227455 h 1263012"/>
                  <a:gd name="connsiteX54" fmla="*/ 375273 w 804534"/>
                  <a:gd name="connsiteY54" fmla="*/ 1259064 h 1263012"/>
                  <a:gd name="connsiteX55" fmla="*/ 352960 w 804534"/>
                  <a:gd name="connsiteY55" fmla="*/ 1248725 h 1263012"/>
                  <a:gd name="connsiteX56" fmla="*/ 331886 w 804534"/>
                  <a:gd name="connsiteY56" fmla="*/ 1191083 h 1263012"/>
                  <a:gd name="connsiteX0" fmla="*/ 331886 w 804534"/>
                  <a:gd name="connsiteY0" fmla="*/ 1191083 h 1263012"/>
                  <a:gd name="connsiteX1" fmla="*/ 288697 w 804534"/>
                  <a:gd name="connsiteY1" fmla="*/ 1069433 h 1263012"/>
                  <a:gd name="connsiteX2" fmla="*/ 280753 w 804534"/>
                  <a:gd name="connsiteY2" fmla="*/ 1054726 h 1263012"/>
                  <a:gd name="connsiteX3" fmla="*/ 227816 w 804534"/>
                  <a:gd name="connsiteY3" fmla="*/ 903973 h 1263012"/>
                  <a:gd name="connsiteX4" fmla="*/ 222660 w 804534"/>
                  <a:gd name="connsiteY4" fmla="*/ 881547 h 1263012"/>
                  <a:gd name="connsiteX5" fmla="*/ 179753 w 804534"/>
                  <a:gd name="connsiteY5" fmla="*/ 757925 h 1263012"/>
                  <a:gd name="connsiteX6" fmla="*/ 157665 w 804534"/>
                  <a:gd name="connsiteY6" fmla="*/ 695888 h 1263012"/>
                  <a:gd name="connsiteX7" fmla="*/ 151185 w 804534"/>
                  <a:gd name="connsiteY7" fmla="*/ 686647 h 1263012"/>
                  <a:gd name="connsiteX8" fmla="*/ 84331 w 804534"/>
                  <a:gd name="connsiteY8" fmla="*/ 496424 h 1263012"/>
                  <a:gd name="connsiteX9" fmla="*/ 82641 w 804534"/>
                  <a:gd name="connsiteY9" fmla="*/ 490423 h 1263012"/>
                  <a:gd name="connsiteX10" fmla="*/ 84979 w 804534"/>
                  <a:gd name="connsiteY10" fmla="*/ 479210 h 1263012"/>
                  <a:gd name="connsiteX11" fmla="*/ 78837 w 804534"/>
                  <a:gd name="connsiteY11" fmla="*/ 441064 h 1263012"/>
                  <a:gd name="connsiteX12" fmla="*/ 56102 w 804534"/>
                  <a:gd name="connsiteY12" fmla="*/ 415061 h 1263012"/>
                  <a:gd name="connsiteX13" fmla="*/ 2122 w 804534"/>
                  <a:gd name="connsiteY13" fmla="*/ 262504 h 1263012"/>
                  <a:gd name="connsiteX14" fmla="*/ 10236 w 804534"/>
                  <a:gd name="connsiteY14" fmla="*/ 243065 h 1263012"/>
                  <a:gd name="connsiteX15" fmla="*/ 151974 w 804534"/>
                  <a:gd name="connsiteY15" fmla="*/ 193114 h 1263012"/>
                  <a:gd name="connsiteX16" fmla="*/ 254552 w 804534"/>
                  <a:gd name="connsiteY16" fmla="*/ 156433 h 1263012"/>
                  <a:gd name="connsiteX17" fmla="*/ 303432 w 804534"/>
                  <a:gd name="connsiteY17" fmla="*/ 139868 h 1263012"/>
                  <a:gd name="connsiteX18" fmla="*/ 520786 w 804534"/>
                  <a:gd name="connsiteY18" fmla="*/ 63688 h 1263012"/>
                  <a:gd name="connsiteX19" fmla="*/ 557326 w 804534"/>
                  <a:gd name="connsiteY19" fmla="*/ 50954 h 1263012"/>
                  <a:gd name="connsiteX20" fmla="*/ 676948 w 804534"/>
                  <a:gd name="connsiteY20" fmla="*/ 8610 h 1263012"/>
                  <a:gd name="connsiteX21" fmla="*/ 695430 w 804534"/>
                  <a:gd name="connsiteY21" fmla="*/ 1933 h 1263012"/>
                  <a:gd name="connsiteX22" fmla="*/ 713629 w 804534"/>
                  <a:gd name="connsiteY22" fmla="*/ 10498 h 1263012"/>
                  <a:gd name="connsiteX23" fmla="*/ 745183 w 804534"/>
                  <a:gd name="connsiteY23" fmla="*/ 99806 h 1263012"/>
                  <a:gd name="connsiteX24" fmla="*/ 789443 w 804534"/>
                  <a:gd name="connsiteY24" fmla="*/ 225372 h 1263012"/>
                  <a:gd name="connsiteX25" fmla="*/ 798176 w 804534"/>
                  <a:gd name="connsiteY25" fmla="*/ 273238 h 1263012"/>
                  <a:gd name="connsiteX26" fmla="*/ 800148 w 804534"/>
                  <a:gd name="connsiteY26" fmla="*/ 323921 h 1263012"/>
                  <a:gd name="connsiteX27" fmla="*/ 800543 w 804534"/>
                  <a:gd name="connsiteY27" fmla="*/ 458954 h 1263012"/>
                  <a:gd name="connsiteX28" fmla="*/ 799416 w 804534"/>
                  <a:gd name="connsiteY28" fmla="*/ 464138 h 1263012"/>
                  <a:gd name="connsiteX29" fmla="*/ 792682 w 804534"/>
                  <a:gd name="connsiteY29" fmla="*/ 464588 h 1263012"/>
                  <a:gd name="connsiteX30" fmla="*/ 788203 w 804534"/>
                  <a:gd name="connsiteY30" fmla="*/ 454897 h 1263012"/>
                  <a:gd name="connsiteX31" fmla="*/ 675906 w 804534"/>
                  <a:gd name="connsiteY31" fmla="*/ 155053 h 1263012"/>
                  <a:gd name="connsiteX32" fmla="*/ 659199 w 804534"/>
                  <a:gd name="connsiteY32" fmla="*/ 147390 h 1263012"/>
                  <a:gd name="connsiteX33" fmla="*/ 148058 w 804534"/>
                  <a:gd name="connsiteY33" fmla="*/ 338712 h 1263012"/>
                  <a:gd name="connsiteX34" fmla="*/ 125379 w 804534"/>
                  <a:gd name="connsiteY34" fmla="*/ 347023 h 1263012"/>
                  <a:gd name="connsiteX35" fmla="*/ 118674 w 804534"/>
                  <a:gd name="connsiteY35" fmla="*/ 361335 h 1263012"/>
                  <a:gd name="connsiteX36" fmla="*/ 156848 w 804534"/>
                  <a:gd name="connsiteY36" fmla="*/ 463574 h 1263012"/>
                  <a:gd name="connsiteX37" fmla="*/ 284866 w 804534"/>
                  <a:gd name="connsiteY37" fmla="*/ 805312 h 1263012"/>
                  <a:gd name="connsiteX38" fmla="*/ 388345 w 804534"/>
                  <a:gd name="connsiteY38" fmla="*/ 1081716 h 1263012"/>
                  <a:gd name="connsiteX39" fmla="*/ 406206 w 804534"/>
                  <a:gd name="connsiteY39" fmla="*/ 1089886 h 1263012"/>
                  <a:gd name="connsiteX40" fmla="*/ 669257 w 804534"/>
                  <a:gd name="connsiteY40" fmla="*/ 991225 h 1263012"/>
                  <a:gd name="connsiteX41" fmla="*/ 788344 w 804534"/>
                  <a:gd name="connsiteY41" fmla="*/ 946937 h 1263012"/>
                  <a:gd name="connsiteX42" fmla="*/ 802796 w 804534"/>
                  <a:gd name="connsiteY42" fmla="*/ 947867 h 1263012"/>
                  <a:gd name="connsiteX43" fmla="*/ 803839 w 804534"/>
                  <a:gd name="connsiteY43" fmla="*/ 990971 h 1263012"/>
                  <a:gd name="connsiteX44" fmla="*/ 801022 w 804534"/>
                  <a:gd name="connsiteY44" fmla="*/ 996296 h 1263012"/>
                  <a:gd name="connsiteX45" fmla="*/ 801529 w 804534"/>
                  <a:gd name="connsiteY45" fmla="*/ 1099493 h 1263012"/>
                  <a:gd name="connsiteX46" fmla="*/ 800655 w 804534"/>
                  <a:gd name="connsiteY46" fmla="*/ 1108987 h 1263012"/>
                  <a:gd name="connsiteX47" fmla="*/ 792344 w 804534"/>
                  <a:gd name="connsiteY47" fmla="*/ 1115326 h 1263012"/>
                  <a:gd name="connsiteX48" fmla="*/ 684386 w 804534"/>
                  <a:gd name="connsiteY48" fmla="*/ 1153501 h 1263012"/>
                  <a:gd name="connsiteX49" fmla="*/ 666834 w 804534"/>
                  <a:gd name="connsiteY49" fmla="*/ 1156628 h 1263012"/>
                  <a:gd name="connsiteX50" fmla="*/ 601952 w 804534"/>
                  <a:gd name="connsiteY50" fmla="*/ 1178912 h 1263012"/>
                  <a:gd name="connsiteX51" fmla="*/ 469962 w 804534"/>
                  <a:gd name="connsiteY51" fmla="*/ 1225370 h 1263012"/>
                  <a:gd name="connsiteX52" fmla="*/ 466046 w 804534"/>
                  <a:gd name="connsiteY52" fmla="*/ 1227455 h 1263012"/>
                  <a:gd name="connsiteX53" fmla="*/ 375273 w 804534"/>
                  <a:gd name="connsiteY53" fmla="*/ 1259064 h 1263012"/>
                  <a:gd name="connsiteX54" fmla="*/ 352960 w 804534"/>
                  <a:gd name="connsiteY54" fmla="*/ 1248725 h 1263012"/>
                  <a:gd name="connsiteX55" fmla="*/ 331886 w 804534"/>
                  <a:gd name="connsiteY55" fmla="*/ 1191083 h 1263012"/>
                  <a:gd name="connsiteX0" fmla="*/ 331886 w 804534"/>
                  <a:gd name="connsiteY0" fmla="*/ 1191083 h 1263012"/>
                  <a:gd name="connsiteX1" fmla="*/ 288697 w 804534"/>
                  <a:gd name="connsiteY1" fmla="*/ 1069433 h 1263012"/>
                  <a:gd name="connsiteX2" fmla="*/ 280753 w 804534"/>
                  <a:gd name="connsiteY2" fmla="*/ 1054726 h 1263012"/>
                  <a:gd name="connsiteX3" fmla="*/ 227816 w 804534"/>
                  <a:gd name="connsiteY3" fmla="*/ 903973 h 1263012"/>
                  <a:gd name="connsiteX4" fmla="*/ 222660 w 804534"/>
                  <a:gd name="connsiteY4" fmla="*/ 881547 h 1263012"/>
                  <a:gd name="connsiteX5" fmla="*/ 179753 w 804534"/>
                  <a:gd name="connsiteY5" fmla="*/ 757925 h 1263012"/>
                  <a:gd name="connsiteX6" fmla="*/ 157665 w 804534"/>
                  <a:gd name="connsiteY6" fmla="*/ 695888 h 1263012"/>
                  <a:gd name="connsiteX7" fmla="*/ 151185 w 804534"/>
                  <a:gd name="connsiteY7" fmla="*/ 686647 h 1263012"/>
                  <a:gd name="connsiteX8" fmla="*/ 84331 w 804534"/>
                  <a:gd name="connsiteY8" fmla="*/ 496424 h 1263012"/>
                  <a:gd name="connsiteX9" fmla="*/ 82641 w 804534"/>
                  <a:gd name="connsiteY9" fmla="*/ 490423 h 1263012"/>
                  <a:gd name="connsiteX10" fmla="*/ 84979 w 804534"/>
                  <a:gd name="connsiteY10" fmla="*/ 479210 h 1263012"/>
                  <a:gd name="connsiteX11" fmla="*/ 78837 w 804534"/>
                  <a:gd name="connsiteY11" fmla="*/ 441064 h 1263012"/>
                  <a:gd name="connsiteX12" fmla="*/ 56102 w 804534"/>
                  <a:gd name="connsiteY12" fmla="*/ 415061 h 1263012"/>
                  <a:gd name="connsiteX13" fmla="*/ 2122 w 804534"/>
                  <a:gd name="connsiteY13" fmla="*/ 262504 h 1263012"/>
                  <a:gd name="connsiteX14" fmla="*/ 10236 w 804534"/>
                  <a:gd name="connsiteY14" fmla="*/ 243065 h 1263012"/>
                  <a:gd name="connsiteX15" fmla="*/ 254552 w 804534"/>
                  <a:gd name="connsiteY15" fmla="*/ 156433 h 1263012"/>
                  <a:gd name="connsiteX16" fmla="*/ 303432 w 804534"/>
                  <a:gd name="connsiteY16" fmla="*/ 139868 h 1263012"/>
                  <a:gd name="connsiteX17" fmla="*/ 520786 w 804534"/>
                  <a:gd name="connsiteY17" fmla="*/ 63688 h 1263012"/>
                  <a:gd name="connsiteX18" fmla="*/ 557326 w 804534"/>
                  <a:gd name="connsiteY18" fmla="*/ 50954 h 1263012"/>
                  <a:gd name="connsiteX19" fmla="*/ 676948 w 804534"/>
                  <a:gd name="connsiteY19" fmla="*/ 8610 h 1263012"/>
                  <a:gd name="connsiteX20" fmla="*/ 695430 w 804534"/>
                  <a:gd name="connsiteY20" fmla="*/ 1933 h 1263012"/>
                  <a:gd name="connsiteX21" fmla="*/ 713629 w 804534"/>
                  <a:gd name="connsiteY21" fmla="*/ 10498 h 1263012"/>
                  <a:gd name="connsiteX22" fmla="*/ 745183 w 804534"/>
                  <a:gd name="connsiteY22" fmla="*/ 99806 h 1263012"/>
                  <a:gd name="connsiteX23" fmla="*/ 789443 w 804534"/>
                  <a:gd name="connsiteY23" fmla="*/ 225372 h 1263012"/>
                  <a:gd name="connsiteX24" fmla="*/ 798176 w 804534"/>
                  <a:gd name="connsiteY24" fmla="*/ 273238 h 1263012"/>
                  <a:gd name="connsiteX25" fmla="*/ 800148 w 804534"/>
                  <a:gd name="connsiteY25" fmla="*/ 323921 h 1263012"/>
                  <a:gd name="connsiteX26" fmla="*/ 800543 w 804534"/>
                  <a:gd name="connsiteY26" fmla="*/ 458954 h 1263012"/>
                  <a:gd name="connsiteX27" fmla="*/ 799416 w 804534"/>
                  <a:gd name="connsiteY27" fmla="*/ 464138 h 1263012"/>
                  <a:gd name="connsiteX28" fmla="*/ 792682 w 804534"/>
                  <a:gd name="connsiteY28" fmla="*/ 464588 h 1263012"/>
                  <a:gd name="connsiteX29" fmla="*/ 788203 w 804534"/>
                  <a:gd name="connsiteY29" fmla="*/ 454897 h 1263012"/>
                  <a:gd name="connsiteX30" fmla="*/ 675906 w 804534"/>
                  <a:gd name="connsiteY30" fmla="*/ 155053 h 1263012"/>
                  <a:gd name="connsiteX31" fmla="*/ 659199 w 804534"/>
                  <a:gd name="connsiteY31" fmla="*/ 147390 h 1263012"/>
                  <a:gd name="connsiteX32" fmla="*/ 148058 w 804534"/>
                  <a:gd name="connsiteY32" fmla="*/ 338712 h 1263012"/>
                  <a:gd name="connsiteX33" fmla="*/ 125379 w 804534"/>
                  <a:gd name="connsiteY33" fmla="*/ 347023 h 1263012"/>
                  <a:gd name="connsiteX34" fmla="*/ 118674 w 804534"/>
                  <a:gd name="connsiteY34" fmla="*/ 361335 h 1263012"/>
                  <a:gd name="connsiteX35" fmla="*/ 156848 w 804534"/>
                  <a:gd name="connsiteY35" fmla="*/ 463574 h 1263012"/>
                  <a:gd name="connsiteX36" fmla="*/ 284866 w 804534"/>
                  <a:gd name="connsiteY36" fmla="*/ 805312 h 1263012"/>
                  <a:gd name="connsiteX37" fmla="*/ 388345 w 804534"/>
                  <a:gd name="connsiteY37" fmla="*/ 1081716 h 1263012"/>
                  <a:gd name="connsiteX38" fmla="*/ 406206 w 804534"/>
                  <a:gd name="connsiteY38" fmla="*/ 1089886 h 1263012"/>
                  <a:gd name="connsiteX39" fmla="*/ 669257 w 804534"/>
                  <a:gd name="connsiteY39" fmla="*/ 991225 h 1263012"/>
                  <a:gd name="connsiteX40" fmla="*/ 788344 w 804534"/>
                  <a:gd name="connsiteY40" fmla="*/ 946937 h 1263012"/>
                  <a:gd name="connsiteX41" fmla="*/ 802796 w 804534"/>
                  <a:gd name="connsiteY41" fmla="*/ 947867 h 1263012"/>
                  <a:gd name="connsiteX42" fmla="*/ 803839 w 804534"/>
                  <a:gd name="connsiteY42" fmla="*/ 990971 h 1263012"/>
                  <a:gd name="connsiteX43" fmla="*/ 801022 w 804534"/>
                  <a:gd name="connsiteY43" fmla="*/ 996296 h 1263012"/>
                  <a:gd name="connsiteX44" fmla="*/ 801529 w 804534"/>
                  <a:gd name="connsiteY44" fmla="*/ 1099493 h 1263012"/>
                  <a:gd name="connsiteX45" fmla="*/ 800655 w 804534"/>
                  <a:gd name="connsiteY45" fmla="*/ 1108987 h 1263012"/>
                  <a:gd name="connsiteX46" fmla="*/ 792344 w 804534"/>
                  <a:gd name="connsiteY46" fmla="*/ 1115326 h 1263012"/>
                  <a:gd name="connsiteX47" fmla="*/ 684386 w 804534"/>
                  <a:gd name="connsiteY47" fmla="*/ 1153501 h 1263012"/>
                  <a:gd name="connsiteX48" fmla="*/ 666834 w 804534"/>
                  <a:gd name="connsiteY48" fmla="*/ 1156628 h 1263012"/>
                  <a:gd name="connsiteX49" fmla="*/ 601952 w 804534"/>
                  <a:gd name="connsiteY49" fmla="*/ 1178912 h 1263012"/>
                  <a:gd name="connsiteX50" fmla="*/ 469962 w 804534"/>
                  <a:gd name="connsiteY50" fmla="*/ 1225370 h 1263012"/>
                  <a:gd name="connsiteX51" fmla="*/ 466046 w 804534"/>
                  <a:gd name="connsiteY51" fmla="*/ 1227455 h 1263012"/>
                  <a:gd name="connsiteX52" fmla="*/ 375273 w 804534"/>
                  <a:gd name="connsiteY52" fmla="*/ 1259064 h 1263012"/>
                  <a:gd name="connsiteX53" fmla="*/ 352960 w 804534"/>
                  <a:gd name="connsiteY53" fmla="*/ 1248725 h 1263012"/>
                  <a:gd name="connsiteX54" fmla="*/ 331886 w 804534"/>
                  <a:gd name="connsiteY54" fmla="*/ 1191083 h 1263012"/>
                  <a:gd name="connsiteX0" fmla="*/ 331886 w 804534"/>
                  <a:gd name="connsiteY0" fmla="*/ 1191083 h 1263012"/>
                  <a:gd name="connsiteX1" fmla="*/ 288697 w 804534"/>
                  <a:gd name="connsiteY1" fmla="*/ 1069433 h 1263012"/>
                  <a:gd name="connsiteX2" fmla="*/ 280753 w 804534"/>
                  <a:gd name="connsiteY2" fmla="*/ 1054726 h 1263012"/>
                  <a:gd name="connsiteX3" fmla="*/ 227816 w 804534"/>
                  <a:gd name="connsiteY3" fmla="*/ 903973 h 1263012"/>
                  <a:gd name="connsiteX4" fmla="*/ 222660 w 804534"/>
                  <a:gd name="connsiteY4" fmla="*/ 881547 h 1263012"/>
                  <a:gd name="connsiteX5" fmla="*/ 179753 w 804534"/>
                  <a:gd name="connsiteY5" fmla="*/ 757925 h 1263012"/>
                  <a:gd name="connsiteX6" fmla="*/ 157665 w 804534"/>
                  <a:gd name="connsiteY6" fmla="*/ 695888 h 1263012"/>
                  <a:gd name="connsiteX7" fmla="*/ 151185 w 804534"/>
                  <a:gd name="connsiteY7" fmla="*/ 686647 h 1263012"/>
                  <a:gd name="connsiteX8" fmla="*/ 84331 w 804534"/>
                  <a:gd name="connsiteY8" fmla="*/ 496424 h 1263012"/>
                  <a:gd name="connsiteX9" fmla="*/ 82641 w 804534"/>
                  <a:gd name="connsiteY9" fmla="*/ 490423 h 1263012"/>
                  <a:gd name="connsiteX10" fmla="*/ 84979 w 804534"/>
                  <a:gd name="connsiteY10" fmla="*/ 479210 h 1263012"/>
                  <a:gd name="connsiteX11" fmla="*/ 56102 w 804534"/>
                  <a:gd name="connsiteY11" fmla="*/ 415061 h 1263012"/>
                  <a:gd name="connsiteX12" fmla="*/ 2122 w 804534"/>
                  <a:gd name="connsiteY12" fmla="*/ 262504 h 1263012"/>
                  <a:gd name="connsiteX13" fmla="*/ 10236 w 804534"/>
                  <a:gd name="connsiteY13" fmla="*/ 243065 h 1263012"/>
                  <a:gd name="connsiteX14" fmla="*/ 254552 w 804534"/>
                  <a:gd name="connsiteY14" fmla="*/ 156433 h 1263012"/>
                  <a:gd name="connsiteX15" fmla="*/ 303432 w 804534"/>
                  <a:gd name="connsiteY15" fmla="*/ 139868 h 1263012"/>
                  <a:gd name="connsiteX16" fmla="*/ 520786 w 804534"/>
                  <a:gd name="connsiteY16" fmla="*/ 63688 h 1263012"/>
                  <a:gd name="connsiteX17" fmla="*/ 557326 w 804534"/>
                  <a:gd name="connsiteY17" fmla="*/ 50954 h 1263012"/>
                  <a:gd name="connsiteX18" fmla="*/ 676948 w 804534"/>
                  <a:gd name="connsiteY18" fmla="*/ 8610 h 1263012"/>
                  <a:gd name="connsiteX19" fmla="*/ 695430 w 804534"/>
                  <a:gd name="connsiteY19" fmla="*/ 1933 h 1263012"/>
                  <a:gd name="connsiteX20" fmla="*/ 713629 w 804534"/>
                  <a:gd name="connsiteY20" fmla="*/ 10498 h 1263012"/>
                  <a:gd name="connsiteX21" fmla="*/ 745183 w 804534"/>
                  <a:gd name="connsiteY21" fmla="*/ 99806 h 1263012"/>
                  <a:gd name="connsiteX22" fmla="*/ 789443 w 804534"/>
                  <a:gd name="connsiteY22" fmla="*/ 225372 h 1263012"/>
                  <a:gd name="connsiteX23" fmla="*/ 798176 w 804534"/>
                  <a:gd name="connsiteY23" fmla="*/ 273238 h 1263012"/>
                  <a:gd name="connsiteX24" fmla="*/ 800148 w 804534"/>
                  <a:gd name="connsiteY24" fmla="*/ 323921 h 1263012"/>
                  <a:gd name="connsiteX25" fmla="*/ 800543 w 804534"/>
                  <a:gd name="connsiteY25" fmla="*/ 458954 h 1263012"/>
                  <a:gd name="connsiteX26" fmla="*/ 799416 w 804534"/>
                  <a:gd name="connsiteY26" fmla="*/ 464138 h 1263012"/>
                  <a:gd name="connsiteX27" fmla="*/ 792682 w 804534"/>
                  <a:gd name="connsiteY27" fmla="*/ 464588 h 1263012"/>
                  <a:gd name="connsiteX28" fmla="*/ 788203 w 804534"/>
                  <a:gd name="connsiteY28" fmla="*/ 454897 h 1263012"/>
                  <a:gd name="connsiteX29" fmla="*/ 675906 w 804534"/>
                  <a:gd name="connsiteY29" fmla="*/ 155053 h 1263012"/>
                  <a:gd name="connsiteX30" fmla="*/ 659199 w 804534"/>
                  <a:gd name="connsiteY30" fmla="*/ 147390 h 1263012"/>
                  <a:gd name="connsiteX31" fmla="*/ 148058 w 804534"/>
                  <a:gd name="connsiteY31" fmla="*/ 338712 h 1263012"/>
                  <a:gd name="connsiteX32" fmla="*/ 125379 w 804534"/>
                  <a:gd name="connsiteY32" fmla="*/ 347023 h 1263012"/>
                  <a:gd name="connsiteX33" fmla="*/ 118674 w 804534"/>
                  <a:gd name="connsiteY33" fmla="*/ 361335 h 1263012"/>
                  <a:gd name="connsiteX34" fmla="*/ 156848 w 804534"/>
                  <a:gd name="connsiteY34" fmla="*/ 463574 h 1263012"/>
                  <a:gd name="connsiteX35" fmla="*/ 284866 w 804534"/>
                  <a:gd name="connsiteY35" fmla="*/ 805312 h 1263012"/>
                  <a:gd name="connsiteX36" fmla="*/ 388345 w 804534"/>
                  <a:gd name="connsiteY36" fmla="*/ 1081716 h 1263012"/>
                  <a:gd name="connsiteX37" fmla="*/ 406206 w 804534"/>
                  <a:gd name="connsiteY37" fmla="*/ 1089886 h 1263012"/>
                  <a:gd name="connsiteX38" fmla="*/ 669257 w 804534"/>
                  <a:gd name="connsiteY38" fmla="*/ 991225 h 1263012"/>
                  <a:gd name="connsiteX39" fmla="*/ 788344 w 804534"/>
                  <a:gd name="connsiteY39" fmla="*/ 946937 h 1263012"/>
                  <a:gd name="connsiteX40" fmla="*/ 802796 w 804534"/>
                  <a:gd name="connsiteY40" fmla="*/ 947867 h 1263012"/>
                  <a:gd name="connsiteX41" fmla="*/ 803839 w 804534"/>
                  <a:gd name="connsiteY41" fmla="*/ 990971 h 1263012"/>
                  <a:gd name="connsiteX42" fmla="*/ 801022 w 804534"/>
                  <a:gd name="connsiteY42" fmla="*/ 996296 h 1263012"/>
                  <a:gd name="connsiteX43" fmla="*/ 801529 w 804534"/>
                  <a:gd name="connsiteY43" fmla="*/ 1099493 h 1263012"/>
                  <a:gd name="connsiteX44" fmla="*/ 800655 w 804534"/>
                  <a:gd name="connsiteY44" fmla="*/ 1108987 h 1263012"/>
                  <a:gd name="connsiteX45" fmla="*/ 792344 w 804534"/>
                  <a:gd name="connsiteY45" fmla="*/ 1115326 h 1263012"/>
                  <a:gd name="connsiteX46" fmla="*/ 684386 w 804534"/>
                  <a:gd name="connsiteY46" fmla="*/ 1153501 h 1263012"/>
                  <a:gd name="connsiteX47" fmla="*/ 666834 w 804534"/>
                  <a:gd name="connsiteY47" fmla="*/ 1156628 h 1263012"/>
                  <a:gd name="connsiteX48" fmla="*/ 601952 w 804534"/>
                  <a:gd name="connsiteY48" fmla="*/ 1178912 h 1263012"/>
                  <a:gd name="connsiteX49" fmla="*/ 469962 w 804534"/>
                  <a:gd name="connsiteY49" fmla="*/ 1225370 h 1263012"/>
                  <a:gd name="connsiteX50" fmla="*/ 466046 w 804534"/>
                  <a:gd name="connsiteY50" fmla="*/ 1227455 h 1263012"/>
                  <a:gd name="connsiteX51" fmla="*/ 375273 w 804534"/>
                  <a:gd name="connsiteY51" fmla="*/ 1259064 h 1263012"/>
                  <a:gd name="connsiteX52" fmla="*/ 352960 w 804534"/>
                  <a:gd name="connsiteY52" fmla="*/ 1248725 h 1263012"/>
                  <a:gd name="connsiteX53" fmla="*/ 331886 w 804534"/>
                  <a:gd name="connsiteY53" fmla="*/ 1191083 h 1263012"/>
                  <a:gd name="connsiteX0" fmla="*/ 56102 w 804534"/>
                  <a:gd name="connsiteY0" fmla="*/ 415061 h 1263012"/>
                  <a:gd name="connsiteX1" fmla="*/ 2122 w 804534"/>
                  <a:gd name="connsiteY1" fmla="*/ 262504 h 1263012"/>
                  <a:gd name="connsiteX2" fmla="*/ 10236 w 804534"/>
                  <a:gd name="connsiteY2" fmla="*/ 243065 h 1263012"/>
                  <a:gd name="connsiteX3" fmla="*/ 254552 w 804534"/>
                  <a:gd name="connsiteY3" fmla="*/ 156433 h 1263012"/>
                  <a:gd name="connsiteX4" fmla="*/ 303432 w 804534"/>
                  <a:gd name="connsiteY4" fmla="*/ 139868 h 1263012"/>
                  <a:gd name="connsiteX5" fmla="*/ 520786 w 804534"/>
                  <a:gd name="connsiteY5" fmla="*/ 63688 h 1263012"/>
                  <a:gd name="connsiteX6" fmla="*/ 557326 w 804534"/>
                  <a:gd name="connsiteY6" fmla="*/ 50954 h 1263012"/>
                  <a:gd name="connsiteX7" fmla="*/ 676948 w 804534"/>
                  <a:gd name="connsiteY7" fmla="*/ 8610 h 1263012"/>
                  <a:gd name="connsiteX8" fmla="*/ 695430 w 804534"/>
                  <a:gd name="connsiteY8" fmla="*/ 1933 h 1263012"/>
                  <a:gd name="connsiteX9" fmla="*/ 713629 w 804534"/>
                  <a:gd name="connsiteY9" fmla="*/ 10498 h 1263012"/>
                  <a:gd name="connsiteX10" fmla="*/ 745183 w 804534"/>
                  <a:gd name="connsiteY10" fmla="*/ 99806 h 1263012"/>
                  <a:gd name="connsiteX11" fmla="*/ 789443 w 804534"/>
                  <a:gd name="connsiteY11" fmla="*/ 225372 h 1263012"/>
                  <a:gd name="connsiteX12" fmla="*/ 798176 w 804534"/>
                  <a:gd name="connsiteY12" fmla="*/ 273238 h 1263012"/>
                  <a:gd name="connsiteX13" fmla="*/ 800148 w 804534"/>
                  <a:gd name="connsiteY13" fmla="*/ 323921 h 1263012"/>
                  <a:gd name="connsiteX14" fmla="*/ 800543 w 804534"/>
                  <a:gd name="connsiteY14" fmla="*/ 458954 h 1263012"/>
                  <a:gd name="connsiteX15" fmla="*/ 799416 w 804534"/>
                  <a:gd name="connsiteY15" fmla="*/ 464138 h 1263012"/>
                  <a:gd name="connsiteX16" fmla="*/ 792682 w 804534"/>
                  <a:gd name="connsiteY16" fmla="*/ 464588 h 1263012"/>
                  <a:gd name="connsiteX17" fmla="*/ 788203 w 804534"/>
                  <a:gd name="connsiteY17" fmla="*/ 454897 h 1263012"/>
                  <a:gd name="connsiteX18" fmla="*/ 675906 w 804534"/>
                  <a:gd name="connsiteY18" fmla="*/ 155053 h 1263012"/>
                  <a:gd name="connsiteX19" fmla="*/ 659199 w 804534"/>
                  <a:gd name="connsiteY19" fmla="*/ 147390 h 1263012"/>
                  <a:gd name="connsiteX20" fmla="*/ 148058 w 804534"/>
                  <a:gd name="connsiteY20" fmla="*/ 338712 h 1263012"/>
                  <a:gd name="connsiteX21" fmla="*/ 125379 w 804534"/>
                  <a:gd name="connsiteY21" fmla="*/ 347023 h 1263012"/>
                  <a:gd name="connsiteX22" fmla="*/ 118674 w 804534"/>
                  <a:gd name="connsiteY22" fmla="*/ 361335 h 1263012"/>
                  <a:gd name="connsiteX23" fmla="*/ 156848 w 804534"/>
                  <a:gd name="connsiteY23" fmla="*/ 463574 h 1263012"/>
                  <a:gd name="connsiteX24" fmla="*/ 284866 w 804534"/>
                  <a:gd name="connsiteY24" fmla="*/ 805312 h 1263012"/>
                  <a:gd name="connsiteX25" fmla="*/ 388345 w 804534"/>
                  <a:gd name="connsiteY25" fmla="*/ 1081716 h 1263012"/>
                  <a:gd name="connsiteX26" fmla="*/ 406206 w 804534"/>
                  <a:gd name="connsiteY26" fmla="*/ 1089886 h 1263012"/>
                  <a:gd name="connsiteX27" fmla="*/ 669257 w 804534"/>
                  <a:gd name="connsiteY27" fmla="*/ 991225 h 1263012"/>
                  <a:gd name="connsiteX28" fmla="*/ 788344 w 804534"/>
                  <a:gd name="connsiteY28" fmla="*/ 946937 h 1263012"/>
                  <a:gd name="connsiteX29" fmla="*/ 802796 w 804534"/>
                  <a:gd name="connsiteY29" fmla="*/ 947867 h 1263012"/>
                  <a:gd name="connsiteX30" fmla="*/ 803839 w 804534"/>
                  <a:gd name="connsiteY30" fmla="*/ 990971 h 1263012"/>
                  <a:gd name="connsiteX31" fmla="*/ 801022 w 804534"/>
                  <a:gd name="connsiteY31" fmla="*/ 996296 h 1263012"/>
                  <a:gd name="connsiteX32" fmla="*/ 801529 w 804534"/>
                  <a:gd name="connsiteY32" fmla="*/ 1099493 h 1263012"/>
                  <a:gd name="connsiteX33" fmla="*/ 800655 w 804534"/>
                  <a:gd name="connsiteY33" fmla="*/ 1108987 h 1263012"/>
                  <a:gd name="connsiteX34" fmla="*/ 792344 w 804534"/>
                  <a:gd name="connsiteY34" fmla="*/ 1115326 h 1263012"/>
                  <a:gd name="connsiteX35" fmla="*/ 684386 w 804534"/>
                  <a:gd name="connsiteY35" fmla="*/ 1153501 h 1263012"/>
                  <a:gd name="connsiteX36" fmla="*/ 666834 w 804534"/>
                  <a:gd name="connsiteY36" fmla="*/ 1156628 h 1263012"/>
                  <a:gd name="connsiteX37" fmla="*/ 601952 w 804534"/>
                  <a:gd name="connsiteY37" fmla="*/ 1178912 h 1263012"/>
                  <a:gd name="connsiteX38" fmla="*/ 469962 w 804534"/>
                  <a:gd name="connsiteY38" fmla="*/ 1225370 h 1263012"/>
                  <a:gd name="connsiteX39" fmla="*/ 466046 w 804534"/>
                  <a:gd name="connsiteY39" fmla="*/ 1227455 h 1263012"/>
                  <a:gd name="connsiteX40" fmla="*/ 375273 w 804534"/>
                  <a:gd name="connsiteY40" fmla="*/ 1259064 h 1263012"/>
                  <a:gd name="connsiteX41" fmla="*/ 352960 w 804534"/>
                  <a:gd name="connsiteY41" fmla="*/ 1248725 h 1263012"/>
                  <a:gd name="connsiteX42" fmla="*/ 331886 w 804534"/>
                  <a:gd name="connsiteY42" fmla="*/ 1191083 h 1263012"/>
                  <a:gd name="connsiteX43" fmla="*/ 288697 w 804534"/>
                  <a:gd name="connsiteY43" fmla="*/ 1069433 h 1263012"/>
                  <a:gd name="connsiteX44" fmla="*/ 280753 w 804534"/>
                  <a:gd name="connsiteY44" fmla="*/ 1054726 h 1263012"/>
                  <a:gd name="connsiteX45" fmla="*/ 227816 w 804534"/>
                  <a:gd name="connsiteY45" fmla="*/ 903973 h 1263012"/>
                  <a:gd name="connsiteX46" fmla="*/ 222660 w 804534"/>
                  <a:gd name="connsiteY46" fmla="*/ 881547 h 1263012"/>
                  <a:gd name="connsiteX47" fmla="*/ 179753 w 804534"/>
                  <a:gd name="connsiteY47" fmla="*/ 757925 h 1263012"/>
                  <a:gd name="connsiteX48" fmla="*/ 157665 w 804534"/>
                  <a:gd name="connsiteY48" fmla="*/ 695888 h 1263012"/>
                  <a:gd name="connsiteX49" fmla="*/ 151185 w 804534"/>
                  <a:gd name="connsiteY49" fmla="*/ 686647 h 1263012"/>
                  <a:gd name="connsiteX50" fmla="*/ 84331 w 804534"/>
                  <a:gd name="connsiteY50" fmla="*/ 496424 h 1263012"/>
                  <a:gd name="connsiteX51" fmla="*/ 82641 w 804534"/>
                  <a:gd name="connsiteY51" fmla="*/ 490423 h 1263012"/>
                  <a:gd name="connsiteX52" fmla="*/ 133550 w 804534"/>
                  <a:gd name="connsiteY52" fmla="*/ 527781 h 1263012"/>
                  <a:gd name="connsiteX0" fmla="*/ 56102 w 804534"/>
                  <a:gd name="connsiteY0" fmla="*/ 415061 h 1263012"/>
                  <a:gd name="connsiteX1" fmla="*/ 2122 w 804534"/>
                  <a:gd name="connsiteY1" fmla="*/ 262504 h 1263012"/>
                  <a:gd name="connsiteX2" fmla="*/ 10236 w 804534"/>
                  <a:gd name="connsiteY2" fmla="*/ 243065 h 1263012"/>
                  <a:gd name="connsiteX3" fmla="*/ 254552 w 804534"/>
                  <a:gd name="connsiteY3" fmla="*/ 156433 h 1263012"/>
                  <a:gd name="connsiteX4" fmla="*/ 303432 w 804534"/>
                  <a:gd name="connsiteY4" fmla="*/ 139868 h 1263012"/>
                  <a:gd name="connsiteX5" fmla="*/ 520786 w 804534"/>
                  <a:gd name="connsiteY5" fmla="*/ 63688 h 1263012"/>
                  <a:gd name="connsiteX6" fmla="*/ 557326 w 804534"/>
                  <a:gd name="connsiteY6" fmla="*/ 50954 h 1263012"/>
                  <a:gd name="connsiteX7" fmla="*/ 676948 w 804534"/>
                  <a:gd name="connsiteY7" fmla="*/ 8610 h 1263012"/>
                  <a:gd name="connsiteX8" fmla="*/ 695430 w 804534"/>
                  <a:gd name="connsiteY8" fmla="*/ 1933 h 1263012"/>
                  <a:gd name="connsiteX9" fmla="*/ 713629 w 804534"/>
                  <a:gd name="connsiteY9" fmla="*/ 10498 h 1263012"/>
                  <a:gd name="connsiteX10" fmla="*/ 745183 w 804534"/>
                  <a:gd name="connsiteY10" fmla="*/ 99806 h 1263012"/>
                  <a:gd name="connsiteX11" fmla="*/ 789443 w 804534"/>
                  <a:gd name="connsiteY11" fmla="*/ 225372 h 1263012"/>
                  <a:gd name="connsiteX12" fmla="*/ 798176 w 804534"/>
                  <a:gd name="connsiteY12" fmla="*/ 273238 h 1263012"/>
                  <a:gd name="connsiteX13" fmla="*/ 800148 w 804534"/>
                  <a:gd name="connsiteY13" fmla="*/ 323921 h 1263012"/>
                  <a:gd name="connsiteX14" fmla="*/ 800543 w 804534"/>
                  <a:gd name="connsiteY14" fmla="*/ 458954 h 1263012"/>
                  <a:gd name="connsiteX15" fmla="*/ 799416 w 804534"/>
                  <a:gd name="connsiteY15" fmla="*/ 464138 h 1263012"/>
                  <a:gd name="connsiteX16" fmla="*/ 792682 w 804534"/>
                  <a:gd name="connsiteY16" fmla="*/ 464588 h 1263012"/>
                  <a:gd name="connsiteX17" fmla="*/ 788203 w 804534"/>
                  <a:gd name="connsiteY17" fmla="*/ 454897 h 1263012"/>
                  <a:gd name="connsiteX18" fmla="*/ 675906 w 804534"/>
                  <a:gd name="connsiteY18" fmla="*/ 155053 h 1263012"/>
                  <a:gd name="connsiteX19" fmla="*/ 659199 w 804534"/>
                  <a:gd name="connsiteY19" fmla="*/ 147390 h 1263012"/>
                  <a:gd name="connsiteX20" fmla="*/ 148058 w 804534"/>
                  <a:gd name="connsiteY20" fmla="*/ 338712 h 1263012"/>
                  <a:gd name="connsiteX21" fmla="*/ 125379 w 804534"/>
                  <a:gd name="connsiteY21" fmla="*/ 347023 h 1263012"/>
                  <a:gd name="connsiteX22" fmla="*/ 118674 w 804534"/>
                  <a:gd name="connsiteY22" fmla="*/ 361335 h 1263012"/>
                  <a:gd name="connsiteX23" fmla="*/ 156848 w 804534"/>
                  <a:gd name="connsiteY23" fmla="*/ 463574 h 1263012"/>
                  <a:gd name="connsiteX24" fmla="*/ 284866 w 804534"/>
                  <a:gd name="connsiteY24" fmla="*/ 805312 h 1263012"/>
                  <a:gd name="connsiteX25" fmla="*/ 388345 w 804534"/>
                  <a:gd name="connsiteY25" fmla="*/ 1081716 h 1263012"/>
                  <a:gd name="connsiteX26" fmla="*/ 406206 w 804534"/>
                  <a:gd name="connsiteY26" fmla="*/ 1089886 h 1263012"/>
                  <a:gd name="connsiteX27" fmla="*/ 669257 w 804534"/>
                  <a:gd name="connsiteY27" fmla="*/ 991225 h 1263012"/>
                  <a:gd name="connsiteX28" fmla="*/ 788344 w 804534"/>
                  <a:gd name="connsiteY28" fmla="*/ 946937 h 1263012"/>
                  <a:gd name="connsiteX29" fmla="*/ 802796 w 804534"/>
                  <a:gd name="connsiteY29" fmla="*/ 947867 h 1263012"/>
                  <a:gd name="connsiteX30" fmla="*/ 803839 w 804534"/>
                  <a:gd name="connsiteY30" fmla="*/ 990971 h 1263012"/>
                  <a:gd name="connsiteX31" fmla="*/ 801022 w 804534"/>
                  <a:gd name="connsiteY31" fmla="*/ 996296 h 1263012"/>
                  <a:gd name="connsiteX32" fmla="*/ 801529 w 804534"/>
                  <a:gd name="connsiteY32" fmla="*/ 1099493 h 1263012"/>
                  <a:gd name="connsiteX33" fmla="*/ 800655 w 804534"/>
                  <a:gd name="connsiteY33" fmla="*/ 1108987 h 1263012"/>
                  <a:gd name="connsiteX34" fmla="*/ 792344 w 804534"/>
                  <a:gd name="connsiteY34" fmla="*/ 1115326 h 1263012"/>
                  <a:gd name="connsiteX35" fmla="*/ 684386 w 804534"/>
                  <a:gd name="connsiteY35" fmla="*/ 1153501 h 1263012"/>
                  <a:gd name="connsiteX36" fmla="*/ 666834 w 804534"/>
                  <a:gd name="connsiteY36" fmla="*/ 1156628 h 1263012"/>
                  <a:gd name="connsiteX37" fmla="*/ 601952 w 804534"/>
                  <a:gd name="connsiteY37" fmla="*/ 1178912 h 1263012"/>
                  <a:gd name="connsiteX38" fmla="*/ 469962 w 804534"/>
                  <a:gd name="connsiteY38" fmla="*/ 1225370 h 1263012"/>
                  <a:gd name="connsiteX39" fmla="*/ 466046 w 804534"/>
                  <a:gd name="connsiteY39" fmla="*/ 1227455 h 1263012"/>
                  <a:gd name="connsiteX40" fmla="*/ 375273 w 804534"/>
                  <a:gd name="connsiteY40" fmla="*/ 1259064 h 1263012"/>
                  <a:gd name="connsiteX41" fmla="*/ 352960 w 804534"/>
                  <a:gd name="connsiteY41" fmla="*/ 1248725 h 1263012"/>
                  <a:gd name="connsiteX42" fmla="*/ 331886 w 804534"/>
                  <a:gd name="connsiteY42" fmla="*/ 1191083 h 1263012"/>
                  <a:gd name="connsiteX43" fmla="*/ 288697 w 804534"/>
                  <a:gd name="connsiteY43" fmla="*/ 1069433 h 1263012"/>
                  <a:gd name="connsiteX44" fmla="*/ 280753 w 804534"/>
                  <a:gd name="connsiteY44" fmla="*/ 1054726 h 1263012"/>
                  <a:gd name="connsiteX45" fmla="*/ 227816 w 804534"/>
                  <a:gd name="connsiteY45" fmla="*/ 903973 h 1263012"/>
                  <a:gd name="connsiteX46" fmla="*/ 222660 w 804534"/>
                  <a:gd name="connsiteY46" fmla="*/ 881547 h 1263012"/>
                  <a:gd name="connsiteX47" fmla="*/ 179753 w 804534"/>
                  <a:gd name="connsiteY47" fmla="*/ 757925 h 1263012"/>
                  <a:gd name="connsiteX48" fmla="*/ 157665 w 804534"/>
                  <a:gd name="connsiteY48" fmla="*/ 695888 h 1263012"/>
                  <a:gd name="connsiteX49" fmla="*/ 151185 w 804534"/>
                  <a:gd name="connsiteY49" fmla="*/ 686647 h 1263012"/>
                  <a:gd name="connsiteX50" fmla="*/ 84331 w 804534"/>
                  <a:gd name="connsiteY50" fmla="*/ 496424 h 1263012"/>
                  <a:gd name="connsiteX51" fmla="*/ 82641 w 804534"/>
                  <a:gd name="connsiteY51" fmla="*/ 490423 h 1263012"/>
                  <a:gd name="connsiteX0" fmla="*/ 56102 w 804534"/>
                  <a:gd name="connsiteY0" fmla="*/ 415061 h 1263012"/>
                  <a:gd name="connsiteX1" fmla="*/ 2122 w 804534"/>
                  <a:gd name="connsiteY1" fmla="*/ 262504 h 1263012"/>
                  <a:gd name="connsiteX2" fmla="*/ 10236 w 804534"/>
                  <a:gd name="connsiteY2" fmla="*/ 243065 h 1263012"/>
                  <a:gd name="connsiteX3" fmla="*/ 254552 w 804534"/>
                  <a:gd name="connsiteY3" fmla="*/ 156433 h 1263012"/>
                  <a:gd name="connsiteX4" fmla="*/ 303432 w 804534"/>
                  <a:gd name="connsiteY4" fmla="*/ 139868 h 1263012"/>
                  <a:gd name="connsiteX5" fmla="*/ 520786 w 804534"/>
                  <a:gd name="connsiteY5" fmla="*/ 63688 h 1263012"/>
                  <a:gd name="connsiteX6" fmla="*/ 557326 w 804534"/>
                  <a:gd name="connsiteY6" fmla="*/ 50954 h 1263012"/>
                  <a:gd name="connsiteX7" fmla="*/ 676948 w 804534"/>
                  <a:gd name="connsiteY7" fmla="*/ 8610 h 1263012"/>
                  <a:gd name="connsiteX8" fmla="*/ 695430 w 804534"/>
                  <a:gd name="connsiteY8" fmla="*/ 1933 h 1263012"/>
                  <a:gd name="connsiteX9" fmla="*/ 713629 w 804534"/>
                  <a:gd name="connsiteY9" fmla="*/ 10498 h 1263012"/>
                  <a:gd name="connsiteX10" fmla="*/ 745183 w 804534"/>
                  <a:gd name="connsiteY10" fmla="*/ 99806 h 1263012"/>
                  <a:gd name="connsiteX11" fmla="*/ 789443 w 804534"/>
                  <a:gd name="connsiteY11" fmla="*/ 225372 h 1263012"/>
                  <a:gd name="connsiteX12" fmla="*/ 798176 w 804534"/>
                  <a:gd name="connsiteY12" fmla="*/ 273238 h 1263012"/>
                  <a:gd name="connsiteX13" fmla="*/ 800148 w 804534"/>
                  <a:gd name="connsiteY13" fmla="*/ 323921 h 1263012"/>
                  <a:gd name="connsiteX14" fmla="*/ 800543 w 804534"/>
                  <a:gd name="connsiteY14" fmla="*/ 458954 h 1263012"/>
                  <a:gd name="connsiteX15" fmla="*/ 799416 w 804534"/>
                  <a:gd name="connsiteY15" fmla="*/ 464138 h 1263012"/>
                  <a:gd name="connsiteX16" fmla="*/ 792682 w 804534"/>
                  <a:gd name="connsiteY16" fmla="*/ 464588 h 1263012"/>
                  <a:gd name="connsiteX17" fmla="*/ 788203 w 804534"/>
                  <a:gd name="connsiteY17" fmla="*/ 454897 h 1263012"/>
                  <a:gd name="connsiteX18" fmla="*/ 675906 w 804534"/>
                  <a:gd name="connsiteY18" fmla="*/ 155053 h 1263012"/>
                  <a:gd name="connsiteX19" fmla="*/ 659199 w 804534"/>
                  <a:gd name="connsiteY19" fmla="*/ 147390 h 1263012"/>
                  <a:gd name="connsiteX20" fmla="*/ 148058 w 804534"/>
                  <a:gd name="connsiteY20" fmla="*/ 338712 h 1263012"/>
                  <a:gd name="connsiteX21" fmla="*/ 125379 w 804534"/>
                  <a:gd name="connsiteY21" fmla="*/ 347023 h 1263012"/>
                  <a:gd name="connsiteX22" fmla="*/ 118674 w 804534"/>
                  <a:gd name="connsiteY22" fmla="*/ 361335 h 1263012"/>
                  <a:gd name="connsiteX23" fmla="*/ 156848 w 804534"/>
                  <a:gd name="connsiteY23" fmla="*/ 463574 h 1263012"/>
                  <a:gd name="connsiteX24" fmla="*/ 284866 w 804534"/>
                  <a:gd name="connsiteY24" fmla="*/ 805312 h 1263012"/>
                  <a:gd name="connsiteX25" fmla="*/ 388345 w 804534"/>
                  <a:gd name="connsiteY25" fmla="*/ 1081716 h 1263012"/>
                  <a:gd name="connsiteX26" fmla="*/ 406206 w 804534"/>
                  <a:gd name="connsiteY26" fmla="*/ 1089886 h 1263012"/>
                  <a:gd name="connsiteX27" fmla="*/ 669257 w 804534"/>
                  <a:gd name="connsiteY27" fmla="*/ 991225 h 1263012"/>
                  <a:gd name="connsiteX28" fmla="*/ 788344 w 804534"/>
                  <a:gd name="connsiteY28" fmla="*/ 946937 h 1263012"/>
                  <a:gd name="connsiteX29" fmla="*/ 802796 w 804534"/>
                  <a:gd name="connsiteY29" fmla="*/ 947867 h 1263012"/>
                  <a:gd name="connsiteX30" fmla="*/ 803839 w 804534"/>
                  <a:gd name="connsiteY30" fmla="*/ 990971 h 1263012"/>
                  <a:gd name="connsiteX31" fmla="*/ 801022 w 804534"/>
                  <a:gd name="connsiteY31" fmla="*/ 996296 h 1263012"/>
                  <a:gd name="connsiteX32" fmla="*/ 801529 w 804534"/>
                  <a:gd name="connsiteY32" fmla="*/ 1099493 h 1263012"/>
                  <a:gd name="connsiteX33" fmla="*/ 800655 w 804534"/>
                  <a:gd name="connsiteY33" fmla="*/ 1108987 h 1263012"/>
                  <a:gd name="connsiteX34" fmla="*/ 792344 w 804534"/>
                  <a:gd name="connsiteY34" fmla="*/ 1115326 h 1263012"/>
                  <a:gd name="connsiteX35" fmla="*/ 684386 w 804534"/>
                  <a:gd name="connsiteY35" fmla="*/ 1153501 h 1263012"/>
                  <a:gd name="connsiteX36" fmla="*/ 666834 w 804534"/>
                  <a:gd name="connsiteY36" fmla="*/ 1156628 h 1263012"/>
                  <a:gd name="connsiteX37" fmla="*/ 601952 w 804534"/>
                  <a:gd name="connsiteY37" fmla="*/ 1178912 h 1263012"/>
                  <a:gd name="connsiteX38" fmla="*/ 469962 w 804534"/>
                  <a:gd name="connsiteY38" fmla="*/ 1225370 h 1263012"/>
                  <a:gd name="connsiteX39" fmla="*/ 466046 w 804534"/>
                  <a:gd name="connsiteY39" fmla="*/ 1227455 h 1263012"/>
                  <a:gd name="connsiteX40" fmla="*/ 375273 w 804534"/>
                  <a:gd name="connsiteY40" fmla="*/ 1259064 h 1263012"/>
                  <a:gd name="connsiteX41" fmla="*/ 352960 w 804534"/>
                  <a:gd name="connsiteY41" fmla="*/ 1248725 h 1263012"/>
                  <a:gd name="connsiteX42" fmla="*/ 331886 w 804534"/>
                  <a:gd name="connsiteY42" fmla="*/ 1191083 h 1263012"/>
                  <a:gd name="connsiteX43" fmla="*/ 288697 w 804534"/>
                  <a:gd name="connsiteY43" fmla="*/ 1069433 h 1263012"/>
                  <a:gd name="connsiteX44" fmla="*/ 280753 w 804534"/>
                  <a:gd name="connsiteY44" fmla="*/ 1054726 h 1263012"/>
                  <a:gd name="connsiteX45" fmla="*/ 227816 w 804534"/>
                  <a:gd name="connsiteY45" fmla="*/ 903973 h 1263012"/>
                  <a:gd name="connsiteX46" fmla="*/ 222660 w 804534"/>
                  <a:gd name="connsiteY46" fmla="*/ 881547 h 1263012"/>
                  <a:gd name="connsiteX47" fmla="*/ 179753 w 804534"/>
                  <a:gd name="connsiteY47" fmla="*/ 757925 h 1263012"/>
                  <a:gd name="connsiteX48" fmla="*/ 157665 w 804534"/>
                  <a:gd name="connsiteY48" fmla="*/ 695888 h 1263012"/>
                  <a:gd name="connsiteX49" fmla="*/ 151185 w 804534"/>
                  <a:gd name="connsiteY49" fmla="*/ 686647 h 1263012"/>
                  <a:gd name="connsiteX50" fmla="*/ 84331 w 804534"/>
                  <a:gd name="connsiteY50" fmla="*/ 496424 h 1263012"/>
                  <a:gd name="connsiteX0" fmla="*/ 56102 w 804534"/>
                  <a:gd name="connsiteY0" fmla="*/ 415061 h 1263012"/>
                  <a:gd name="connsiteX1" fmla="*/ 2122 w 804534"/>
                  <a:gd name="connsiteY1" fmla="*/ 262504 h 1263012"/>
                  <a:gd name="connsiteX2" fmla="*/ 10236 w 804534"/>
                  <a:gd name="connsiteY2" fmla="*/ 243065 h 1263012"/>
                  <a:gd name="connsiteX3" fmla="*/ 254552 w 804534"/>
                  <a:gd name="connsiteY3" fmla="*/ 156433 h 1263012"/>
                  <a:gd name="connsiteX4" fmla="*/ 303432 w 804534"/>
                  <a:gd name="connsiteY4" fmla="*/ 139868 h 1263012"/>
                  <a:gd name="connsiteX5" fmla="*/ 520786 w 804534"/>
                  <a:gd name="connsiteY5" fmla="*/ 63688 h 1263012"/>
                  <a:gd name="connsiteX6" fmla="*/ 557326 w 804534"/>
                  <a:gd name="connsiteY6" fmla="*/ 50954 h 1263012"/>
                  <a:gd name="connsiteX7" fmla="*/ 676948 w 804534"/>
                  <a:gd name="connsiteY7" fmla="*/ 8610 h 1263012"/>
                  <a:gd name="connsiteX8" fmla="*/ 695430 w 804534"/>
                  <a:gd name="connsiteY8" fmla="*/ 1933 h 1263012"/>
                  <a:gd name="connsiteX9" fmla="*/ 713629 w 804534"/>
                  <a:gd name="connsiteY9" fmla="*/ 10498 h 1263012"/>
                  <a:gd name="connsiteX10" fmla="*/ 745183 w 804534"/>
                  <a:gd name="connsiteY10" fmla="*/ 99806 h 1263012"/>
                  <a:gd name="connsiteX11" fmla="*/ 789443 w 804534"/>
                  <a:gd name="connsiteY11" fmla="*/ 225372 h 1263012"/>
                  <a:gd name="connsiteX12" fmla="*/ 798176 w 804534"/>
                  <a:gd name="connsiteY12" fmla="*/ 273238 h 1263012"/>
                  <a:gd name="connsiteX13" fmla="*/ 800148 w 804534"/>
                  <a:gd name="connsiteY13" fmla="*/ 323921 h 1263012"/>
                  <a:gd name="connsiteX14" fmla="*/ 800543 w 804534"/>
                  <a:gd name="connsiteY14" fmla="*/ 458954 h 1263012"/>
                  <a:gd name="connsiteX15" fmla="*/ 799416 w 804534"/>
                  <a:gd name="connsiteY15" fmla="*/ 464138 h 1263012"/>
                  <a:gd name="connsiteX16" fmla="*/ 792682 w 804534"/>
                  <a:gd name="connsiteY16" fmla="*/ 464588 h 1263012"/>
                  <a:gd name="connsiteX17" fmla="*/ 788203 w 804534"/>
                  <a:gd name="connsiteY17" fmla="*/ 454897 h 1263012"/>
                  <a:gd name="connsiteX18" fmla="*/ 675906 w 804534"/>
                  <a:gd name="connsiteY18" fmla="*/ 155053 h 1263012"/>
                  <a:gd name="connsiteX19" fmla="*/ 659199 w 804534"/>
                  <a:gd name="connsiteY19" fmla="*/ 147390 h 1263012"/>
                  <a:gd name="connsiteX20" fmla="*/ 148058 w 804534"/>
                  <a:gd name="connsiteY20" fmla="*/ 338712 h 1263012"/>
                  <a:gd name="connsiteX21" fmla="*/ 125379 w 804534"/>
                  <a:gd name="connsiteY21" fmla="*/ 347023 h 1263012"/>
                  <a:gd name="connsiteX22" fmla="*/ 118674 w 804534"/>
                  <a:gd name="connsiteY22" fmla="*/ 361335 h 1263012"/>
                  <a:gd name="connsiteX23" fmla="*/ 156848 w 804534"/>
                  <a:gd name="connsiteY23" fmla="*/ 463574 h 1263012"/>
                  <a:gd name="connsiteX24" fmla="*/ 284866 w 804534"/>
                  <a:gd name="connsiteY24" fmla="*/ 805312 h 1263012"/>
                  <a:gd name="connsiteX25" fmla="*/ 388345 w 804534"/>
                  <a:gd name="connsiteY25" fmla="*/ 1081716 h 1263012"/>
                  <a:gd name="connsiteX26" fmla="*/ 406206 w 804534"/>
                  <a:gd name="connsiteY26" fmla="*/ 1089886 h 1263012"/>
                  <a:gd name="connsiteX27" fmla="*/ 669257 w 804534"/>
                  <a:gd name="connsiteY27" fmla="*/ 991225 h 1263012"/>
                  <a:gd name="connsiteX28" fmla="*/ 788344 w 804534"/>
                  <a:gd name="connsiteY28" fmla="*/ 946937 h 1263012"/>
                  <a:gd name="connsiteX29" fmla="*/ 802796 w 804534"/>
                  <a:gd name="connsiteY29" fmla="*/ 947867 h 1263012"/>
                  <a:gd name="connsiteX30" fmla="*/ 803839 w 804534"/>
                  <a:gd name="connsiteY30" fmla="*/ 990971 h 1263012"/>
                  <a:gd name="connsiteX31" fmla="*/ 801022 w 804534"/>
                  <a:gd name="connsiteY31" fmla="*/ 996296 h 1263012"/>
                  <a:gd name="connsiteX32" fmla="*/ 801529 w 804534"/>
                  <a:gd name="connsiteY32" fmla="*/ 1099493 h 1263012"/>
                  <a:gd name="connsiteX33" fmla="*/ 800655 w 804534"/>
                  <a:gd name="connsiteY33" fmla="*/ 1108987 h 1263012"/>
                  <a:gd name="connsiteX34" fmla="*/ 792344 w 804534"/>
                  <a:gd name="connsiteY34" fmla="*/ 1115326 h 1263012"/>
                  <a:gd name="connsiteX35" fmla="*/ 684386 w 804534"/>
                  <a:gd name="connsiteY35" fmla="*/ 1153501 h 1263012"/>
                  <a:gd name="connsiteX36" fmla="*/ 666834 w 804534"/>
                  <a:gd name="connsiteY36" fmla="*/ 1156628 h 1263012"/>
                  <a:gd name="connsiteX37" fmla="*/ 601952 w 804534"/>
                  <a:gd name="connsiteY37" fmla="*/ 1178912 h 1263012"/>
                  <a:gd name="connsiteX38" fmla="*/ 469962 w 804534"/>
                  <a:gd name="connsiteY38" fmla="*/ 1225370 h 1263012"/>
                  <a:gd name="connsiteX39" fmla="*/ 466046 w 804534"/>
                  <a:gd name="connsiteY39" fmla="*/ 1227455 h 1263012"/>
                  <a:gd name="connsiteX40" fmla="*/ 375273 w 804534"/>
                  <a:gd name="connsiteY40" fmla="*/ 1259064 h 1263012"/>
                  <a:gd name="connsiteX41" fmla="*/ 352960 w 804534"/>
                  <a:gd name="connsiteY41" fmla="*/ 1248725 h 1263012"/>
                  <a:gd name="connsiteX42" fmla="*/ 331886 w 804534"/>
                  <a:gd name="connsiteY42" fmla="*/ 1191083 h 1263012"/>
                  <a:gd name="connsiteX43" fmla="*/ 288697 w 804534"/>
                  <a:gd name="connsiteY43" fmla="*/ 1069433 h 1263012"/>
                  <a:gd name="connsiteX44" fmla="*/ 280753 w 804534"/>
                  <a:gd name="connsiteY44" fmla="*/ 1054726 h 1263012"/>
                  <a:gd name="connsiteX45" fmla="*/ 227816 w 804534"/>
                  <a:gd name="connsiteY45" fmla="*/ 903973 h 1263012"/>
                  <a:gd name="connsiteX46" fmla="*/ 222660 w 804534"/>
                  <a:gd name="connsiteY46" fmla="*/ 881547 h 1263012"/>
                  <a:gd name="connsiteX47" fmla="*/ 179753 w 804534"/>
                  <a:gd name="connsiteY47" fmla="*/ 757925 h 1263012"/>
                  <a:gd name="connsiteX48" fmla="*/ 157665 w 804534"/>
                  <a:gd name="connsiteY48" fmla="*/ 695888 h 1263012"/>
                  <a:gd name="connsiteX49" fmla="*/ 151185 w 804534"/>
                  <a:gd name="connsiteY49" fmla="*/ 686647 h 1263012"/>
                  <a:gd name="connsiteX0" fmla="*/ 56102 w 804534"/>
                  <a:gd name="connsiteY0" fmla="*/ 415061 h 1263012"/>
                  <a:gd name="connsiteX1" fmla="*/ 2122 w 804534"/>
                  <a:gd name="connsiteY1" fmla="*/ 262504 h 1263012"/>
                  <a:gd name="connsiteX2" fmla="*/ 10236 w 804534"/>
                  <a:gd name="connsiteY2" fmla="*/ 243065 h 1263012"/>
                  <a:gd name="connsiteX3" fmla="*/ 254552 w 804534"/>
                  <a:gd name="connsiteY3" fmla="*/ 156433 h 1263012"/>
                  <a:gd name="connsiteX4" fmla="*/ 303432 w 804534"/>
                  <a:gd name="connsiteY4" fmla="*/ 139868 h 1263012"/>
                  <a:gd name="connsiteX5" fmla="*/ 520786 w 804534"/>
                  <a:gd name="connsiteY5" fmla="*/ 63688 h 1263012"/>
                  <a:gd name="connsiteX6" fmla="*/ 557326 w 804534"/>
                  <a:gd name="connsiteY6" fmla="*/ 50954 h 1263012"/>
                  <a:gd name="connsiteX7" fmla="*/ 676948 w 804534"/>
                  <a:gd name="connsiteY7" fmla="*/ 8610 h 1263012"/>
                  <a:gd name="connsiteX8" fmla="*/ 695430 w 804534"/>
                  <a:gd name="connsiteY8" fmla="*/ 1933 h 1263012"/>
                  <a:gd name="connsiteX9" fmla="*/ 713629 w 804534"/>
                  <a:gd name="connsiteY9" fmla="*/ 10498 h 1263012"/>
                  <a:gd name="connsiteX10" fmla="*/ 745183 w 804534"/>
                  <a:gd name="connsiteY10" fmla="*/ 99806 h 1263012"/>
                  <a:gd name="connsiteX11" fmla="*/ 789443 w 804534"/>
                  <a:gd name="connsiteY11" fmla="*/ 225372 h 1263012"/>
                  <a:gd name="connsiteX12" fmla="*/ 798176 w 804534"/>
                  <a:gd name="connsiteY12" fmla="*/ 273238 h 1263012"/>
                  <a:gd name="connsiteX13" fmla="*/ 800148 w 804534"/>
                  <a:gd name="connsiteY13" fmla="*/ 323921 h 1263012"/>
                  <a:gd name="connsiteX14" fmla="*/ 800543 w 804534"/>
                  <a:gd name="connsiteY14" fmla="*/ 458954 h 1263012"/>
                  <a:gd name="connsiteX15" fmla="*/ 799416 w 804534"/>
                  <a:gd name="connsiteY15" fmla="*/ 464138 h 1263012"/>
                  <a:gd name="connsiteX16" fmla="*/ 792682 w 804534"/>
                  <a:gd name="connsiteY16" fmla="*/ 464588 h 1263012"/>
                  <a:gd name="connsiteX17" fmla="*/ 788203 w 804534"/>
                  <a:gd name="connsiteY17" fmla="*/ 454897 h 1263012"/>
                  <a:gd name="connsiteX18" fmla="*/ 675906 w 804534"/>
                  <a:gd name="connsiteY18" fmla="*/ 155053 h 1263012"/>
                  <a:gd name="connsiteX19" fmla="*/ 659199 w 804534"/>
                  <a:gd name="connsiteY19" fmla="*/ 147390 h 1263012"/>
                  <a:gd name="connsiteX20" fmla="*/ 148058 w 804534"/>
                  <a:gd name="connsiteY20" fmla="*/ 338712 h 1263012"/>
                  <a:gd name="connsiteX21" fmla="*/ 125379 w 804534"/>
                  <a:gd name="connsiteY21" fmla="*/ 347023 h 1263012"/>
                  <a:gd name="connsiteX22" fmla="*/ 118674 w 804534"/>
                  <a:gd name="connsiteY22" fmla="*/ 361335 h 1263012"/>
                  <a:gd name="connsiteX23" fmla="*/ 156848 w 804534"/>
                  <a:gd name="connsiteY23" fmla="*/ 463574 h 1263012"/>
                  <a:gd name="connsiteX24" fmla="*/ 284866 w 804534"/>
                  <a:gd name="connsiteY24" fmla="*/ 805312 h 1263012"/>
                  <a:gd name="connsiteX25" fmla="*/ 388345 w 804534"/>
                  <a:gd name="connsiteY25" fmla="*/ 1081716 h 1263012"/>
                  <a:gd name="connsiteX26" fmla="*/ 406206 w 804534"/>
                  <a:gd name="connsiteY26" fmla="*/ 1089886 h 1263012"/>
                  <a:gd name="connsiteX27" fmla="*/ 669257 w 804534"/>
                  <a:gd name="connsiteY27" fmla="*/ 991225 h 1263012"/>
                  <a:gd name="connsiteX28" fmla="*/ 788344 w 804534"/>
                  <a:gd name="connsiteY28" fmla="*/ 946937 h 1263012"/>
                  <a:gd name="connsiteX29" fmla="*/ 802796 w 804534"/>
                  <a:gd name="connsiteY29" fmla="*/ 947867 h 1263012"/>
                  <a:gd name="connsiteX30" fmla="*/ 803839 w 804534"/>
                  <a:gd name="connsiteY30" fmla="*/ 990971 h 1263012"/>
                  <a:gd name="connsiteX31" fmla="*/ 801022 w 804534"/>
                  <a:gd name="connsiteY31" fmla="*/ 996296 h 1263012"/>
                  <a:gd name="connsiteX32" fmla="*/ 801529 w 804534"/>
                  <a:gd name="connsiteY32" fmla="*/ 1099493 h 1263012"/>
                  <a:gd name="connsiteX33" fmla="*/ 800655 w 804534"/>
                  <a:gd name="connsiteY33" fmla="*/ 1108987 h 1263012"/>
                  <a:gd name="connsiteX34" fmla="*/ 792344 w 804534"/>
                  <a:gd name="connsiteY34" fmla="*/ 1115326 h 1263012"/>
                  <a:gd name="connsiteX35" fmla="*/ 684386 w 804534"/>
                  <a:gd name="connsiteY35" fmla="*/ 1153501 h 1263012"/>
                  <a:gd name="connsiteX36" fmla="*/ 666834 w 804534"/>
                  <a:gd name="connsiteY36" fmla="*/ 1156628 h 1263012"/>
                  <a:gd name="connsiteX37" fmla="*/ 601952 w 804534"/>
                  <a:gd name="connsiteY37" fmla="*/ 1178912 h 1263012"/>
                  <a:gd name="connsiteX38" fmla="*/ 469962 w 804534"/>
                  <a:gd name="connsiteY38" fmla="*/ 1225370 h 1263012"/>
                  <a:gd name="connsiteX39" fmla="*/ 466046 w 804534"/>
                  <a:gd name="connsiteY39" fmla="*/ 1227455 h 1263012"/>
                  <a:gd name="connsiteX40" fmla="*/ 375273 w 804534"/>
                  <a:gd name="connsiteY40" fmla="*/ 1259064 h 1263012"/>
                  <a:gd name="connsiteX41" fmla="*/ 352960 w 804534"/>
                  <a:gd name="connsiteY41" fmla="*/ 1248725 h 1263012"/>
                  <a:gd name="connsiteX42" fmla="*/ 331886 w 804534"/>
                  <a:gd name="connsiteY42" fmla="*/ 1191083 h 1263012"/>
                  <a:gd name="connsiteX43" fmla="*/ 288697 w 804534"/>
                  <a:gd name="connsiteY43" fmla="*/ 1069433 h 1263012"/>
                  <a:gd name="connsiteX44" fmla="*/ 280753 w 804534"/>
                  <a:gd name="connsiteY44" fmla="*/ 1054726 h 1263012"/>
                  <a:gd name="connsiteX45" fmla="*/ 227816 w 804534"/>
                  <a:gd name="connsiteY45" fmla="*/ 903973 h 1263012"/>
                  <a:gd name="connsiteX46" fmla="*/ 222660 w 804534"/>
                  <a:gd name="connsiteY46" fmla="*/ 881547 h 1263012"/>
                  <a:gd name="connsiteX47" fmla="*/ 179753 w 804534"/>
                  <a:gd name="connsiteY47" fmla="*/ 757925 h 1263012"/>
                  <a:gd name="connsiteX48" fmla="*/ 151185 w 804534"/>
                  <a:gd name="connsiteY48" fmla="*/ 686647 h 1263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804534" h="1263012">
                    <a:moveTo>
                      <a:pt x="56102" y="415061"/>
                    </a:moveTo>
                    <a:cubicBezTo>
                      <a:pt x="37000" y="364603"/>
                      <a:pt x="20125" y="313356"/>
                      <a:pt x="2122" y="262504"/>
                    </a:cubicBezTo>
                    <a:cubicBezTo>
                      <a:pt x="-2019" y="250812"/>
                      <a:pt x="-498" y="246925"/>
                      <a:pt x="10236" y="243065"/>
                    </a:cubicBezTo>
                    <a:lnTo>
                      <a:pt x="254552" y="156433"/>
                    </a:lnTo>
                    <a:cubicBezTo>
                      <a:pt x="271202" y="151982"/>
                      <a:pt x="287204" y="145530"/>
                      <a:pt x="303432" y="139868"/>
                    </a:cubicBezTo>
                    <a:lnTo>
                      <a:pt x="520786" y="63688"/>
                    </a:lnTo>
                    <a:cubicBezTo>
                      <a:pt x="533069" y="59744"/>
                      <a:pt x="544958" y="54701"/>
                      <a:pt x="557326" y="50954"/>
                    </a:cubicBezTo>
                    <a:cubicBezTo>
                      <a:pt x="596937" y="36079"/>
                      <a:pt x="637112" y="22809"/>
                      <a:pt x="676948" y="8610"/>
                    </a:cubicBezTo>
                    <a:lnTo>
                      <a:pt x="695430" y="1933"/>
                    </a:lnTo>
                    <a:cubicBezTo>
                      <a:pt x="706530" y="-1927"/>
                      <a:pt x="709741" y="-462"/>
                      <a:pt x="713629" y="10498"/>
                    </a:cubicBezTo>
                    <a:cubicBezTo>
                      <a:pt x="724194" y="40248"/>
                      <a:pt x="734731" y="69999"/>
                      <a:pt x="745183" y="99806"/>
                    </a:cubicBezTo>
                    <a:cubicBezTo>
                      <a:pt x="759861" y="141671"/>
                      <a:pt x="774426" y="183592"/>
                      <a:pt x="789443" y="225372"/>
                    </a:cubicBezTo>
                    <a:cubicBezTo>
                      <a:pt x="794993" y="240839"/>
                      <a:pt x="798599" y="256447"/>
                      <a:pt x="798176" y="273238"/>
                    </a:cubicBezTo>
                    <a:cubicBezTo>
                      <a:pt x="797754" y="290086"/>
                      <a:pt x="795725" y="307186"/>
                      <a:pt x="800148" y="323921"/>
                    </a:cubicBezTo>
                    <a:cubicBezTo>
                      <a:pt x="801247" y="368941"/>
                      <a:pt x="800543" y="413962"/>
                      <a:pt x="800543" y="458954"/>
                    </a:cubicBezTo>
                    <a:cubicBezTo>
                      <a:pt x="800543" y="460757"/>
                      <a:pt x="800120" y="462504"/>
                      <a:pt x="799416" y="464138"/>
                    </a:cubicBezTo>
                    <a:cubicBezTo>
                      <a:pt x="797444" y="468082"/>
                      <a:pt x="795077" y="467575"/>
                      <a:pt x="792682" y="464588"/>
                    </a:cubicBezTo>
                    <a:cubicBezTo>
                      <a:pt x="790372" y="461743"/>
                      <a:pt x="789443" y="458250"/>
                      <a:pt x="788203" y="454897"/>
                    </a:cubicBezTo>
                    <a:cubicBezTo>
                      <a:pt x="750902" y="354883"/>
                      <a:pt x="713460" y="254954"/>
                      <a:pt x="675906" y="155053"/>
                    </a:cubicBezTo>
                    <a:cubicBezTo>
                      <a:pt x="671398" y="143079"/>
                      <a:pt x="671032" y="142938"/>
                      <a:pt x="659199" y="147390"/>
                    </a:cubicBezTo>
                    <a:lnTo>
                      <a:pt x="148058" y="338712"/>
                    </a:lnTo>
                    <a:lnTo>
                      <a:pt x="125379" y="347023"/>
                    </a:lnTo>
                    <a:cubicBezTo>
                      <a:pt x="115518" y="350798"/>
                      <a:pt x="115096" y="351671"/>
                      <a:pt x="118674" y="361335"/>
                    </a:cubicBezTo>
                    <a:cubicBezTo>
                      <a:pt x="131295" y="395452"/>
                      <a:pt x="144114" y="429485"/>
                      <a:pt x="156848" y="463574"/>
                    </a:cubicBezTo>
                    <a:cubicBezTo>
                      <a:pt x="199361" y="577534"/>
                      <a:pt x="242381" y="691324"/>
                      <a:pt x="284866" y="805312"/>
                    </a:cubicBezTo>
                    <a:cubicBezTo>
                      <a:pt x="319237" y="897493"/>
                      <a:pt x="354058" y="989506"/>
                      <a:pt x="388345" y="1081716"/>
                    </a:cubicBezTo>
                    <a:cubicBezTo>
                      <a:pt x="393162" y="1094676"/>
                      <a:pt x="393247" y="1094760"/>
                      <a:pt x="406206" y="1089886"/>
                    </a:cubicBezTo>
                    <a:lnTo>
                      <a:pt x="669257" y="991225"/>
                    </a:lnTo>
                    <a:lnTo>
                      <a:pt x="788344" y="946937"/>
                    </a:lnTo>
                    <a:cubicBezTo>
                      <a:pt x="793077" y="945162"/>
                      <a:pt x="798345" y="941669"/>
                      <a:pt x="802796" y="947867"/>
                    </a:cubicBezTo>
                    <a:cubicBezTo>
                      <a:pt x="805783" y="962178"/>
                      <a:pt x="804064" y="976603"/>
                      <a:pt x="803839" y="990971"/>
                    </a:cubicBezTo>
                    <a:cubicBezTo>
                      <a:pt x="803811" y="993056"/>
                      <a:pt x="802684" y="994915"/>
                      <a:pt x="801022" y="996296"/>
                    </a:cubicBezTo>
                    <a:cubicBezTo>
                      <a:pt x="800233" y="1030695"/>
                      <a:pt x="800712" y="1065094"/>
                      <a:pt x="801529" y="1099493"/>
                    </a:cubicBezTo>
                    <a:cubicBezTo>
                      <a:pt x="801613" y="1102705"/>
                      <a:pt x="802740" y="1105973"/>
                      <a:pt x="800655" y="1108987"/>
                    </a:cubicBezTo>
                    <a:cubicBezTo>
                      <a:pt x="798880" y="1112425"/>
                      <a:pt x="795810" y="1114059"/>
                      <a:pt x="792344" y="1115326"/>
                    </a:cubicBezTo>
                    <a:cubicBezTo>
                      <a:pt x="756508" y="1128483"/>
                      <a:pt x="720278" y="1140485"/>
                      <a:pt x="684386" y="1153501"/>
                    </a:cubicBezTo>
                    <a:cubicBezTo>
                      <a:pt x="678807" y="1155529"/>
                      <a:pt x="672694" y="1155642"/>
                      <a:pt x="666834" y="1156628"/>
                    </a:cubicBezTo>
                    <a:lnTo>
                      <a:pt x="601952" y="1178912"/>
                    </a:lnTo>
                    <a:lnTo>
                      <a:pt x="469962" y="1225370"/>
                    </a:lnTo>
                    <a:cubicBezTo>
                      <a:pt x="468581" y="1225849"/>
                      <a:pt x="467342" y="1226750"/>
                      <a:pt x="466046" y="1227455"/>
                    </a:cubicBezTo>
                    <a:lnTo>
                      <a:pt x="375273" y="1259064"/>
                    </a:lnTo>
                    <a:cubicBezTo>
                      <a:pt x="358115" y="1265291"/>
                      <a:pt x="358707" y="1265713"/>
                      <a:pt x="352960" y="1248725"/>
                    </a:cubicBezTo>
                    <a:cubicBezTo>
                      <a:pt x="346255" y="1229342"/>
                      <a:pt x="338901" y="1210269"/>
                      <a:pt x="331886" y="1191083"/>
                    </a:cubicBezTo>
                    <a:cubicBezTo>
                      <a:pt x="318194" y="1150289"/>
                      <a:pt x="304333" y="1109551"/>
                      <a:pt x="288697" y="1069433"/>
                    </a:cubicBezTo>
                    <a:cubicBezTo>
                      <a:pt x="284077" y="1065601"/>
                      <a:pt x="282584" y="1060079"/>
                      <a:pt x="280753" y="1054726"/>
                    </a:cubicBezTo>
                    <a:cubicBezTo>
                      <a:pt x="263398" y="1004381"/>
                      <a:pt x="245170" y="954318"/>
                      <a:pt x="227816" y="903973"/>
                    </a:cubicBezTo>
                    <a:cubicBezTo>
                      <a:pt x="225280" y="896620"/>
                      <a:pt x="224153" y="889070"/>
                      <a:pt x="222660" y="881547"/>
                    </a:cubicBezTo>
                    <a:cubicBezTo>
                      <a:pt x="209616" y="839908"/>
                      <a:pt x="191666" y="790408"/>
                      <a:pt x="179753" y="757925"/>
                    </a:cubicBezTo>
                    <a:cubicBezTo>
                      <a:pt x="167841" y="725442"/>
                      <a:pt x="157137" y="701497"/>
                      <a:pt x="151185" y="686647"/>
                    </a:cubicBezTo>
                  </a:path>
                </a:pathLst>
              </a:custGeom>
              <a:solidFill>
                <a:srgbClr val="010101"/>
              </a:solidFill>
              <a:ln w="2811"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a:endParaRPr>
              </a:p>
            </p:txBody>
          </p:sp>
          <p:sp>
            <p:nvSpPr>
              <p:cNvPr id="55" name="Freeform: Shape 19">
                <a:extLst>
                  <a:ext uri="{FF2B5EF4-FFF2-40B4-BE49-F238E27FC236}">
                    <a16:creationId xmlns:a16="http://schemas.microsoft.com/office/drawing/2014/main" id="{9F3F2F25-AD13-D2F6-DF7A-3B52924AFCE3}"/>
                  </a:ext>
                </a:extLst>
              </p:cNvPr>
              <p:cNvSpPr/>
              <p:nvPr/>
            </p:nvSpPr>
            <p:spPr>
              <a:xfrm>
                <a:off x="9294736" y="3641180"/>
                <a:ext cx="1294985" cy="1801739"/>
              </a:xfrm>
              <a:custGeom>
                <a:avLst/>
                <a:gdLst>
                  <a:gd name="connsiteX0" fmla="*/ 685959 w 687875"/>
                  <a:gd name="connsiteY0" fmla="*/ 526953 h 957054"/>
                  <a:gd name="connsiteX1" fmla="*/ 686044 w 687875"/>
                  <a:gd name="connsiteY1" fmla="*/ 555154 h 957054"/>
                  <a:gd name="connsiteX2" fmla="*/ 671619 w 687875"/>
                  <a:gd name="connsiteY2" fmla="*/ 563550 h 957054"/>
                  <a:gd name="connsiteX3" fmla="*/ 486101 w 687875"/>
                  <a:gd name="connsiteY3" fmla="*/ 634066 h 957054"/>
                  <a:gd name="connsiteX4" fmla="*/ 247870 w 687875"/>
                  <a:gd name="connsiteY4" fmla="*/ 724417 h 957054"/>
                  <a:gd name="connsiteX5" fmla="*/ 242067 w 687875"/>
                  <a:gd name="connsiteY5" fmla="*/ 726727 h 957054"/>
                  <a:gd name="connsiteX6" fmla="*/ 237193 w 687875"/>
                  <a:gd name="connsiteY6" fmla="*/ 736841 h 957054"/>
                  <a:gd name="connsiteX7" fmla="*/ 248519 w 687875"/>
                  <a:gd name="connsiteY7" fmla="*/ 742560 h 957054"/>
                  <a:gd name="connsiteX8" fmla="*/ 349631 w 687875"/>
                  <a:gd name="connsiteY8" fmla="*/ 704132 h 957054"/>
                  <a:gd name="connsiteX9" fmla="*/ 647954 w 687875"/>
                  <a:gd name="connsiteY9" fmla="*/ 590765 h 957054"/>
                  <a:gd name="connsiteX10" fmla="*/ 675535 w 687875"/>
                  <a:gd name="connsiteY10" fmla="*/ 580313 h 957054"/>
                  <a:gd name="connsiteX11" fmla="*/ 686185 w 687875"/>
                  <a:gd name="connsiteY11" fmla="*/ 580791 h 957054"/>
                  <a:gd name="connsiteX12" fmla="*/ 686297 w 687875"/>
                  <a:gd name="connsiteY12" fmla="*/ 608542 h 957054"/>
                  <a:gd name="connsiteX13" fmla="*/ 678437 w 687875"/>
                  <a:gd name="connsiteY13" fmla="*/ 614064 h 957054"/>
                  <a:gd name="connsiteX14" fmla="*/ 481987 w 687875"/>
                  <a:gd name="connsiteY14" fmla="*/ 688665 h 957054"/>
                  <a:gd name="connsiteX15" fmla="*/ 326586 w 687875"/>
                  <a:gd name="connsiteY15" fmla="*/ 747941 h 957054"/>
                  <a:gd name="connsiteX16" fmla="*/ 262182 w 687875"/>
                  <a:gd name="connsiteY16" fmla="*/ 772283 h 957054"/>
                  <a:gd name="connsiteX17" fmla="*/ 256604 w 687875"/>
                  <a:gd name="connsiteY17" fmla="*/ 784341 h 957054"/>
                  <a:gd name="connsiteX18" fmla="*/ 266437 w 687875"/>
                  <a:gd name="connsiteY18" fmla="*/ 788792 h 957054"/>
                  <a:gd name="connsiteX19" fmla="*/ 293173 w 687875"/>
                  <a:gd name="connsiteY19" fmla="*/ 778565 h 957054"/>
                  <a:gd name="connsiteX20" fmla="*/ 587410 w 687875"/>
                  <a:gd name="connsiteY20" fmla="*/ 666719 h 957054"/>
                  <a:gd name="connsiteX21" fmla="*/ 671056 w 687875"/>
                  <a:gd name="connsiteY21" fmla="*/ 635137 h 957054"/>
                  <a:gd name="connsiteX22" fmla="*/ 686410 w 687875"/>
                  <a:gd name="connsiteY22" fmla="*/ 632207 h 957054"/>
                  <a:gd name="connsiteX23" fmla="*/ 686410 w 687875"/>
                  <a:gd name="connsiteY23" fmla="*/ 632292 h 957054"/>
                  <a:gd name="connsiteX24" fmla="*/ 687227 w 687875"/>
                  <a:gd name="connsiteY24" fmla="*/ 658859 h 957054"/>
                  <a:gd name="connsiteX25" fmla="*/ 678071 w 687875"/>
                  <a:gd name="connsiteY25" fmla="*/ 667339 h 957054"/>
                  <a:gd name="connsiteX26" fmla="*/ 560280 w 687875"/>
                  <a:gd name="connsiteY26" fmla="*/ 712331 h 957054"/>
                  <a:gd name="connsiteX27" fmla="*/ 363774 w 687875"/>
                  <a:gd name="connsiteY27" fmla="*/ 786820 h 957054"/>
                  <a:gd name="connsiteX28" fmla="*/ 282692 w 687875"/>
                  <a:gd name="connsiteY28" fmla="*/ 817613 h 957054"/>
                  <a:gd name="connsiteX29" fmla="*/ 274607 w 687875"/>
                  <a:gd name="connsiteY29" fmla="*/ 827868 h 957054"/>
                  <a:gd name="connsiteX30" fmla="*/ 286721 w 687875"/>
                  <a:gd name="connsiteY30" fmla="*/ 834179 h 957054"/>
                  <a:gd name="connsiteX31" fmla="*/ 420514 w 687875"/>
                  <a:gd name="connsiteY31" fmla="*/ 783439 h 957054"/>
                  <a:gd name="connsiteX32" fmla="*/ 673845 w 687875"/>
                  <a:gd name="connsiteY32" fmla="*/ 687285 h 957054"/>
                  <a:gd name="connsiteX33" fmla="*/ 686692 w 687875"/>
                  <a:gd name="connsiteY33" fmla="*/ 685707 h 957054"/>
                  <a:gd name="connsiteX34" fmla="*/ 687283 w 687875"/>
                  <a:gd name="connsiteY34" fmla="*/ 710669 h 957054"/>
                  <a:gd name="connsiteX35" fmla="*/ 679310 w 687875"/>
                  <a:gd name="connsiteY35" fmla="*/ 720050 h 957054"/>
                  <a:gd name="connsiteX36" fmla="*/ 637530 w 687875"/>
                  <a:gd name="connsiteY36" fmla="*/ 736024 h 957054"/>
                  <a:gd name="connsiteX37" fmla="*/ 343884 w 687875"/>
                  <a:gd name="connsiteY37" fmla="*/ 847279 h 957054"/>
                  <a:gd name="connsiteX38" fmla="*/ 297934 w 687875"/>
                  <a:gd name="connsiteY38" fmla="*/ 864859 h 957054"/>
                  <a:gd name="connsiteX39" fmla="*/ 291849 w 687875"/>
                  <a:gd name="connsiteY39" fmla="*/ 876748 h 957054"/>
                  <a:gd name="connsiteX40" fmla="*/ 303906 w 687875"/>
                  <a:gd name="connsiteY40" fmla="*/ 881002 h 957054"/>
                  <a:gd name="connsiteX41" fmla="*/ 604849 w 687875"/>
                  <a:gd name="connsiteY41" fmla="*/ 766395 h 957054"/>
                  <a:gd name="connsiteX42" fmla="*/ 674324 w 687875"/>
                  <a:gd name="connsiteY42" fmla="*/ 740166 h 957054"/>
                  <a:gd name="connsiteX43" fmla="*/ 687819 w 687875"/>
                  <a:gd name="connsiteY43" fmla="*/ 739574 h 957054"/>
                  <a:gd name="connsiteX44" fmla="*/ 687875 w 687875"/>
                  <a:gd name="connsiteY44" fmla="*/ 805780 h 957054"/>
                  <a:gd name="connsiteX45" fmla="*/ 531825 w 687875"/>
                  <a:gd name="connsiteY45" fmla="*/ 863760 h 957054"/>
                  <a:gd name="connsiteX46" fmla="*/ 286411 w 687875"/>
                  <a:gd name="connsiteY46" fmla="*/ 955998 h 957054"/>
                  <a:gd name="connsiteX47" fmla="*/ 276072 w 687875"/>
                  <a:gd name="connsiteY47" fmla="*/ 950927 h 957054"/>
                  <a:gd name="connsiteX48" fmla="*/ 95906 w 687875"/>
                  <a:gd name="connsiteY48" fmla="*/ 469987 h 957054"/>
                  <a:gd name="connsiteX49" fmla="*/ 1217 w 687875"/>
                  <a:gd name="connsiteY49" fmla="*/ 217784 h 957054"/>
                  <a:gd name="connsiteX50" fmla="*/ 7189 w 687875"/>
                  <a:gd name="connsiteY50" fmla="*/ 205472 h 957054"/>
                  <a:gd name="connsiteX51" fmla="*/ 553378 w 687875"/>
                  <a:gd name="connsiteY51" fmla="*/ 1021 h 957054"/>
                  <a:gd name="connsiteX52" fmla="*/ 563745 w 687875"/>
                  <a:gd name="connsiteY52" fmla="*/ 6261 h 957054"/>
                  <a:gd name="connsiteX53" fmla="*/ 682776 w 687875"/>
                  <a:gd name="connsiteY53" fmla="*/ 324052 h 957054"/>
                  <a:gd name="connsiteX54" fmla="*/ 684382 w 687875"/>
                  <a:gd name="connsiteY54" fmla="*/ 327038 h 957054"/>
                  <a:gd name="connsiteX55" fmla="*/ 684663 w 687875"/>
                  <a:gd name="connsiteY55" fmla="*/ 410683 h 957054"/>
                  <a:gd name="connsiteX56" fmla="*/ 683790 w 687875"/>
                  <a:gd name="connsiteY56" fmla="*/ 410796 h 957054"/>
                  <a:gd name="connsiteX57" fmla="*/ 660632 w 687875"/>
                  <a:gd name="connsiteY57" fmla="*/ 408317 h 957054"/>
                  <a:gd name="connsiteX58" fmla="*/ 351209 w 687875"/>
                  <a:gd name="connsiteY58" fmla="*/ 525995 h 957054"/>
                  <a:gd name="connsiteX59" fmla="*/ 198962 w 687875"/>
                  <a:gd name="connsiteY59" fmla="*/ 583750 h 957054"/>
                  <a:gd name="connsiteX60" fmla="*/ 192285 w 687875"/>
                  <a:gd name="connsiteY60" fmla="*/ 586313 h 957054"/>
                  <a:gd name="connsiteX61" fmla="*/ 186876 w 687875"/>
                  <a:gd name="connsiteY61" fmla="*/ 596822 h 957054"/>
                  <a:gd name="connsiteX62" fmla="*/ 198427 w 687875"/>
                  <a:gd name="connsiteY62" fmla="*/ 602231 h 957054"/>
                  <a:gd name="connsiteX63" fmla="*/ 290383 w 687875"/>
                  <a:gd name="connsiteY63" fmla="*/ 567212 h 957054"/>
                  <a:gd name="connsiteX64" fmla="*/ 594764 w 687875"/>
                  <a:gd name="connsiteY64" fmla="*/ 451478 h 957054"/>
                  <a:gd name="connsiteX65" fmla="*/ 670887 w 687875"/>
                  <a:gd name="connsiteY65" fmla="*/ 422629 h 957054"/>
                  <a:gd name="connsiteX66" fmla="*/ 684635 w 687875"/>
                  <a:gd name="connsiteY66" fmla="*/ 420995 h 957054"/>
                  <a:gd name="connsiteX67" fmla="*/ 684776 w 687875"/>
                  <a:gd name="connsiteY67" fmla="*/ 450126 h 957054"/>
                  <a:gd name="connsiteX68" fmla="*/ 675000 w 687875"/>
                  <a:gd name="connsiteY68" fmla="*/ 456126 h 957054"/>
                  <a:gd name="connsiteX69" fmla="*/ 438291 w 687875"/>
                  <a:gd name="connsiteY69" fmla="*/ 545885 h 957054"/>
                  <a:gd name="connsiteX70" fmla="*/ 211725 w 687875"/>
                  <a:gd name="connsiteY70" fmla="*/ 632094 h 957054"/>
                  <a:gd name="connsiteX71" fmla="*/ 203893 w 687875"/>
                  <a:gd name="connsiteY71" fmla="*/ 641645 h 957054"/>
                  <a:gd name="connsiteX72" fmla="*/ 217359 w 687875"/>
                  <a:gd name="connsiteY72" fmla="*/ 648237 h 957054"/>
                  <a:gd name="connsiteX73" fmla="*/ 295962 w 687875"/>
                  <a:gd name="connsiteY73" fmla="*/ 618374 h 957054"/>
                  <a:gd name="connsiteX74" fmla="*/ 556815 w 687875"/>
                  <a:gd name="connsiteY74" fmla="*/ 519121 h 957054"/>
                  <a:gd name="connsiteX75" fmla="*/ 672239 w 687875"/>
                  <a:gd name="connsiteY75" fmla="*/ 475340 h 957054"/>
                  <a:gd name="connsiteX76" fmla="*/ 678099 w 687875"/>
                  <a:gd name="connsiteY76" fmla="*/ 473115 h 957054"/>
                  <a:gd name="connsiteX77" fmla="*/ 685537 w 687875"/>
                  <a:gd name="connsiteY77" fmla="*/ 478721 h 957054"/>
                  <a:gd name="connsiteX78" fmla="*/ 685565 w 687875"/>
                  <a:gd name="connsiteY78" fmla="*/ 496583 h 957054"/>
                  <a:gd name="connsiteX79" fmla="*/ 677395 w 687875"/>
                  <a:gd name="connsiteY79" fmla="*/ 508387 h 957054"/>
                  <a:gd name="connsiteX80" fmla="*/ 533487 w 687875"/>
                  <a:gd name="connsiteY80" fmla="*/ 562873 h 957054"/>
                  <a:gd name="connsiteX81" fmla="*/ 231643 w 687875"/>
                  <a:gd name="connsiteY81" fmla="*/ 677622 h 957054"/>
                  <a:gd name="connsiteX82" fmla="*/ 224994 w 687875"/>
                  <a:gd name="connsiteY82" fmla="*/ 680270 h 957054"/>
                  <a:gd name="connsiteX83" fmla="*/ 219895 w 687875"/>
                  <a:gd name="connsiteY83" fmla="*/ 691934 h 957054"/>
                  <a:gd name="connsiteX84" fmla="*/ 230995 w 687875"/>
                  <a:gd name="connsiteY84" fmla="*/ 695906 h 957054"/>
                  <a:gd name="connsiteX85" fmla="*/ 375691 w 687875"/>
                  <a:gd name="connsiteY85" fmla="*/ 641025 h 957054"/>
                  <a:gd name="connsiteX86" fmla="*/ 573099 w 687875"/>
                  <a:gd name="connsiteY86" fmla="*/ 566170 h 957054"/>
                  <a:gd name="connsiteX87" fmla="*/ 673366 w 687875"/>
                  <a:gd name="connsiteY87" fmla="*/ 527855 h 957054"/>
                  <a:gd name="connsiteX88" fmla="*/ 685959 w 687875"/>
                  <a:gd name="connsiteY88" fmla="*/ 526953 h 9570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Lst>
                <a:rect l="l" t="t" r="r" b="b"/>
                <a:pathLst>
                  <a:path w="687875" h="957054">
                    <a:moveTo>
                      <a:pt x="685959" y="526953"/>
                    </a:moveTo>
                    <a:cubicBezTo>
                      <a:pt x="685987" y="536363"/>
                      <a:pt x="686016" y="545744"/>
                      <a:pt x="686044" y="555154"/>
                    </a:cubicBezTo>
                    <a:cubicBezTo>
                      <a:pt x="682579" y="560253"/>
                      <a:pt x="676859" y="561578"/>
                      <a:pt x="671619" y="563550"/>
                    </a:cubicBezTo>
                    <a:cubicBezTo>
                      <a:pt x="609752" y="586933"/>
                      <a:pt x="547997" y="610655"/>
                      <a:pt x="486101" y="634066"/>
                    </a:cubicBezTo>
                    <a:cubicBezTo>
                      <a:pt x="406653" y="664099"/>
                      <a:pt x="327262" y="694244"/>
                      <a:pt x="247870" y="724417"/>
                    </a:cubicBezTo>
                    <a:cubicBezTo>
                      <a:pt x="245927" y="725149"/>
                      <a:pt x="244011" y="726051"/>
                      <a:pt x="242067" y="726727"/>
                    </a:cubicBezTo>
                    <a:cubicBezTo>
                      <a:pt x="237052" y="728502"/>
                      <a:pt x="234855" y="731178"/>
                      <a:pt x="237193" y="736841"/>
                    </a:cubicBezTo>
                    <a:cubicBezTo>
                      <a:pt x="239475" y="742391"/>
                      <a:pt x="241982" y="745068"/>
                      <a:pt x="248519" y="742560"/>
                    </a:cubicBezTo>
                    <a:cubicBezTo>
                      <a:pt x="282157" y="729601"/>
                      <a:pt x="315880" y="716838"/>
                      <a:pt x="349631" y="704132"/>
                    </a:cubicBezTo>
                    <a:cubicBezTo>
                      <a:pt x="449194" y="666691"/>
                      <a:pt x="548447" y="628404"/>
                      <a:pt x="647954" y="590765"/>
                    </a:cubicBezTo>
                    <a:cubicBezTo>
                      <a:pt x="657167" y="587299"/>
                      <a:pt x="666182" y="583327"/>
                      <a:pt x="675535" y="580313"/>
                    </a:cubicBezTo>
                    <a:cubicBezTo>
                      <a:pt x="679057" y="579186"/>
                      <a:pt x="682832" y="576819"/>
                      <a:pt x="686185" y="580791"/>
                    </a:cubicBezTo>
                    <a:cubicBezTo>
                      <a:pt x="686213" y="590032"/>
                      <a:pt x="686269" y="599273"/>
                      <a:pt x="686297" y="608542"/>
                    </a:cubicBezTo>
                    <a:cubicBezTo>
                      <a:pt x="684523" y="611584"/>
                      <a:pt x="681564" y="612880"/>
                      <a:pt x="678437" y="614064"/>
                    </a:cubicBezTo>
                    <a:cubicBezTo>
                      <a:pt x="612963" y="638997"/>
                      <a:pt x="547405" y="663648"/>
                      <a:pt x="481987" y="688665"/>
                    </a:cubicBezTo>
                    <a:cubicBezTo>
                      <a:pt x="430206" y="708471"/>
                      <a:pt x="378255" y="727882"/>
                      <a:pt x="326586" y="747941"/>
                    </a:cubicBezTo>
                    <a:cubicBezTo>
                      <a:pt x="305202" y="756252"/>
                      <a:pt x="283650" y="764169"/>
                      <a:pt x="262182" y="772283"/>
                    </a:cubicBezTo>
                    <a:cubicBezTo>
                      <a:pt x="255928" y="774649"/>
                      <a:pt x="253590" y="777748"/>
                      <a:pt x="256604" y="784341"/>
                    </a:cubicBezTo>
                    <a:cubicBezTo>
                      <a:pt x="258774" y="789074"/>
                      <a:pt x="261591" y="790567"/>
                      <a:pt x="266437" y="788792"/>
                    </a:cubicBezTo>
                    <a:cubicBezTo>
                      <a:pt x="275395" y="785496"/>
                      <a:pt x="284242" y="781946"/>
                      <a:pt x="293173" y="778565"/>
                    </a:cubicBezTo>
                    <a:cubicBezTo>
                      <a:pt x="391355" y="741518"/>
                      <a:pt x="489284" y="703907"/>
                      <a:pt x="587410" y="666719"/>
                    </a:cubicBezTo>
                    <a:cubicBezTo>
                      <a:pt x="615273" y="656154"/>
                      <a:pt x="643024" y="645195"/>
                      <a:pt x="671056" y="635137"/>
                    </a:cubicBezTo>
                    <a:cubicBezTo>
                      <a:pt x="675958" y="633390"/>
                      <a:pt x="680691" y="629981"/>
                      <a:pt x="686410" y="632207"/>
                    </a:cubicBezTo>
                    <a:lnTo>
                      <a:pt x="686410" y="632292"/>
                    </a:lnTo>
                    <a:cubicBezTo>
                      <a:pt x="688241" y="641110"/>
                      <a:pt x="686748" y="650012"/>
                      <a:pt x="687227" y="658859"/>
                    </a:cubicBezTo>
                    <a:cubicBezTo>
                      <a:pt x="686805" y="664521"/>
                      <a:pt x="682184" y="665733"/>
                      <a:pt x="678071" y="667339"/>
                    </a:cubicBezTo>
                    <a:cubicBezTo>
                      <a:pt x="638911" y="682637"/>
                      <a:pt x="599581" y="697455"/>
                      <a:pt x="560280" y="712331"/>
                    </a:cubicBezTo>
                    <a:cubicBezTo>
                      <a:pt x="494778" y="737123"/>
                      <a:pt x="429248" y="761915"/>
                      <a:pt x="363774" y="786820"/>
                    </a:cubicBezTo>
                    <a:cubicBezTo>
                      <a:pt x="336756" y="797103"/>
                      <a:pt x="309710" y="807330"/>
                      <a:pt x="282692" y="817613"/>
                    </a:cubicBezTo>
                    <a:cubicBezTo>
                      <a:pt x="278128" y="819360"/>
                      <a:pt x="272437" y="820374"/>
                      <a:pt x="274607" y="827868"/>
                    </a:cubicBezTo>
                    <a:cubicBezTo>
                      <a:pt x="276832" y="835559"/>
                      <a:pt x="279086" y="837024"/>
                      <a:pt x="286721" y="834179"/>
                    </a:cubicBezTo>
                    <a:cubicBezTo>
                      <a:pt x="331431" y="817585"/>
                      <a:pt x="375973" y="800484"/>
                      <a:pt x="420514" y="783439"/>
                    </a:cubicBezTo>
                    <a:cubicBezTo>
                      <a:pt x="504864" y="751153"/>
                      <a:pt x="589467" y="719571"/>
                      <a:pt x="673845" y="687285"/>
                    </a:cubicBezTo>
                    <a:cubicBezTo>
                      <a:pt x="677902" y="685736"/>
                      <a:pt x="682071" y="683369"/>
                      <a:pt x="686692" y="685707"/>
                    </a:cubicBezTo>
                    <a:cubicBezTo>
                      <a:pt x="687903" y="693990"/>
                      <a:pt x="686861" y="702358"/>
                      <a:pt x="687283" y="710669"/>
                    </a:cubicBezTo>
                    <a:cubicBezTo>
                      <a:pt x="687565" y="716416"/>
                      <a:pt x="683536" y="718332"/>
                      <a:pt x="679310" y="720050"/>
                    </a:cubicBezTo>
                    <a:cubicBezTo>
                      <a:pt x="665478" y="725628"/>
                      <a:pt x="651476" y="730756"/>
                      <a:pt x="637530" y="736024"/>
                    </a:cubicBezTo>
                    <a:cubicBezTo>
                      <a:pt x="539629" y="773043"/>
                      <a:pt x="441897" y="810485"/>
                      <a:pt x="343884" y="847279"/>
                    </a:cubicBezTo>
                    <a:cubicBezTo>
                      <a:pt x="328530" y="853054"/>
                      <a:pt x="313344" y="859252"/>
                      <a:pt x="297934" y="864859"/>
                    </a:cubicBezTo>
                    <a:cubicBezTo>
                      <a:pt x="291877" y="867056"/>
                      <a:pt x="289059" y="869874"/>
                      <a:pt x="291849" y="876748"/>
                    </a:cubicBezTo>
                    <a:cubicBezTo>
                      <a:pt x="294497" y="883256"/>
                      <a:pt x="298356" y="883143"/>
                      <a:pt x="303906" y="881002"/>
                    </a:cubicBezTo>
                    <a:cubicBezTo>
                      <a:pt x="404117" y="842546"/>
                      <a:pt x="504751" y="805132"/>
                      <a:pt x="604849" y="766395"/>
                    </a:cubicBezTo>
                    <a:cubicBezTo>
                      <a:pt x="627923" y="757464"/>
                      <a:pt x="651222" y="749068"/>
                      <a:pt x="674324" y="740166"/>
                    </a:cubicBezTo>
                    <a:cubicBezTo>
                      <a:pt x="678606" y="738503"/>
                      <a:pt x="683170" y="735883"/>
                      <a:pt x="687819" y="739574"/>
                    </a:cubicBezTo>
                    <a:cubicBezTo>
                      <a:pt x="687847" y="761633"/>
                      <a:pt x="687847" y="783721"/>
                      <a:pt x="687875" y="805780"/>
                    </a:cubicBezTo>
                    <a:cubicBezTo>
                      <a:pt x="635840" y="825107"/>
                      <a:pt x="583804" y="844321"/>
                      <a:pt x="531825" y="863760"/>
                    </a:cubicBezTo>
                    <a:cubicBezTo>
                      <a:pt x="449983" y="894384"/>
                      <a:pt x="368141" y="925092"/>
                      <a:pt x="286411" y="955998"/>
                    </a:cubicBezTo>
                    <a:cubicBezTo>
                      <a:pt x="280157" y="958365"/>
                      <a:pt x="278269" y="956787"/>
                      <a:pt x="276072" y="950927"/>
                    </a:cubicBezTo>
                    <a:cubicBezTo>
                      <a:pt x="216148" y="790567"/>
                      <a:pt x="155999" y="630291"/>
                      <a:pt x="95906" y="469987"/>
                    </a:cubicBezTo>
                    <a:cubicBezTo>
                      <a:pt x="64380" y="385891"/>
                      <a:pt x="32968" y="301767"/>
                      <a:pt x="1217" y="217784"/>
                    </a:cubicBezTo>
                    <a:cubicBezTo>
                      <a:pt x="-1544" y="210459"/>
                      <a:pt x="372" y="208008"/>
                      <a:pt x="7189" y="205472"/>
                    </a:cubicBezTo>
                    <a:cubicBezTo>
                      <a:pt x="189299" y="137491"/>
                      <a:pt x="371381" y="69312"/>
                      <a:pt x="553378" y="1021"/>
                    </a:cubicBezTo>
                    <a:cubicBezTo>
                      <a:pt x="559716" y="-1345"/>
                      <a:pt x="561548" y="401"/>
                      <a:pt x="563745" y="6261"/>
                    </a:cubicBezTo>
                    <a:cubicBezTo>
                      <a:pt x="603272" y="112248"/>
                      <a:pt x="643052" y="218150"/>
                      <a:pt x="682776" y="324052"/>
                    </a:cubicBezTo>
                    <a:cubicBezTo>
                      <a:pt x="683170" y="325094"/>
                      <a:pt x="683846" y="326052"/>
                      <a:pt x="684382" y="327038"/>
                    </a:cubicBezTo>
                    <a:cubicBezTo>
                      <a:pt x="684466" y="354929"/>
                      <a:pt x="684551" y="382792"/>
                      <a:pt x="684663" y="410683"/>
                    </a:cubicBezTo>
                    <a:cubicBezTo>
                      <a:pt x="684382" y="410712"/>
                      <a:pt x="683874" y="410881"/>
                      <a:pt x="683790" y="410796"/>
                    </a:cubicBezTo>
                    <a:cubicBezTo>
                      <a:pt x="677028" y="400823"/>
                      <a:pt x="668999" y="405133"/>
                      <a:pt x="660632" y="408317"/>
                    </a:cubicBezTo>
                    <a:cubicBezTo>
                      <a:pt x="557547" y="447703"/>
                      <a:pt x="454434" y="486947"/>
                      <a:pt x="351209" y="525995"/>
                    </a:cubicBezTo>
                    <a:cubicBezTo>
                      <a:pt x="300441" y="545209"/>
                      <a:pt x="249730" y="564536"/>
                      <a:pt x="198962" y="583750"/>
                    </a:cubicBezTo>
                    <a:cubicBezTo>
                      <a:pt x="196737" y="584595"/>
                      <a:pt x="194567" y="585609"/>
                      <a:pt x="192285" y="586313"/>
                    </a:cubicBezTo>
                    <a:cubicBezTo>
                      <a:pt x="186876" y="588032"/>
                      <a:pt x="184369" y="590624"/>
                      <a:pt x="186876" y="596822"/>
                    </a:cubicBezTo>
                    <a:cubicBezTo>
                      <a:pt x="189271" y="602710"/>
                      <a:pt x="192229" y="604598"/>
                      <a:pt x="198427" y="602231"/>
                    </a:cubicBezTo>
                    <a:cubicBezTo>
                      <a:pt x="229051" y="590511"/>
                      <a:pt x="259731" y="578876"/>
                      <a:pt x="290383" y="567212"/>
                    </a:cubicBezTo>
                    <a:cubicBezTo>
                      <a:pt x="391834" y="528615"/>
                      <a:pt x="493426" y="490328"/>
                      <a:pt x="594764" y="451478"/>
                    </a:cubicBezTo>
                    <a:cubicBezTo>
                      <a:pt x="620091" y="441758"/>
                      <a:pt x="645390" y="431898"/>
                      <a:pt x="670887" y="422629"/>
                    </a:cubicBezTo>
                    <a:cubicBezTo>
                      <a:pt x="675310" y="421023"/>
                      <a:pt x="679705" y="418628"/>
                      <a:pt x="684635" y="420995"/>
                    </a:cubicBezTo>
                    <a:cubicBezTo>
                      <a:pt x="685537" y="430686"/>
                      <a:pt x="685790" y="440406"/>
                      <a:pt x="684776" y="450126"/>
                    </a:cubicBezTo>
                    <a:cubicBezTo>
                      <a:pt x="682128" y="453112"/>
                      <a:pt x="678691" y="454718"/>
                      <a:pt x="675000" y="456126"/>
                    </a:cubicBezTo>
                    <a:cubicBezTo>
                      <a:pt x="596031" y="485877"/>
                      <a:pt x="517147" y="515825"/>
                      <a:pt x="438291" y="545885"/>
                    </a:cubicBezTo>
                    <a:cubicBezTo>
                      <a:pt x="362788" y="574678"/>
                      <a:pt x="287172" y="603217"/>
                      <a:pt x="211725" y="632094"/>
                    </a:cubicBezTo>
                    <a:cubicBezTo>
                      <a:pt x="207527" y="633700"/>
                      <a:pt x="202033" y="634489"/>
                      <a:pt x="203893" y="641645"/>
                    </a:cubicBezTo>
                    <a:cubicBezTo>
                      <a:pt x="206118" y="650238"/>
                      <a:pt x="208457" y="651815"/>
                      <a:pt x="217359" y="648237"/>
                    </a:cubicBezTo>
                    <a:cubicBezTo>
                      <a:pt x="243363" y="637729"/>
                      <a:pt x="269789" y="628375"/>
                      <a:pt x="295962" y="618374"/>
                    </a:cubicBezTo>
                    <a:cubicBezTo>
                      <a:pt x="382903" y="585271"/>
                      <a:pt x="469760" y="551942"/>
                      <a:pt x="556815" y="519121"/>
                    </a:cubicBezTo>
                    <a:cubicBezTo>
                      <a:pt x="595327" y="504612"/>
                      <a:pt x="633839" y="490159"/>
                      <a:pt x="672239" y="475340"/>
                    </a:cubicBezTo>
                    <a:cubicBezTo>
                      <a:pt x="674183" y="474580"/>
                      <a:pt x="676127" y="473791"/>
                      <a:pt x="678099" y="473115"/>
                    </a:cubicBezTo>
                    <a:cubicBezTo>
                      <a:pt x="683396" y="471283"/>
                      <a:pt x="685931" y="472579"/>
                      <a:pt x="685537" y="478721"/>
                    </a:cubicBezTo>
                    <a:cubicBezTo>
                      <a:pt x="685142" y="484665"/>
                      <a:pt x="685001" y="490694"/>
                      <a:pt x="685565" y="496583"/>
                    </a:cubicBezTo>
                    <a:cubicBezTo>
                      <a:pt x="686185" y="503175"/>
                      <a:pt x="683227" y="506218"/>
                      <a:pt x="677395" y="508387"/>
                    </a:cubicBezTo>
                    <a:cubicBezTo>
                      <a:pt x="629332" y="526277"/>
                      <a:pt x="581438" y="544646"/>
                      <a:pt x="533487" y="562873"/>
                    </a:cubicBezTo>
                    <a:cubicBezTo>
                      <a:pt x="432882" y="601160"/>
                      <a:pt x="332164" y="639166"/>
                      <a:pt x="231643" y="677622"/>
                    </a:cubicBezTo>
                    <a:cubicBezTo>
                      <a:pt x="229417" y="678467"/>
                      <a:pt x="227248" y="679566"/>
                      <a:pt x="224994" y="680270"/>
                    </a:cubicBezTo>
                    <a:cubicBezTo>
                      <a:pt x="218740" y="682242"/>
                      <a:pt x="217726" y="685905"/>
                      <a:pt x="219895" y="691934"/>
                    </a:cubicBezTo>
                    <a:cubicBezTo>
                      <a:pt x="222233" y="698441"/>
                      <a:pt x="225811" y="697822"/>
                      <a:pt x="230995" y="695906"/>
                    </a:cubicBezTo>
                    <a:cubicBezTo>
                      <a:pt x="279368" y="677988"/>
                      <a:pt x="327487" y="659394"/>
                      <a:pt x="375691" y="641025"/>
                    </a:cubicBezTo>
                    <a:cubicBezTo>
                      <a:pt x="441447" y="615979"/>
                      <a:pt x="507315" y="591159"/>
                      <a:pt x="573099" y="566170"/>
                    </a:cubicBezTo>
                    <a:cubicBezTo>
                      <a:pt x="606540" y="553464"/>
                      <a:pt x="639868" y="540420"/>
                      <a:pt x="673366" y="527855"/>
                    </a:cubicBezTo>
                    <a:cubicBezTo>
                      <a:pt x="677395" y="526361"/>
                      <a:pt x="681508" y="523291"/>
                      <a:pt x="685959" y="526953"/>
                    </a:cubicBezTo>
                    <a:close/>
                  </a:path>
                </a:pathLst>
              </a:custGeom>
              <a:solidFill>
                <a:srgbClr val="FEFEFE"/>
              </a:solidFill>
              <a:ln w="2811"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a:endParaRPr>
              </a:p>
            </p:txBody>
          </p:sp>
          <p:sp>
            <p:nvSpPr>
              <p:cNvPr id="56" name="Freeform: Shape 26">
                <a:extLst>
                  <a:ext uri="{FF2B5EF4-FFF2-40B4-BE49-F238E27FC236}">
                    <a16:creationId xmlns:a16="http://schemas.microsoft.com/office/drawing/2014/main" id="{93BB95EE-B89E-8874-D0AE-AA9914447B1F}"/>
                  </a:ext>
                </a:extLst>
              </p:cNvPr>
              <p:cNvSpPr/>
              <p:nvPr/>
            </p:nvSpPr>
            <p:spPr>
              <a:xfrm>
                <a:off x="9669048" y="4488580"/>
                <a:ext cx="917741" cy="474263"/>
              </a:xfrm>
              <a:custGeom>
                <a:avLst/>
                <a:gdLst>
                  <a:gd name="connsiteX0" fmla="*/ 487131 w 487489"/>
                  <a:gd name="connsiteY0" fmla="*/ 76827 h 251921"/>
                  <a:gd name="connsiteX1" fmla="*/ 402697 w 487489"/>
                  <a:gd name="connsiteY1" fmla="*/ 108437 h 251921"/>
                  <a:gd name="connsiteX2" fmla="*/ 213234 w 487489"/>
                  <a:gd name="connsiteY2" fmla="*/ 180307 h 251921"/>
                  <a:gd name="connsiteX3" fmla="*/ 27969 w 487489"/>
                  <a:gd name="connsiteY3" fmla="*/ 250964 h 251921"/>
                  <a:gd name="connsiteX4" fmla="*/ 19743 w 487489"/>
                  <a:gd name="connsiteY4" fmla="*/ 247217 h 251921"/>
                  <a:gd name="connsiteX5" fmla="*/ 29124 w 487489"/>
                  <a:gd name="connsiteY5" fmla="*/ 225524 h 251921"/>
                  <a:gd name="connsiteX6" fmla="*/ 201148 w 487489"/>
                  <a:gd name="connsiteY6" fmla="*/ 160360 h 251921"/>
                  <a:gd name="connsiteX7" fmla="*/ 479947 w 487489"/>
                  <a:gd name="connsiteY7" fmla="*/ 54430 h 251921"/>
                  <a:gd name="connsiteX8" fmla="*/ 485892 w 487489"/>
                  <a:gd name="connsiteY8" fmla="*/ 46035 h 251921"/>
                  <a:gd name="connsiteX9" fmla="*/ 485807 w 487489"/>
                  <a:gd name="connsiteY9" fmla="*/ 23919 h 251921"/>
                  <a:gd name="connsiteX10" fmla="*/ 419742 w 487489"/>
                  <a:gd name="connsiteY10" fmla="*/ 48852 h 251921"/>
                  <a:gd name="connsiteX11" fmla="*/ 226926 w 487489"/>
                  <a:gd name="connsiteY11" fmla="*/ 122045 h 251921"/>
                  <a:gd name="connsiteX12" fmla="*/ 23321 w 487489"/>
                  <a:gd name="connsiteY12" fmla="*/ 199633 h 251921"/>
                  <a:gd name="connsiteX13" fmla="*/ 810 w 487489"/>
                  <a:gd name="connsiteY13" fmla="*/ 189885 h 251921"/>
                  <a:gd name="connsiteX14" fmla="*/ 4952 w 487489"/>
                  <a:gd name="connsiteY14" fmla="*/ 181603 h 251921"/>
                  <a:gd name="connsiteX15" fmla="*/ 79244 w 487489"/>
                  <a:gd name="connsiteY15" fmla="*/ 153401 h 251921"/>
                  <a:gd name="connsiteX16" fmla="*/ 291245 w 487489"/>
                  <a:gd name="connsiteY16" fmla="*/ 72799 h 251921"/>
                  <a:gd name="connsiteX17" fmla="*/ 474003 w 487489"/>
                  <a:gd name="connsiteY17" fmla="*/ 3353 h 251921"/>
                  <a:gd name="connsiteX18" fmla="*/ 485948 w 487489"/>
                  <a:gd name="connsiteY18" fmla="*/ 0 h 251921"/>
                  <a:gd name="connsiteX19" fmla="*/ 487131 w 487489"/>
                  <a:gd name="connsiteY19" fmla="*/ 76827 h 251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87489" h="251921">
                    <a:moveTo>
                      <a:pt x="487131" y="76827"/>
                    </a:moveTo>
                    <a:cubicBezTo>
                      <a:pt x="458986" y="87364"/>
                      <a:pt x="430813" y="97816"/>
                      <a:pt x="402697" y="108437"/>
                    </a:cubicBezTo>
                    <a:cubicBezTo>
                      <a:pt x="339533" y="132356"/>
                      <a:pt x="276370" y="156331"/>
                      <a:pt x="213234" y="180307"/>
                    </a:cubicBezTo>
                    <a:cubicBezTo>
                      <a:pt x="151451" y="203775"/>
                      <a:pt x="89668" y="227243"/>
                      <a:pt x="27969" y="250964"/>
                    </a:cubicBezTo>
                    <a:cubicBezTo>
                      <a:pt x="22954" y="252880"/>
                      <a:pt x="21433" y="252063"/>
                      <a:pt x="19743" y="247217"/>
                    </a:cubicBezTo>
                    <a:cubicBezTo>
                      <a:pt x="13263" y="228623"/>
                      <a:pt x="11460" y="232314"/>
                      <a:pt x="29124" y="225524"/>
                    </a:cubicBezTo>
                    <a:cubicBezTo>
                      <a:pt x="86343" y="203493"/>
                      <a:pt x="143816" y="182138"/>
                      <a:pt x="201148" y="160360"/>
                    </a:cubicBezTo>
                    <a:cubicBezTo>
                      <a:pt x="294090" y="125088"/>
                      <a:pt x="386976" y="89646"/>
                      <a:pt x="479947" y="54430"/>
                    </a:cubicBezTo>
                    <a:cubicBezTo>
                      <a:pt x="484258" y="52796"/>
                      <a:pt x="486117" y="50711"/>
                      <a:pt x="485892" y="46035"/>
                    </a:cubicBezTo>
                    <a:cubicBezTo>
                      <a:pt x="485553" y="38963"/>
                      <a:pt x="485807" y="31892"/>
                      <a:pt x="485807" y="23919"/>
                    </a:cubicBezTo>
                    <a:cubicBezTo>
                      <a:pt x="463015" y="32511"/>
                      <a:pt x="441378" y="40653"/>
                      <a:pt x="419742" y="48852"/>
                    </a:cubicBezTo>
                    <a:cubicBezTo>
                      <a:pt x="355451" y="73221"/>
                      <a:pt x="291189" y="97619"/>
                      <a:pt x="226926" y="122045"/>
                    </a:cubicBezTo>
                    <a:cubicBezTo>
                      <a:pt x="159029" y="147851"/>
                      <a:pt x="91161" y="173658"/>
                      <a:pt x="23321" y="199633"/>
                    </a:cubicBezTo>
                    <a:cubicBezTo>
                      <a:pt x="6614" y="206028"/>
                      <a:pt x="6924" y="206254"/>
                      <a:pt x="810" y="189885"/>
                    </a:cubicBezTo>
                    <a:cubicBezTo>
                      <a:pt x="-1049" y="184871"/>
                      <a:pt x="275" y="183321"/>
                      <a:pt x="4952" y="181603"/>
                    </a:cubicBezTo>
                    <a:cubicBezTo>
                      <a:pt x="29800" y="172418"/>
                      <a:pt x="54480" y="162811"/>
                      <a:pt x="79244" y="153401"/>
                    </a:cubicBezTo>
                    <a:cubicBezTo>
                      <a:pt x="149901" y="126525"/>
                      <a:pt x="220587" y="99676"/>
                      <a:pt x="291245" y="72799"/>
                    </a:cubicBezTo>
                    <a:cubicBezTo>
                      <a:pt x="352155" y="49641"/>
                      <a:pt x="413065" y="26454"/>
                      <a:pt x="474003" y="3353"/>
                    </a:cubicBezTo>
                    <a:cubicBezTo>
                      <a:pt x="477862" y="1888"/>
                      <a:pt x="481976" y="1099"/>
                      <a:pt x="485948" y="0"/>
                    </a:cubicBezTo>
                    <a:cubicBezTo>
                      <a:pt x="487920" y="25553"/>
                      <a:pt x="487610" y="51190"/>
                      <a:pt x="487131" y="76827"/>
                    </a:cubicBezTo>
                    <a:close/>
                  </a:path>
                </a:pathLst>
              </a:custGeom>
              <a:solidFill>
                <a:srgbClr val="CBCBCA"/>
              </a:solidFill>
              <a:ln w="2811"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a:endParaRPr>
              </a:p>
            </p:txBody>
          </p:sp>
          <p:sp>
            <p:nvSpPr>
              <p:cNvPr id="57" name="Freeform: Shape 27">
                <a:extLst>
                  <a:ext uri="{FF2B5EF4-FFF2-40B4-BE49-F238E27FC236}">
                    <a16:creationId xmlns:a16="http://schemas.microsoft.com/office/drawing/2014/main" id="{D8921B42-E2BA-4643-98F9-A2DB014C4013}"/>
                  </a:ext>
                </a:extLst>
              </p:cNvPr>
              <p:cNvSpPr/>
              <p:nvPr/>
            </p:nvSpPr>
            <p:spPr>
              <a:xfrm>
                <a:off x="9635931" y="4393654"/>
                <a:ext cx="947796" cy="390161"/>
              </a:xfrm>
              <a:custGeom>
                <a:avLst/>
                <a:gdLst>
                  <a:gd name="connsiteX0" fmla="*/ 503454 w 503454"/>
                  <a:gd name="connsiteY0" fmla="*/ 21265 h 207247"/>
                  <a:gd name="connsiteX1" fmla="*/ 266351 w 503454"/>
                  <a:gd name="connsiteY1" fmla="*/ 110967 h 207247"/>
                  <a:gd name="connsiteX2" fmla="*/ 21951 w 503454"/>
                  <a:gd name="connsiteY2" fmla="*/ 204022 h 207247"/>
                  <a:gd name="connsiteX3" fmla="*/ 174 w 503454"/>
                  <a:gd name="connsiteY3" fmla="*/ 191513 h 207247"/>
                  <a:gd name="connsiteX4" fmla="*/ 4709 w 503454"/>
                  <a:gd name="connsiteY4" fmla="*/ 185597 h 207247"/>
                  <a:gd name="connsiteX5" fmla="*/ 130727 w 503454"/>
                  <a:gd name="connsiteY5" fmla="*/ 137647 h 207247"/>
                  <a:gd name="connsiteX6" fmla="*/ 318527 w 503454"/>
                  <a:gd name="connsiteY6" fmla="*/ 66398 h 207247"/>
                  <a:gd name="connsiteX7" fmla="*/ 488664 w 503454"/>
                  <a:gd name="connsiteY7" fmla="*/ 1346 h 207247"/>
                  <a:gd name="connsiteX8" fmla="*/ 503454 w 503454"/>
                  <a:gd name="connsiteY8" fmla="*/ 10925 h 207247"/>
                  <a:gd name="connsiteX9" fmla="*/ 503454 w 503454"/>
                  <a:gd name="connsiteY9" fmla="*/ 21265 h 20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03454" h="207247">
                    <a:moveTo>
                      <a:pt x="503454" y="21265"/>
                    </a:moveTo>
                    <a:cubicBezTo>
                      <a:pt x="424401" y="51156"/>
                      <a:pt x="345348" y="80991"/>
                      <a:pt x="266351" y="110967"/>
                    </a:cubicBezTo>
                    <a:cubicBezTo>
                      <a:pt x="184847" y="141901"/>
                      <a:pt x="103399" y="172919"/>
                      <a:pt x="21951" y="204022"/>
                    </a:cubicBezTo>
                    <a:cubicBezTo>
                      <a:pt x="6118" y="210051"/>
                      <a:pt x="3442" y="208558"/>
                      <a:pt x="174" y="191513"/>
                    </a:cubicBezTo>
                    <a:cubicBezTo>
                      <a:pt x="-700" y="186978"/>
                      <a:pt x="1864" y="186696"/>
                      <a:pt x="4709" y="185597"/>
                    </a:cubicBezTo>
                    <a:cubicBezTo>
                      <a:pt x="46715" y="169651"/>
                      <a:pt x="88721" y="153593"/>
                      <a:pt x="130727" y="137647"/>
                    </a:cubicBezTo>
                    <a:cubicBezTo>
                      <a:pt x="193327" y="113869"/>
                      <a:pt x="255927" y="90147"/>
                      <a:pt x="318527" y="66398"/>
                    </a:cubicBezTo>
                    <a:cubicBezTo>
                      <a:pt x="375296" y="44845"/>
                      <a:pt x="432205" y="23631"/>
                      <a:pt x="488664" y="1346"/>
                    </a:cubicBezTo>
                    <a:cubicBezTo>
                      <a:pt x="500750" y="-3443"/>
                      <a:pt x="499905" y="5685"/>
                      <a:pt x="503454" y="10925"/>
                    </a:cubicBezTo>
                    <a:cubicBezTo>
                      <a:pt x="503426" y="14362"/>
                      <a:pt x="503426" y="17799"/>
                      <a:pt x="503454" y="21265"/>
                    </a:cubicBezTo>
                    <a:close/>
                  </a:path>
                </a:pathLst>
              </a:custGeom>
              <a:solidFill>
                <a:srgbClr val="CBCBCA"/>
              </a:solidFill>
              <a:ln w="2811"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a:endParaRPr>
              </a:p>
            </p:txBody>
          </p:sp>
          <p:sp>
            <p:nvSpPr>
              <p:cNvPr id="58" name="Freeform: Shape 28">
                <a:extLst>
                  <a:ext uri="{FF2B5EF4-FFF2-40B4-BE49-F238E27FC236}">
                    <a16:creationId xmlns:a16="http://schemas.microsoft.com/office/drawing/2014/main" id="{E6FC9DE5-36CF-C0E5-BD15-780599B68400}"/>
                  </a:ext>
                </a:extLst>
              </p:cNvPr>
              <p:cNvSpPr/>
              <p:nvPr/>
            </p:nvSpPr>
            <p:spPr>
              <a:xfrm>
                <a:off x="9732468" y="4686307"/>
                <a:ext cx="855043" cy="363259"/>
              </a:xfrm>
              <a:custGeom>
                <a:avLst/>
                <a:gdLst>
                  <a:gd name="connsiteX0" fmla="*/ 453725 w 454185"/>
                  <a:gd name="connsiteY0" fmla="*/ 25637 h 192957"/>
                  <a:gd name="connsiteX1" fmla="*/ 410198 w 454185"/>
                  <a:gd name="connsiteY1" fmla="*/ 41076 h 192957"/>
                  <a:gd name="connsiteX2" fmla="*/ 272376 w 454185"/>
                  <a:gd name="connsiteY2" fmla="*/ 93224 h 192957"/>
                  <a:gd name="connsiteX3" fmla="*/ 146471 w 454185"/>
                  <a:gd name="connsiteY3" fmla="*/ 141343 h 192957"/>
                  <a:gd name="connsiteX4" fmla="*/ 12932 w 454185"/>
                  <a:gd name="connsiteY4" fmla="*/ 191998 h 192957"/>
                  <a:gd name="connsiteX5" fmla="*/ 3606 w 454185"/>
                  <a:gd name="connsiteY5" fmla="*/ 187941 h 192957"/>
                  <a:gd name="connsiteX6" fmla="*/ 12734 w 454185"/>
                  <a:gd name="connsiteY6" fmla="*/ 167009 h 192957"/>
                  <a:gd name="connsiteX7" fmla="*/ 201324 w 454185"/>
                  <a:gd name="connsiteY7" fmla="*/ 95309 h 192957"/>
                  <a:gd name="connsiteX8" fmla="*/ 385828 w 454185"/>
                  <a:gd name="connsiteY8" fmla="*/ 25271 h 192957"/>
                  <a:gd name="connsiteX9" fmla="*/ 453528 w 454185"/>
                  <a:gd name="connsiteY9" fmla="*/ 0 h 192957"/>
                  <a:gd name="connsiteX10" fmla="*/ 453725 w 454185"/>
                  <a:gd name="connsiteY10" fmla="*/ 25637 h 1929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54185" h="192957">
                    <a:moveTo>
                      <a:pt x="453725" y="25637"/>
                    </a:moveTo>
                    <a:cubicBezTo>
                      <a:pt x="438427" y="28511"/>
                      <a:pt x="424622" y="35723"/>
                      <a:pt x="410198" y="41076"/>
                    </a:cubicBezTo>
                    <a:cubicBezTo>
                      <a:pt x="364163" y="58177"/>
                      <a:pt x="318270" y="75757"/>
                      <a:pt x="272376" y="93224"/>
                    </a:cubicBezTo>
                    <a:cubicBezTo>
                      <a:pt x="230398" y="109198"/>
                      <a:pt x="188477" y="125369"/>
                      <a:pt x="146471" y="141343"/>
                    </a:cubicBezTo>
                    <a:cubicBezTo>
                      <a:pt x="101986" y="158275"/>
                      <a:pt x="57417" y="174982"/>
                      <a:pt x="12932" y="191998"/>
                    </a:cubicBezTo>
                    <a:cubicBezTo>
                      <a:pt x="7861" y="193942"/>
                      <a:pt x="5579" y="193097"/>
                      <a:pt x="3606" y="187941"/>
                    </a:cubicBezTo>
                    <a:cubicBezTo>
                      <a:pt x="-2084" y="173010"/>
                      <a:pt x="-2394" y="172784"/>
                      <a:pt x="12734" y="167009"/>
                    </a:cubicBezTo>
                    <a:cubicBezTo>
                      <a:pt x="75560" y="143006"/>
                      <a:pt x="138470" y="119200"/>
                      <a:pt x="201324" y="95309"/>
                    </a:cubicBezTo>
                    <a:cubicBezTo>
                      <a:pt x="262825" y="71954"/>
                      <a:pt x="324327" y="48570"/>
                      <a:pt x="385828" y="25271"/>
                    </a:cubicBezTo>
                    <a:cubicBezTo>
                      <a:pt x="408367" y="16735"/>
                      <a:pt x="430961" y="8424"/>
                      <a:pt x="453528" y="0"/>
                    </a:cubicBezTo>
                    <a:cubicBezTo>
                      <a:pt x="454260" y="8536"/>
                      <a:pt x="454458" y="17073"/>
                      <a:pt x="453725" y="25637"/>
                    </a:cubicBezTo>
                    <a:close/>
                  </a:path>
                </a:pathLst>
              </a:custGeom>
              <a:solidFill>
                <a:srgbClr val="CBCBCB"/>
              </a:solidFill>
              <a:ln w="2811"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a:endParaRPr>
              </a:p>
            </p:txBody>
          </p:sp>
          <p:sp>
            <p:nvSpPr>
              <p:cNvPr id="59" name="Freeform: Shape 29">
                <a:extLst>
                  <a:ext uri="{FF2B5EF4-FFF2-40B4-BE49-F238E27FC236}">
                    <a16:creationId xmlns:a16="http://schemas.microsoft.com/office/drawing/2014/main" id="{85C4F62E-22BF-B304-F8F2-889B0EADC7E5}"/>
                  </a:ext>
                </a:extLst>
              </p:cNvPr>
              <p:cNvSpPr/>
              <p:nvPr/>
            </p:nvSpPr>
            <p:spPr>
              <a:xfrm>
                <a:off x="9766457" y="4786760"/>
                <a:ext cx="821949" cy="348936"/>
              </a:xfrm>
              <a:custGeom>
                <a:avLst/>
                <a:gdLst>
                  <a:gd name="connsiteX0" fmla="*/ 435897 w 436606"/>
                  <a:gd name="connsiteY0" fmla="*/ 23665 h 185349"/>
                  <a:gd name="connsiteX1" fmla="*/ 351800 w 436606"/>
                  <a:gd name="connsiteY1" fmla="*/ 56120 h 185349"/>
                  <a:gd name="connsiteX2" fmla="*/ 178171 w 436606"/>
                  <a:gd name="connsiteY2" fmla="*/ 122073 h 185349"/>
                  <a:gd name="connsiteX3" fmla="*/ 15444 w 436606"/>
                  <a:gd name="connsiteY3" fmla="*/ 183913 h 185349"/>
                  <a:gd name="connsiteX4" fmla="*/ 3949 w 436606"/>
                  <a:gd name="connsiteY4" fmla="*/ 178842 h 185349"/>
                  <a:gd name="connsiteX5" fmla="*/ 991 w 436606"/>
                  <a:gd name="connsiteY5" fmla="*/ 171376 h 185349"/>
                  <a:gd name="connsiteX6" fmla="*/ 4823 w 436606"/>
                  <a:gd name="connsiteY6" fmla="*/ 162811 h 185349"/>
                  <a:gd name="connsiteX7" fmla="*/ 119994 w 436606"/>
                  <a:gd name="connsiteY7" fmla="*/ 119087 h 185349"/>
                  <a:gd name="connsiteX8" fmla="*/ 313682 w 436606"/>
                  <a:gd name="connsiteY8" fmla="*/ 45499 h 185349"/>
                  <a:gd name="connsiteX9" fmla="*/ 435784 w 436606"/>
                  <a:gd name="connsiteY9" fmla="*/ 0 h 185349"/>
                  <a:gd name="connsiteX10" fmla="*/ 435897 w 436606"/>
                  <a:gd name="connsiteY10" fmla="*/ 23665 h 1853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36606" h="185349">
                    <a:moveTo>
                      <a:pt x="435897" y="23665"/>
                    </a:moveTo>
                    <a:cubicBezTo>
                      <a:pt x="407864" y="34484"/>
                      <a:pt x="379889" y="45415"/>
                      <a:pt x="351800" y="56120"/>
                    </a:cubicBezTo>
                    <a:cubicBezTo>
                      <a:pt x="293933" y="78180"/>
                      <a:pt x="236038" y="100098"/>
                      <a:pt x="178171" y="122073"/>
                    </a:cubicBezTo>
                    <a:cubicBezTo>
                      <a:pt x="123910" y="142668"/>
                      <a:pt x="69621" y="163177"/>
                      <a:pt x="15444" y="183913"/>
                    </a:cubicBezTo>
                    <a:cubicBezTo>
                      <a:pt x="9359" y="186251"/>
                      <a:pt x="5330" y="186476"/>
                      <a:pt x="3949" y="178842"/>
                    </a:cubicBezTo>
                    <a:cubicBezTo>
                      <a:pt x="3470" y="176250"/>
                      <a:pt x="2062" y="173827"/>
                      <a:pt x="991" y="171376"/>
                    </a:cubicBezTo>
                    <a:cubicBezTo>
                      <a:pt x="-925" y="167037"/>
                      <a:pt x="-276" y="164727"/>
                      <a:pt x="4823" y="162811"/>
                    </a:cubicBezTo>
                    <a:cubicBezTo>
                      <a:pt x="43279" y="148443"/>
                      <a:pt x="81622" y="133680"/>
                      <a:pt x="119994" y="119087"/>
                    </a:cubicBezTo>
                    <a:cubicBezTo>
                      <a:pt x="184538" y="94520"/>
                      <a:pt x="249082" y="69897"/>
                      <a:pt x="313682" y="45499"/>
                    </a:cubicBezTo>
                    <a:cubicBezTo>
                      <a:pt x="354308" y="30145"/>
                      <a:pt x="395074" y="15157"/>
                      <a:pt x="435784" y="0"/>
                    </a:cubicBezTo>
                    <a:cubicBezTo>
                      <a:pt x="436742" y="7888"/>
                      <a:pt x="436967" y="15777"/>
                      <a:pt x="435897" y="23665"/>
                    </a:cubicBezTo>
                    <a:close/>
                  </a:path>
                </a:pathLst>
              </a:custGeom>
              <a:solidFill>
                <a:srgbClr val="CBCACA"/>
              </a:solidFill>
              <a:ln w="2811"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a:endParaRPr>
              </a:p>
            </p:txBody>
          </p:sp>
          <p:sp>
            <p:nvSpPr>
              <p:cNvPr id="60" name="Freeform: Shape 30">
                <a:extLst>
                  <a:ext uri="{FF2B5EF4-FFF2-40B4-BE49-F238E27FC236}">
                    <a16:creationId xmlns:a16="http://schemas.microsoft.com/office/drawing/2014/main" id="{3DF8FA20-0F61-DC6E-3494-47AF4B2C53BA}"/>
                  </a:ext>
                </a:extLst>
              </p:cNvPr>
              <p:cNvSpPr/>
              <p:nvPr/>
            </p:nvSpPr>
            <p:spPr>
              <a:xfrm>
                <a:off x="9833737" y="4831471"/>
                <a:ext cx="755931" cy="478607"/>
              </a:xfrm>
              <a:custGeom>
                <a:avLst/>
                <a:gdLst>
                  <a:gd name="connsiteX0" fmla="*/ 401539 w 401538"/>
                  <a:gd name="connsiteY0" fmla="*/ 107282 h 254228"/>
                  <a:gd name="connsiteX1" fmla="*/ 347052 w 401538"/>
                  <a:gd name="connsiteY1" fmla="*/ 126919 h 254228"/>
                  <a:gd name="connsiteX2" fmla="*/ 124317 w 401538"/>
                  <a:gd name="connsiteY2" fmla="*/ 211381 h 254228"/>
                  <a:gd name="connsiteX3" fmla="*/ 16838 w 401538"/>
                  <a:gd name="connsiteY3" fmla="*/ 252598 h 254228"/>
                  <a:gd name="connsiteX4" fmla="*/ 2695 w 401538"/>
                  <a:gd name="connsiteY4" fmla="*/ 246400 h 254228"/>
                  <a:gd name="connsiteX5" fmla="*/ 8019 w 401538"/>
                  <a:gd name="connsiteY5" fmla="*/ 230539 h 254228"/>
                  <a:gd name="connsiteX6" fmla="*/ 272422 w 401538"/>
                  <a:gd name="connsiteY6" fmla="*/ 130102 h 254228"/>
                  <a:gd name="connsiteX7" fmla="*/ 391819 w 401538"/>
                  <a:gd name="connsiteY7" fmla="*/ 84969 h 254228"/>
                  <a:gd name="connsiteX8" fmla="*/ 400214 w 401538"/>
                  <a:gd name="connsiteY8" fmla="*/ 72714 h 254228"/>
                  <a:gd name="connsiteX9" fmla="*/ 399848 w 401538"/>
                  <a:gd name="connsiteY9" fmla="*/ 53951 h 254228"/>
                  <a:gd name="connsiteX10" fmla="*/ 399735 w 401538"/>
                  <a:gd name="connsiteY10" fmla="*/ 28342 h 254228"/>
                  <a:gd name="connsiteX11" fmla="*/ 400130 w 401538"/>
                  <a:gd name="connsiteY11" fmla="*/ 0 h 254228"/>
                  <a:gd name="connsiteX12" fmla="*/ 401229 w 401538"/>
                  <a:gd name="connsiteY12" fmla="*/ 10368 h 254228"/>
                  <a:gd name="connsiteX13" fmla="*/ 401539 w 401538"/>
                  <a:gd name="connsiteY13" fmla="*/ 107282 h 2542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01538" h="254228">
                    <a:moveTo>
                      <a:pt x="401539" y="107282"/>
                    </a:moveTo>
                    <a:cubicBezTo>
                      <a:pt x="382663" y="111818"/>
                      <a:pt x="365111" y="120129"/>
                      <a:pt x="347052" y="126919"/>
                    </a:cubicBezTo>
                    <a:cubicBezTo>
                      <a:pt x="272732" y="154838"/>
                      <a:pt x="198553" y="183180"/>
                      <a:pt x="124317" y="211381"/>
                    </a:cubicBezTo>
                    <a:cubicBezTo>
                      <a:pt x="88453" y="225017"/>
                      <a:pt x="52504" y="238427"/>
                      <a:pt x="16838" y="252598"/>
                    </a:cubicBezTo>
                    <a:cubicBezTo>
                      <a:pt x="8724" y="255810"/>
                      <a:pt x="5371" y="254542"/>
                      <a:pt x="2695" y="246400"/>
                    </a:cubicBezTo>
                    <a:cubicBezTo>
                      <a:pt x="-1362" y="233976"/>
                      <a:pt x="-1757" y="234258"/>
                      <a:pt x="8019" y="230539"/>
                    </a:cubicBezTo>
                    <a:cubicBezTo>
                      <a:pt x="96172" y="197098"/>
                      <a:pt x="184297" y="163572"/>
                      <a:pt x="272422" y="130102"/>
                    </a:cubicBezTo>
                    <a:cubicBezTo>
                      <a:pt x="312202" y="115002"/>
                      <a:pt x="351926" y="99732"/>
                      <a:pt x="391819" y="84969"/>
                    </a:cubicBezTo>
                    <a:cubicBezTo>
                      <a:pt x="398242" y="82603"/>
                      <a:pt x="400890" y="79504"/>
                      <a:pt x="400214" y="72714"/>
                    </a:cubicBezTo>
                    <a:cubicBezTo>
                      <a:pt x="399623" y="66516"/>
                      <a:pt x="399933" y="60205"/>
                      <a:pt x="399848" y="53951"/>
                    </a:cubicBezTo>
                    <a:cubicBezTo>
                      <a:pt x="393875" y="45443"/>
                      <a:pt x="395848" y="36878"/>
                      <a:pt x="399735" y="28342"/>
                    </a:cubicBezTo>
                    <a:cubicBezTo>
                      <a:pt x="399876" y="18904"/>
                      <a:pt x="399989" y="9466"/>
                      <a:pt x="400130" y="0"/>
                    </a:cubicBezTo>
                    <a:cubicBezTo>
                      <a:pt x="402271" y="3268"/>
                      <a:pt x="401229" y="6931"/>
                      <a:pt x="401229" y="10368"/>
                    </a:cubicBezTo>
                    <a:cubicBezTo>
                      <a:pt x="401454" y="42682"/>
                      <a:pt x="401482" y="74968"/>
                      <a:pt x="401539" y="107282"/>
                    </a:cubicBezTo>
                    <a:close/>
                  </a:path>
                </a:pathLst>
              </a:custGeom>
              <a:solidFill>
                <a:srgbClr val="CBCACA"/>
              </a:solidFill>
              <a:ln w="2811"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a:endParaRPr>
              </a:p>
            </p:txBody>
          </p:sp>
          <p:sp>
            <p:nvSpPr>
              <p:cNvPr id="61" name="Freeform: Shape 31">
                <a:extLst>
                  <a:ext uri="{FF2B5EF4-FFF2-40B4-BE49-F238E27FC236}">
                    <a16:creationId xmlns:a16="http://schemas.microsoft.com/office/drawing/2014/main" id="{029DBF31-5E0B-DC37-024A-DE3348597715}"/>
                  </a:ext>
                </a:extLst>
              </p:cNvPr>
              <p:cNvSpPr/>
              <p:nvPr/>
            </p:nvSpPr>
            <p:spPr>
              <a:xfrm>
                <a:off x="9513787" y="3740897"/>
                <a:ext cx="718955" cy="376152"/>
              </a:xfrm>
              <a:custGeom>
                <a:avLst/>
                <a:gdLst>
                  <a:gd name="connsiteX0" fmla="*/ 354757 w 381897"/>
                  <a:gd name="connsiteY0" fmla="*/ 116 h 199806"/>
                  <a:gd name="connsiteX1" fmla="*/ 360307 w 381897"/>
                  <a:gd name="connsiteY1" fmla="*/ 4680 h 199806"/>
                  <a:gd name="connsiteX2" fmla="*/ 381155 w 381897"/>
                  <a:gd name="connsiteY2" fmla="*/ 58744 h 199806"/>
                  <a:gd name="connsiteX3" fmla="*/ 375943 w 381897"/>
                  <a:gd name="connsiteY3" fmla="*/ 67759 h 199806"/>
                  <a:gd name="connsiteX4" fmla="*/ 222457 w 381897"/>
                  <a:gd name="connsiteY4" fmla="*/ 126021 h 199806"/>
                  <a:gd name="connsiteX5" fmla="*/ 36459 w 381897"/>
                  <a:gd name="connsiteY5" fmla="*/ 196679 h 199806"/>
                  <a:gd name="connsiteX6" fmla="*/ 18907 w 381897"/>
                  <a:gd name="connsiteY6" fmla="*/ 188959 h 199806"/>
                  <a:gd name="connsiteX7" fmla="*/ 1243 w 381897"/>
                  <a:gd name="connsiteY7" fmla="*/ 143178 h 199806"/>
                  <a:gd name="connsiteX8" fmla="*/ 6061 w 381897"/>
                  <a:gd name="connsiteY8" fmla="*/ 132191 h 199806"/>
                  <a:gd name="connsiteX9" fmla="*/ 161265 w 381897"/>
                  <a:gd name="connsiteY9" fmla="*/ 73422 h 199806"/>
                  <a:gd name="connsiteX10" fmla="*/ 347995 w 381897"/>
                  <a:gd name="connsiteY10" fmla="*/ 2483 h 199806"/>
                  <a:gd name="connsiteX11" fmla="*/ 354757 w 381897"/>
                  <a:gd name="connsiteY11" fmla="*/ 116 h 199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81897" h="199806">
                    <a:moveTo>
                      <a:pt x="354757" y="116"/>
                    </a:moveTo>
                    <a:cubicBezTo>
                      <a:pt x="358476" y="-616"/>
                      <a:pt x="359349" y="2257"/>
                      <a:pt x="360307" y="4680"/>
                    </a:cubicBezTo>
                    <a:cubicBezTo>
                      <a:pt x="367294" y="22683"/>
                      <a:pt x="374111" y="40770"/>
                      <a:pt x="381155" y="58744"/>
                    </a:cubicBezTo>
                    <a:cubicBezTo>
                      <a:pt x="383352" y="64322"/>
                      <a:pt x="380394" y="66069"/>
                      <a:pt x="375943" y="67759"/>
                    </a:cubicBezTo>
                    <a:cubicBezTo>
                      <a:pt x="324752" y="87114"/>
                      <a:pt x="273619" y="106582"/>
                      <a:pt x="222457" y="126021"/>
                    </a:cubicBezTo>
                    <a:cubicBezTo>
                      <a:pt x="160448" y="149574"/>
                      <a:pt x="98411" y="173042"/>
                      <a:pt x="36459" y="196679"/>
                    </a:cubicBezTo>
                    <a:cubicBezTo>
                      <a:pt x="23471" y="201637"/>
                      <a:pt x="23697" y="201806"/>
                      <a:pt x="18907" y="188959"/>
                    </a:cubicBezTo>
                    <a:cubicBezTo>
                      <a:pt x="13188" y="173633"/>
                      <a:pt x="7385" y="158335"/>
                      <a:pt x="1243" y="143178"/>
                    </a:cubicBezTo>
                    <a:cubicBezTo>
                      <a:pt x="-1095" y="137375"/>
                      <a:pt x="-476" y="134642"/>
                      <a:pt x="6061" y="132191"/>
                    </a:cubicBezTo>
                    <a:cubicBezTo>
                      <a:pt x="57899" y="112864"/>
                      <a:pt x="109568" y="93059"/>
                      <a:pt x="161265" y="73422"/>
                    </a:cubicBezTo>
                    <a:cubicBezTo>
                      <a:pt x="223499" y="49785"/>
                      <a:pt x="285761" y="26120"/>
                      <a:pt x="347995" y="2483"/>
                    </a:cubicBezTo>
                    <a:cubicBezTo>
                      <a:pt x="350249" y="1638"/>
                      <a:pt x="352503" y="905"/>
                      <a:pt x="354757" y="116"/>
                    </a:cubicBezTo>
                    <a:close/>
                  </a:path>
                </a:pathLst>
              </a:custGeom>
              <a:solidFill>
                <a:srgbClr val="CBCACA"/>
              </a:solidFill>
              <a:ln w="2811"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a:endParaRPr>
              </a:p>
            </p:txBody>
          </p:sp>
          <p:sp>
            <p:nvSpPr>
              <p:cNvPr id="62" name="Freeform: Shape 32">
                <a:extLst>
                  <a:ext uri="{FF2B5EF4-FFF2-40B4-BE49-F238E27FC236}">
                    <a16:creationId xmlns:a16="http://schemas.microsoft.com/office/drawing/2014/main" id="{6172BBF5-DCA0-DF2B-8055-EA99A7942BD9}"/>
                  </a:ext>
                </a:extLst>
              </p:cNvPr>
              <p:cNvSpPr/>
              <p:nvPr/>
            </p:nvSpPr>
            <p:spPr>
              <a:xfrm>
                <a:off x="9504470" y="4042815"/>
                <a:ext cx="950327" cy="392749"/>
              </a:xfrm>
              <a:custGeom>
                <a:avLst/>
                <a:gdLst>
                  <a:gd name="connsiteX0" fmla="*/ 504796 w 504798"/>
                  <a:gd name="connsiteY0" fmla="*/ 18274 h 208622"/>
                  <a:gd name="connsiteX1" fmla="*/ 499809 w 504798"/>
                  <a:gd name="connsiteY1" fmla="*/ 22612 h 208622"/>
                  <a:gd name="connsiteX2" fmla="*/ 397992 w 504798"/>
                  <a:gd name="connsiteY2" fmla="*/ 61378 h 208622"/>
                  <a:gd name="connsiteX3" fmla="*/ 208614 w 504798"/>
                  <a:gd name="connsiteY3" fmla="*/ 133332 h 208622"/>
                  <a:gd name="connsiteX4" fmla="*/ 13320 w 504798"/>
                  <a:gd name="connsiteY4" fmla="*/ 207624 h 208622"/>
                  <a:gd name="connsiteX5" fmla="*/ 3121 w 504798"/>
                  <a:gd name="connsiteY5" fmla="*/ 202496 h 208622"/>
                  <a:gd name="connsiteX6" fmla="*/ 10474 w 504798"/>
                  <a:gd name="connsiteY6" fmla="*/ 183423 h 208622"/>
                  <a:gd name="connsiteX7" fmla="*/ 169003 w 504798"/>
                  <a:gd name="connsiteY7" fmla="*/ 122964 h 208622"/>
                  <a:gd name="connsiteX8" fmla="*/ 398556 w 504798"/>
                  <a:gd name="connsiteY8" fmla="*/ 36163 h 208622"/>
                  <a:gd name="connsiteX9" fmla="*/ 490343 w 504798"/>
                  <a:gd name="connsiteY9" fmla="*/ 1173 h 208622"/>
                  <a:gd name="connsiteX10" fmla="*/ 500288 w 504798"/>
                  <a:gd name="connsiteY10" fmla="*/ 5962 h 208622"/>
                  <a:gd name="connsiteX11" fmla="*/ 504796 w 504798"/>
                  <a:gd name="connsiteY11" fmla="*/ 18274 h 208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4798" h="208622">
                    <a:moveTo>
                      <a:pt x="504796" y="18274"/>
                    </a:moveTo>
                    <a:cubicBezTo>
                      <a:pt x="504909" y="22021"/>
                      <a:pt x="501838" y="21852"/>
                      <a:pt x="499809" y="22612"/>
                    </a:cubicBezTo>
                    <a:cubicBezTo>
                      <a:pt x="465889" y="35572"/>
                      <a:pt x="431941" y="48475"/>
                      <a:pt x="397992" y="61378"/>
                    </a:cubicBezTo>
                    <a:cubicBezTo>
                      <a:pt x="334857" y="85381"/>
                      <a:pt x="271750" y="109357"/>
                      <a:pt x="208614" y="133332"/>
                    </a:cubicBezTo>
                    <a:cubicBezTo>
                      <a:pt x="143506" y="158068"/>
                      <a:pt x="78371" y="182719"/>
                      <a:pt x="13320" y="207624"/>
                    </a:cubicBezTo>
                    <a:cubicBezTo>
                      <a:pt x="7262" y="209934"/>
                      <a:pt x="5065" y="208244"/>
                      <a:pt x="3121" y="202496"/>
                    </a:cubicBezTo>
                    <a:cubicBezTo>
                      <a:pt x="-1753" y="188156"/>
                      <a:pt x="-2035" y="188213"/>
                      <a:pt x="10474" y="183423"/>
                    </a:cubicBezTo>
                    <a:cubicBezTo>
                      <a:pt x="63298" y="163251"/>
                      <a:pt x="116123" y="143023"/>
                      <a:pt x="169003" y="122964"/>
                    </a:cubicBezTo>
                    <a:cubicBezTo>
                      <a:pt x="245492" y="93946"/>
                      <a:pt x="322038" y="65097"/>
                      <a:pt x="398556" y="36163"/>
                    </a:cubicBezTo>
                    <a:cubicBezTo>
                      <a:pt x="429180" y="24584"/>
                      <a:pt x="459888" y="13174"/>
                      <a:pt x="490343" y="1173"/>
                    </a:cubicBezTo>
                    <a:cubicBezTo>
                      <a:pt x="496569" y="-1278"/>
                      <a:pt x="498767" y="18"/>
                      <a:pt x="500288" y="5962"/>
                    </a:cubicBezTo>
                    <a:cubicBezTo>
                      <a:pt x="501331" y="10272"/>
                      <a:pt x="503303" y="14358"/>
                      <a:pt x="504796" y="18274"/>
                    </a:cubicBezTo>
                    <a:close/>
                  </a:path>
                </a:pathLst>
              </a:custGeom>
              <a:solidFill>
                <a:srgbClr val="CBCBCA"/>
              </a:solidFill>
              <a:ln w="2811"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a:endParaRPr>
              </a:p>
            </p:txBody>
          </p:sp>
          <p:sp>
            <p:nvSpPr>
              <p:cNvPr id="63" name="Freeform: Shape 33">
                <a:extLst>
                  <a:ext uri="{FF2B5EF4-FFF2-40B4-BE49-F238E27FC236}">
                    <a16:creationId xmlns:a16="http://schemas.microsoft.com/office/drawing/2014/main" id="{4971AF2F-52E4-E060-5BAE-22A86FF10498}"/>
                  </a:ext>
                </a:extLst>
              </p:cNvPr>
              <p:cNvSpPr/>
              <p:nvPr/>
            </p:nvSpPr>
            <p:spPr>
              <a:xfrm>
                <a:off x="9537024" y="4130506"/>
                <a:ext cx="950867" cy="393873"/>
              </a:xfrm>
              <a:custGeom>
                <a:avLst/>
                <a:gdLst>
                  <a:gd name="connsiteX0" fmla="*/ 7860 w 505085"/>
                  <a:gd name="connsiteY0" fmla="*/ 209219 h 209219"/>
                  <a:gd name="connsiteX1" fmla="*/ 6029 w 505085"/>
                  <a:gd name="connsiteY1" fmla="*/ 206853 h 209219"/>
                  <a:gd name="connsiteX2" fmla="*/ 3662 w 505085"/>
                  <a:gd name="connsiteY2" fmla="*/ 202035 h 209219"/>
                  <a:gd name="connsiteX3" fmla="*/ 12030 w 505085"/>
                  <a:gd name="connsiteY3" fmla="*/ 182906 h 209219"/>
                  <a:gd name="connsiteX4" fmla="*/ 182222 w 505085"/>
                  <a:gd name="connsiteY4" fmla="*/ 118221 h 209219"/>
                  <a:gd name="connsiteX5" fmla="*/ 339202 w 505085"/>
                  <a:gd name="connsiteY5" fmla="*/ 59001 h 209219"/>
                  <a:gd name="connsiteX6" fmla="*/ 490969 w 505085"/>
                  <a:gd name="connsiteY6" fmla="*/ 1022 h 209219"/>
                  <a:gd name="connsiteX7" fmla="*/ 500407 w 505085"/>
                  <a:gd name="connsiteY7" fmla="*/ 5388 h 209219"/>
                  <a:gd name="connsiteX8" fmla="*/ 491843 w 505085"/>
                  <a:gd name="connsiteY8" fmla="*/ 25363 h 209219"/>
                  <a:gd name="connsiteX9" fmla="*/ 274066 w 505085"/>
                  <a:gd name="connsiteY9" fmla="*/ 108248 h 209219"/>
                  <a:gd name="connsiteX10" fmla="*/ 14706 w 505085"/>
                  <a:gd name="connsiteY10" fmla="*/ 207106 h 209219"/>
                  <a:gd name="connsiteX11" fmla="*/ 7860 w 505085"/>
                  <a:gd name="connsiteY11" fmla="*/ 209219 h 2092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5085" h="209219">
                    <a:moveTo>
                      <a:pt x="7860" y="209219"/>
                    </a:moveTo>
                    <a:cubicBezTo>
                      <a:pt x="7860" y="209219"/>
                      <a:pt x="6790" y="208290"/>
                      <a:pt x="6029" y="206853"/>
                    </a:cubicBezTo>
                    <a:cubicBezTo>
                      <a:pt x="5184" y="205275"/>
                      <a:pt x="4367" y="203697"/>
                      <a:pt x="3662" y="202035"/>
                    </a:cubicBezTo>
                    <a:cubicBezTo>
                      <a:pt x="-2198" y="188090"/>
                      <a:pt x="-2113" y="188259"/>
                      <a:pt x="12030" y="182906"/>
                    </a:cubicBezTo>
                    <a:cubicBezTo>
                      <a:pt x="68798" y="161410"/>
                      <a:pt x="125482" y="139717"/>
                      <a:pt x="182222" y="118221"/>
                    </a:cubicBezTo>
                    <a:cubicBezTo>
                      <a:pt x="234511" y="98415"/>
                      <a:pt x="286913" y="78807"/>
                      <a:pt x="339202" y="59001"/>
                    </a:cubicBezTo>
                    <a:cubicBezTo>
                      <a:pt x="389857" y="39816"/>
                      <a:pt x="440483" y="20602"/>
                      <a:pt x="490969" y="1022"/>
                    </a:cubicBezTo>
                    <a:cubicBezTo>
                      <a:pt x="496885" y="-1260"/>
                      <a:pt x="498604" y="317"/>
                      <a:pt x="500407" y="5388"/>
                    </a:cubicBezTo>
                    <a:cubicBezTo>
                      <a:pt x="506943" y="23757"/>
                      <a:pt x="508690" y="18883"/>
                      <a:pt x="491843" y="25363"/>
                    </a:cubicBezTo>
                    <a:cubicBezTo>
                      <a:pt x="419326" y="53198"/>
                      <a:pt x="346667" y="80610"/>
                      <a:pt x="274066" y="108248"/>
                    </a:cubicBezTo>
                    <a:cubicBezTo>
                      <a:pt x="187603" y="141154"/>
                      <a:pt x="101169" y="174144"/>
                      <a:pt x="14706" y="207106"/>
                    </a:cubicBezTo>
                    <a:cubicBezTo>
                      <a:pt x="13072" y="207726"/>
                      <a:pt x="11325" y="208149"/>
                      <a:pt x="7860" y="209219"/>
                    </a:cubicBezTo>
                    <a:close/>
                  </a:path>
                </a:pathLst>
              </a:custGeom>
              <a:solidFill>
                <a:srgbClr val="CBCBCA"/>
              </a:solidFill>
              <a:ln w="2811"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a:endParaRPr>
              </a:p>
            </p:txBody>
          </p:sp>
          <p:sp>
            <p:nvSpPr>
              <p:cNvPr id="64" name="Freeform: Shape 34">
                <a:extLst>
                  <a:ext uri="{FF2B5EF4-FFF2-40B4-BE49-F238E27FC236}">
                    <a16:creationId xmlns:a16="http://schemas.microsoft.com/office/drawing/2014/main" id="{81913824-500D-8987-D3B7-DE96C6A989AB}"/>
                  </a:ext>
                </a:extLst>
              </p:cNvPr>
              <p:cNvSpPr/>
              <p:nvPr/>
            </p:nvSpPr>
            <p:spPr>
              <a:xfrm>
                <a:off x="9437203" y="3867855"/>
                <a:ext cx="950210" cy="392687"/>
              </a:xfrm>
              <a:custGeom>
                <a:avLst/>
                <a:gdLst>
                  <a:gd name="connsiteX0" fmla="*/ 504579 w 504736"/>
                  <a:gd name="connsiteY0" fmla="*/ 16831 h 208589"/>
                  <a:gd name="connsiteX1" fmla="*/ 499085 w 504736"/>
                  <a:gd name="connsiteY1" fmla="*/ 22944 h 208589"/>
                  <a:gd name="connsiteX2" fmla="*/ 418257 w 504736"/>
                  <a:gd name="connsiteY2" fmla="*/ 53935 h 208589"/>
                  <a:gd name="connsiteX3" fmla="*/ 262263 w 504736"/>
                  <a:gd name="connsiteY3" fmla="*/ 113436 h 208589"/>
                  <a:gd name="connsiteX4" fmla="*/ 22765 w 504736"/>
                  <a:gd name="connsiteY4" fmla="*/ 204209 h 208589"/>
                  <a:gd name="connsiteX5" fmla="*/ 20230 w 504736"/>
                  <a:gd name="connsiteY5" fmla="*/ 205082 h 208589"/>
                  <a:gd name="connsiteX6" fmla="*/ 1129 w 504736"/>
                  <a:gd name="connsiteY6" fmla="*/ 196602 h 208589"/>
                  <a:gd name="connsiteX7" fmla="*/ 6003 w 504736"/>
                  <a:gd name="connsiteY7" fmla="*/ 185361 h 208589"/>
                  <a:gd name="connsiteX8" fmla="*/ 199691 w 504736"/>
                  <a:gd name="connsiteY8" fmla="*/ 112337 h 208589"/>
                  <a:gd name="connsiteX9" fmla="*/ 356389 w 504736"/>
                  <a:gd name="connsiteY9" fmla="*/ 52301 h 208589"/>
                  <a:gd name="connsiteX10" fmla="*/ 491535 w 504736"/>
                  <a:gd name="connsiteY10" fmla="*/ 829 h 208589"/>
                  <a:gd name="connsiteX11" fmla="*/ 500015 w 504736"/>
                  <a:gd name="connsiteY11" fmla="*/ 4998 h 208589"/>
                  <a:gd name="connsiteX12" fmla="*/ 504579 w 504736"/>
                  <a:gd name="connsiteY12" fmla="*/ 16831 h 208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04736" h="208589">
                    <a:moveTo>
                      <a:pt x="504579" y="16831"/>
                    </a:moveTo>
                    <a:cubicBezTo>
                      <a:pt x="505593" y="22155"/>
                      <a:pt x="501479" y="22015"/>
                      <a:pt x="499085" y="22944"/>
                    </a:cubicBezTo>
                    <a:cubicBezTo>
                      <a:pt x="472180" y="33368"/>
                      <a:pt x="445218" y="43651"/>
                      <a:pt x="418257" y="53935"/>
                    </a:cubicBezTo>
                    <a:cubicBezTo>
                      <a:pt x="366278" y="73768"/>
                      <a:pt x="314299" y="93658"/>
                      <a:pt x="262263" y="113436"/>
                    </a:cubicBezTo>
                    <a:cubicBezTo>
                      <a:pt x="182450" y="143750"/>
                      <a:pt x="102579" y="173951"/>
                      <a:pt x="22765" y="204209"/>
                    </a:cubicBezTo>
                    <a:cubicBezTo>
                      <a:pt x="21920" y="204519"/>
                      <a:pt x="21047" y="204744"/>
                      <a:pt x="20230" y="205082"/>
                    </a:cubicBezTo>
                    <a:cubicBezTo>
                      <a:pt x="6003" y="210745"/>
                      <a:pt x="6313" y="210632"/>
                      <a:pt x="1129" y="196602"/>
                    </a:cubicBezTo>
                    <a:cubicBezTo>
                      <a:pt x="-1097" y="190573"/>
                      <a:pt x="-308" y="187728"/>
                      <a:pt x="6003" y="185361"/>
                    </a:cubicBezTo>
                    <a:cubicBezTo>
                      <a:pt x="70631" y="161189"/>
                      <a:pt x="135204" y="136847"/>
                      <a:pt x="199691" y="112337"/>
                    </a:cubicBezTo>
                    <a:cubicBezTo>
                      <a:pt x="251980" y="92475"/>
                      <a:pt x="304128" y="72247"/>
                      <a:pt x="356389" y="52301"/>
                    </a:cubicBezTo>
                    <a:cubicBezTo>
                      <a:pt x="401409" y="35087"/>
                      <a:pt x="446514" y="18014"/>
                      <a:pt x="491535" y="829"/>
                    </a:cubicBezTo>
                    <a:cubicBezTo>
                      <a:pt x="496070" y="-918"/>
                      <a:pt x="498690" y="-73"/>
                      <a:pt x="500015" y="4998"/>
                    </a:cubicBezTo>
                    <a:cubicBezTo>
                      <a:pt x="501141" y="9280"/>
                      <a:pt x="503170" y="13337"/>
                      <a:pt x="504579" y="16831"/>
                    </a:cubicBezTo>
                    <a:close/>
                  </a:path>
                </a:pathLst>
              </a:custGeom>
              <a:solidFill>
                <a:srgbClr val="CBCBCA"/>
              </a:solidFill>
              <a:ln w="2811"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a:endParaRPr>
              </a:p>
            </p:txBody>
          </p:sp>
          <p:sp>
            <p:nvSpPr>
              <p:cNvPr id="65" name="Freeform: Shape 35">
                <a:extLst>
                  <a:ext uri="{FF2B5EF4-FFF2-40B4-BE49-F238E27FC236}">
                    <a16:creationId xmlns:a16="http://schemas.microsoft.com/office/drawing/2014/main" id="{D636C1F3-6511-2E2F-4B50-310E26DB9271}"/>
                  </a:ext>
                </a:extLst>
              </p:cNvPr>
              <p:cNvSpPr/>
              <p:nvPr/>
            </p:nvSpPr>
            <p:spPr>
              <a:xfrm>
                <a:off x="9602782" y="4305214"/>
                <a:ext cx="948747" cy="392808"/>
              </a:xfrm>
              <a:custGeom>
                <a:avLst/>
                <a:gdLst>
                  <a:gd name="connsiteX0" fmla="*/ 11950 w 503959"/>
                  <a:gd name="connsiteY0" fmla="*/ 208008 h 208653"/>
                  <a:gd name="connsiteX1" fmla="*/ 5188 w 503959"/>
                  <a:gd name="connsiteY1" fmla="*/ 205642 h 208653"/>
                  <a:gd name="connsiteX2" fmla="*/ 14344 w 503959"/>
                  <a:gd name="connsiteY2" fmla="*/ 182624 h 208653"/>
                  <a:gd name="connsiteX3" fmla="*/ 259505 w 503959"/>
                  <a:gd name="connsiteY3" fmla="*/ 89231 h 208653"/>
                  <a:gd name="connsiteX4" fmla="*/ 491368 w 503959"/>
                  <a:gd name="connsiteY4" fmla="*/ 1050 h 208653"/>
                  <a:gd name="connsiteX5" fmla="*/ 500693 w 503959"/>
                  <a:gd name="connsiteY5" fmla="*/ 5501 h 208653"/>
                  <a:gd name="connsiteX6" fmla="*/ 490917 w 503959"/>
                  <a:gd name="connsiteY6" fmla="*/ 26406 h 208653"/>
                  <a:gd name="connsiteX7" fmla="*/ 270774 w 503959"/>
                  <a:gd name="connsiteY7" fmla="*/ 110220 h 208653"/>
                  <a:gd name="connsiteX8" fmla="*/ 65450 w 503959"/>
                  <a:gd name="connsiteY8" fmla="*/ 187893 h 208653"/>
                  <a:gd name="connsiteX9" fmla="*/ 20373 w 503959"/>
                  <a:gd name="connsiteY9" fmla="*/ 204994 h 208653"/>
                  <a:gd name="connsiteX10" fmla="*/ 11950 w 503959"/>
                  <a:gd name="connsiteY10" fmla="*/ 208008 h 2086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03959" h="208653">
                    <a:moveTo>
                      <a:pt x="11950" y="208008"/>
                    </a:moveTo>
                    <a:cubicBezTo>
                      <a:pt x="6512" y="209755"/>
                      <a:pt x="6118" y="207614"/>
                      <a:pt x="5188" y="205642"/>
                    </a:cubicBezTo>
                    <a:cubicBezTo>
                      <a:pt x="-2841" y="188907"/>
                      <a:pt x="-2813" y="189132"/>
                      <a:pt x="14344" y="182624"/>
                    </a:cubicBezTo>
                    <a:cubicBezTo>
                      <a:pt x="96102" y="151550"/>
                      <a:pt x="177775" y="120334"/>
                      <a:pt x="259505" y="89231"/>
                    </a:cubicBezTo>
                    <a:cubicBezTo>
                      <a:pt x="336783" y="59819"/>
                      <a:pt x="414118" y="30491"/>
                      <a:pt x="491368" y="1050"/>
                    </a:cubicBezTo>
                    <a:cubicBezTo>
                      <a:pt x="496439" y="-894"/>
                      <a:pt x="498665" y="-528"/>
                      <a:pt x="500693" y="5501"/>
                    </a:cubicBezTo>
                    <a:cubicBezTo>
                      <a:pt x="505933" y="21024"/>
                      <a:pt x="506300" y="20546"/>
                      <a:pt x="490917" y="26406"/>
                    </a:cubicBezTo>
                    <a:cubicBezTo>
                      <a:pt x="417499" y="54240"/>
                      <a:pt x="344164" y="82329"/>
                      <a:pt x="270774" y="110220"/>
                    </a:cubicBezTo>
                    <a:cubicBezTo>
                      <a:pt x="202370" y="136195"/>
                      <a:pt x="133882" y="162002"/>
                      <a:pt x="65450" y="187893"/>
                    </a:cubicBezTo>
                    <a:cubicBezTo>
                      <a:pt x="50434" y="193584"/>
                      <a:pt x="35418" y="199331"/>
                      <a:pt x="20373" y="204994"/>
                    </a:cubicBezTo>
                    <a:cubicBezTo>
                      <a:pt x="16767" y="206346"/>
                      <a:pt x="13105" y="207614"/>
                      <a:pt x="11950" y="208008"/>
                    </a:cubicBezTo>
                    <a:close/>
                  </a:path>
                </a:pathLst>
              </a:custGeom>
              <a:solidFill>
                <a:srgbClr val="CBCBCB"/>
              </a:solidFill>
              <a:ln w="2811"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a:endParaRPr>
              </a:p>
            </p:txBody>
          </p:sp>
          <p:sp>
            <p:nvSpPr>
              <p:cNvPr id="66" name="Freeform: Shape 36">
                <a:extLst>
                  <a:ext uri="{FF2B5EF4-FFF2-40B4-BE49-F238E27FC236}">
                    <a16:creationId xmlns:a16="http://schemas.microsoft.com/office/drawing/2014/main" id="{D557ACF2-CE14-FA33-9287-3243EDFF8671}"/>
                  </a:ext>
                </a:extLst>
              </p:cNvPr>
              <p:cNvSpPr/>
              <p:nvPr/>
            </p:nvSpPr>
            <p:spPr>
              <a:xfrm>
                <a:off x="9470269" y="3955778"/>
                <a:ext cx="947962" cy="392328"/>
              </a:xfrm>
              <a:custGeom>
                <a:avLst/>
                <a:gdLst>
                  <a:gd name="connsiteX0" fmla="*/ 11512 w 503542"/>
                  <a:gd name="connsiteY0" fmla="*/ 208020 h 208398"/>
                  <a:gd name="connsiteX1" fmla="*/ 5060 w 503542"/>
                  <a:gd name="connsiteY1" fmla="*/ 205259 h 208398"/>
                  <a:gd name="connsiteX2" fmla="*/ 12808 w 503542"/>
                  <a:gd name="connsiteY2" fmla="*/ 182777 h 208398"/>
                  <a:gd name="connsiteX3" fmla="*/ 215625 w 503542"/>
                  <a:gd name="connsiteY3" fmla="*/ 105752 h 208398"/>
                  <a:gd name="connsiteX4" fmla="*/ 385902 w 503542"/>
                  <a:gd name="connsiteY4" fmla="*/ 41011 h 208398"/>
                  <a:gd name="connsiteX5" fmla="*/ 490141 w 503542"/>
                  <a:gd name="connsiteY5" fmla="*/ 1203 h 208398"/>
                  <a:gd name="connsiteX6" fmla="*/ 500903 w 503542"/>
                  <a:gd name="connsiteY6" fmla="*/ 6274 h 208398"/>
                  <a:gd name="connsiteX7" fmla="*/ 492761 w 503542"/>
                  <a:gd name="connsiteY7" fmla="*/ 25065 h 208398"/>
                  <a:gd name="connsiteX8" fmla="*/ 371843 w 503542"/>
                  <a:gd name="connsiteY8" fmla="*/ 71184 h 208398"/>
                  <a:gd name="connsiteX9" fmla="*/ 205003 w 503542"/>
                  <a:gd name="connsiteY9" fmla="*/ 134799 h 208398"/>
                  <a:gd name="connsiteX10" fmla="*/ 37121 w 503542"/>
                  <a:gd name="connsiteY10" fmla="*/ 198244 h 208398"/>
                  <a:gd name="connsiteX11" fmla="*/ 11512 w 503542"/>
                  <a:gd name="connsiteY11" fmla="*/ 208020 h 2083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3542" h="208398">
                    <a:moveTo>
                      <a:pt x="11512" y="208020"/>
                    </a:moveTo>
                    <a:cubicBezTo>
                      <a:pt x="6666" y="209316"/>
                      <a:pt x="6018" y="207006"/>
                      <a:pt x="5060" y="205259"/>
                    </a:cubicBezTo>
                    <a:cubicBezTo>
                      <a:pt x="-2856" y="190637"/>
                      <a:pt x="-2349" y="188552"/>
                      <a:pt x="12808" y="182777"/>
                    </a:cubicBezTo>
                    <a:cubicBezTo>
                      <a:pt x="80366" y="156999"/>
                      <a:pt x="148010" y="131446"/>
                      <a:pt x="215625" y="105752"/>
                    </a:cubicBezTo>
                    <a:cubicBezTo>
                      <a:pt x="272393" y="84200"/>
                      <a:pt x="329133" y="62620"/>
                      <a:pt x="385902" y="41011"/>
                    </a:cubicBezTo>
                    <a:cubicBezTo>
                      <a:pt x="420667" y="27798"/>
                      <a:pt x="455461" y="14669"/>
                      <a:pt x="490141" y="1203"/>
                    </a:cubicBezTo>
                    <a:cubicBezTo>
                      <a:pt x="496255" y="-1164"/>
                      <a:pt x="498875" y="-319"/>
                      <a:pt x="500903" y="6274"/>
                    </a:cubicBezTo>
                    <a:cubicBezTo>
                      <a:pt x="505045" y="19712"/>
                      <a:pt x="505637" y="20078"/>
                      <a:pt x="492761" y="25065"/>
                    </a:cubicBezTo>
                    <a:cubicBezTo>
                      <a:pt x="452531" y="40645"/>
                      <a:pt x="412159" y="55830"/>
                      <a:pt x="371843" y="71184"/>
                    </a:cubicBezTo>
                    <a:cubicBezTo>
                      <a:pt x="316230" y="92370"/>
                      <a:pt x="260645" y="113669"/>
                      <a:pt x="205003" y="134799"/>
                    </a:cubicBezTo>
                    <a:cubicBezTo>
                      <a:pt x="149080" y="156041"/>
                      <a:pt x="93101" y="177114"/>
                      <a:pt x="37121" y="198244"/>
                    </a:cubicBezTo>
                    <a:cubicBezTo>
                      <a:pt x="27965" y="201766"/>
                      <a:pt x="18809" y="205259"/>
                      <a:pt x="11512" y="208020"/>
                    </a:cubicBezTo>
                    <a:close/>
                  </a:path>
                </a:pathLst>
              </a:custGeom>
              <a:solidFill>
                <a:srgbClr val="CBCBCB"/>
              </a:solidFill>
              <a:ln w="2811"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a:endParaRPr>
              </a:p>
            </p:txBody>
          </p:sp>
          <p:sp>
            <p:nvSpPr>
              <p:cNvPr id="67" name="Freeform: Shape 37">
                <a:extLst>
                  <a:ext uri="{FF2B5EF4-FFF2-40B4-BE49-F238E27FC236}">
                    <a16:creationId xmlns:a16="http://schemas.microsoft.com/office/drawing/2014/main" id="{04A5E2CB-A9EB-322E-23D2-06D5AC9E0E6D}"/>
                  </a:ext>
                </a:extLst>
              </p:cNvPr>
              <p:cNvSpPr/>
              <p:nvPr/>
            </p:nvSpPr>
            <p:spPr>
              <a:xfrm>
                <a:off x="9570007" y="4217811"/>
                <a:ext cx="950826" cy="393647"/>
              </a:xfrm>
              <a:custGeom>
                <a:avLst/>
                <a:gdLst>
                  <a:gd name="connsiteX0" fmla="*/ 505059 w 505063"/>
                  <a:gd name="connsiteY0" fmla="*/ 17698 h 209099"/>
                  <a:gd name="connsiteX1" fmla="*/ 499650 w 505063"/>
                  <a:gd name="connsiteY1" fmla="*/ 23051 h 209099"/>
                  <a:gd name="connsiteX2" fmla="*/ 401946 w 505063"/>
                  <a:gd name="connsiteY2" fmla="*/ 59873 h 209099"/>
                  <a:gd name="connsiteX3" fmla="*/ 195890 w 505063"/>
                  <a:gd name="connsiteY3" fmla="*/ 138391 h 209099"/>
                  <a:gd name="connsiteX4" fmla="*/ 27219 w 505063"/>
                  <a:gd name="connsiteY4" fmla="*/ 202202 h 209099"/>
                  <a:gd name="connsiteX5" fmla="*/ 19696 w 505063"/>
                  <a:gd name="connsiteY5" fmla="*/ 205020 h 209099"/>
                  <a:gd name="connsiteX6" fmla="*/ 7441 w 505063"/>
                  <a:gd name="connsiteY6" fmla="*/ 208288 h 209099"/>
                  <a:gd name="connsiteX7" fmla="*/ 144 w 505063"/>
                  <a:gd name="connsiteY7" fmla="*/ 191497 h 209099"/>
                  <a:gd name="connsiteX8" fmla="*/ 6342 w 505063"/>
                  <a:gd name="connsiteY8" fmla="*/ 185186 h 209099"/>
                  <a:gd name="connsiteX9" fmla="*/ 83959 w 505063"/>
                  <a:gd name="connsiteY9" fmla="*/ 155802 h 209099"/>
                  <a:gd name="connsiteX10" fmla="*/ 285141 w 505063"/>
                  <a:gd name="connsiteY10" fmla="*/ 79509 h 209099"/>
                  <a:gd name="connsiteX11" fmla="*/ 492100 w 505063"/>
                  <a:gd name="connsiteY11" fmla="*/ 907 h 209099"/>
                  <a:gd name="connsiteX12" fmla="*/ 500242 w 505063"/>
                  <a:gd name="connsiteY12" fmla="*/ 4767 h 209099"/>
                  <a:gd name="connsiteX13" fmla="*/ 505059 w 505063"/>
                  <a:gd name="connsiteY13" fmla="*/ 17698 h 2090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05063" h="209099">
                    <a:moveTo>
                      <a:pt x="505059" y="17698"/>
                    </a:moveTo>
                    <a:cubicBezTo>
                      <a:pt x="505200" y="21952"/>
                      <a:pt x="501904" y="22206"/>
                      <a:pt x="499650" y="23051"/>
                    </a:cubicBezTo>
                    <a:cubicBezTo>
                      <a:pt x="467110" y="35391"/>
                      <a:pt x="434486" y="47505"/>
                      <a:pt x="401946" y="59873"/>
                    </a:cubicBezTo>
                    <a:cubicBezTo>
                      <a:pt x="333233" y="85989"/>
                      <a:pt x="264603" y="112275"/>
                      <a:pt x="195890" y="138391"/>
                    </a:cubicBezTo>
                    <a:cubicBezTo>
                      <a:pt x="139685" y="159746"/>
                      <a:pt x="83452" y="180932"/>
                      <a:pt x="27219" y="202202"/>
                    </a:cubicBezTo>
                    <a:cubicBezTo>
                      <a:pt x="24711" y="203160"/>
                      <a:pt x="22288" y="204372"/>
                      <a:pt x="19696" y="205020"/>
                    </a:cubicBezTo>
                    <a:cubicBezTo>
                      <a:pt x="15470" y="206062"/>
                      <a:pt x="10766" y="211021"/>
                      <a:pt x="7441" y="208288"/>
                    </a:cubicBezTo>
                    <a:cubicBezTo>
                      <a:pt x="2764" y="204456"/>
                      <a:pt x="1497" y="197526"/>
                      <a:pt x="144" y="191497"/>
                    </a:cubicBezTo>
                    <a:cubicBezTo>
                      <a:pt x="-842" y="187130"/>
                      <a:pt x="3441" y="186313"/>
                      <a:pt x="6342" y="185186"/>
                    </a:cubicBezTo>
                    <a:cubicBezTo>
                      <a:pt x="32177" y="175325"/>
                      <a:pt x="58096" y="165606"/>
                      <a:pt x="83959" y="155802"/>
                    </a:cubicBezTo>
                    <a:cubicBezTo>
                      <a:pt x="151038" y="130390"/>
                      <a:pt x="218090" y="104921"/>
                      <a:pt x="285141" y="79509"/>
                    </a:cubicBezTo>
                    <a:cubicBezTo>
                      <a:pt x="354137" y="53337"/>
                      <a:pt x="423161" y="27249"/>
                      <a:pt x="492100" y="907"/>
                    </a:cubicBezTo>
                    <a:cubicBezTo>
                      <a:pt x="497086" y="-1009"/>
                      <a:pt x="498889" y="34"/>
                      <a:pt x="500242" y="4767"/>
                    </a:cubicBezTo>
                    <a:cubicBezTo>
                      <a:pt x="501538" y="9274"/>
                      <a:pt x="503510" y="13641"/>
                      <a:pt x="505059" y="17698"/>
                    </a:cubicBezTo>
                    <a:close/>
                  </a:path>
                </a:pathLst>
              </a:custGeom>
              <a:solidFill>
                <a:srgbClr val="CBCACA"/>
              </a:solidFill>
              <a:ln w="2811"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a:endParaRPr>
              </a:p>
            </p:txBody>
          </p:sp>
          <p:sp>
            <p:nvSpPr>
              <p:cNvPr id="68" name="Freeform: Shape 38">
                <a:extLst>
                  <a:ext uri="{FF2B5EF4-FFF2-40B4-BE49-F238E27FC236}">
                    <a16:creationId xmlns:a16="http://schemas.microsoft.com/office/drawing/2014/main" id="{6597B5DB-45D8-C0E8-325D-84AFA83B75C8}"/>
                  </a:ext>
                </a:extLst>
              </p:cNvPr>
              <p:cNvSpPr/>
              <p:nvPr/>
            </p:nvSpPr>
            <p:spPr>
              <a:xfrm>
                <a:off x="9802495" y="4884827"/>
                <a:ext cx="784043" cy="338623"/>
              </a:xfrm>
              <a:custGeom>
                <a:avLst/>
                <a:gdLst>
                  <a:gd name="connsiteX0" fmla="*/ 416359 w 416471"/>
                  <a:gd name="connsiteY0" fmla="*/ 0 h 179871"/>
                  <a:gd name="connsiteX1" fmla="*/ 416472 w 416471"/>
                  <a:gd name="connsiteY1" fmla="*/ 25609 h 179871"/>
                  <a:gd name="connsiteX2" fmla="*/ 252139 w 416471"/>
                  <a:gd name="connsiteY2" fmla="*/ 87871 h 179871"/>
                  <a:gd name="connsiteX3" fmla="*/ 38532 w 416471"/>
                  <a:gd name="connsiteY3" fmla="*/ 168784 h 179871"/>
                  <a:gd name="connsiteX4" fmla="*/ 12811 w 416471"/>
                  <a:gd name="connsiteY4" fmla="*/ 178926 h 179871"/>
                  <a:gd name="connsiteX5" fmla="*/ 4697 w 416471"/>
                  <a:gd name="connsiteY5" fmla="*/ 175686 h 179871"/>
                  <a:gd name="connsiteX6" fmla="*/ 13656 w 416471"/>
                  <a:gd name="connsiteY6" fmla="*/ 153232 h 179871"/>
                  <a:gd name="connsiteX7" fmla="*/ 167085 w 416471"/>
                  <a:gd name="connsiteY7" fmla="*/ 94746 h 179871"/>
                  <a:gd name="connsiteX8" fmla="*/ 364859 w 416471"/>
                  <a:gd name="connsiteY8" fmla="*/ 20059 h 179871"/>
                  <a:gd name="connsiteX9" fmla="*/ 416359 w 416471"/>
                  <a:gd name="connsiteY9" fmla="*/ 0 h 179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6471" h="179871">
                    <a:moveTo>
                      <a:pt x="416359" y="0"/>
                    </a:moveTo>
                    <a:cubicBezTo>
                      <a:pt x="416387" y="8536"/>
                      <a:pt x="416444" y="17073"/>
                      <a:pt x="416472" y="25609"/>
                    </a:cubicBezTo>
                    <a:cubicBezTo>
                      <a:pt x="361704" y="46373"/>
                      <a:pt x="306907" y="67136"/>
                      <a:pt x="252139" y="87871"/>
                    </a:cubicBezTo>
                    <a:cubicBezTo>
                      <a:pt x="180946" y="114833"/>
                      <a:pt x="109725" y="141794"/>
                      <a:pt x="38532" y="168784"/>
                    </a:cubicBezTo>
                    <a:cubicBezTo>
                      <a:pt x="29911" y="172052"/>
                      <a:pt x="21291" y="175320"/>
                      <a:pt x="12811" y="178926"/>
                    </a:cubicBezTo>
                    <a:cubicBezTo>
                      <a:pt x="8669" y="180701"/>
                      <a:pt x="6697" y="180166"/>
                      <a:pt x="4697" y="175686"/>
                    </a:cubicBezTo>
                    <a:cubicBezTo>
                      <a:pt x="-2600" y="159233"/>
                      <a:pt x="-2656" y="159430"/>
                      <a:pt x="13656" y="153232"/>
                    </a:cubicBezTo>
                    <a:cubicBezTo>
                      <a:pt x="64846" y="133850"/>
                      <a:pt x="115895" y="114128"/>
                      <a:pt x="167085" y="94746"/>
                    </a:cubicBezTo>
                    <a:cubicBezTo>
                      <a:pt x="232982" y="69756"/>
                      <a:pt x="298963" y="44992"/>
                      <a:pt x="364859" y="20059"/>
                    </a:cubicBezTo>
                    <a:cubicBezTo>
                      <a:pt x="382129" y="13579"/>
                      <a:pt x="399202" y="6705"/>
                      <a:pt x="416359" y="0"/>
                    </a:cubicBezTo>
                    <a:close/>
                  </a:path>
                </a:pathLst>
              </a:custGeom>
              <a:solidFill>
                <a:srgbClr val="CBCBCB"/>
              </a:solidFill>
              <a:ln w="2811"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a:endParaRPr>
              </a:p>
            </p:txBody>
          </p:sp>
        </p:grpSp>
        <p:grpSp>
          <p:nvGrpSpPr>
            <p:cNvPr id="49" name="Group 2">
              <a:extLst>
                <a:ext uri="{FF2B5EF4-FFF2-40B4-BE49-F238E27FC236}">
                  <a16:creationId xmlns:a16="http://schemas.microsoft.com/office/drawing/2014/main" id="{0D3B0A6A-8292-FE2A-D7D3-A528E170DDA5}"/>
                </a:ext>
              </a:extLst>
            </p:cNvPr>
            <p:cNvGrpSpPr/>
            <p:nvPr/>
          </p:nvGrpSpPr>
          <p:grpSpPr>
            <a:xfrm>
              <a:off x="6641219" y="3108114"/>
              <a:ext cx="3003188" cy="4143369"/>
              <a:chOff x="6641219" y="3108114"/>
              <a:chExt cx="3003188" cy="4143369"/>
            </a:xfrm>
          </p:grpSpPr>
          <p:grpSp>
            <p:nvGrpSpPr>
              <p:cNvPr id="50" name="Group 50">
                <a:extLst>
                  <a:ext uri="{FF2B5EF4-FFF2-40B4-BE49-F238E27FC236}">
                    <a16:creationId xmlns:a16="http://schemas.microsoft.com/office/drawing/2014/main" id="{AD033A1F-BFEA-8F9C-040E-C0678AD70019}"/>
                  </a:ext>
                </a:extLst>
              </p:cNvPr>
              <p:cNvGrpSpPr/>
              <p:nvPr/>
            </p:nvGrpSpPr>
            <p:grpSpPr>
              <a:xfrm>
                <a:off x="7395329" y="3108114"/>
                <a:ext cx="2249078" cy="1302234"/>
                <a:chOff x="7395329" y="3108114"/>
                <a:chExt cx="2249078" cy="1302234"/>
              </a:xfrm>
            </p:grpSpPr>
            <p:sp>
              <p:nvSpPr>
                <p:cNvPr id="52" name="Freeform: Shape 10">
                  <a:extLst>
                    <a:ext uri="{FF2B5EF4-FFF2-40B4-BE49-F238E27FC236}">
                      <a16:creationId xmlns:a16="http://schemas.microsoft.com/office/drawing/2014/main" id="{C20D7A83-B91B-1B22-60A8-9C05B2F57295}"/>
                    </a:ext>
                  </a:extLst>
                </p:cNvPr>
                <p:cNvSpPr/>
                <p:nvPr/>
              </p:nvSpPr>
              <p:spPr>
                <a:xfrm>
                  <a:off x="7395329" y="3834747"/>
                  <a:ext cx="759023" cy="575601"/>
                </a:xfrm>
                <a:custGeom>
                  <a:avLst/>
                  <a:gdLst>
                    <a:gd name="connsiteX0" fmla="*/ 320749 w 322229"/>
                    <a:gd name="connsiteY0" fmla="*/ 252976 h 294023"/>
                    <a:gd name="connsiteX1" fmla="*/ 319396 w 322229"/>
                    <a:gd name="connsiteY1" fmla="*/ 261794 h 294023"/>
                    <a:gd name="connsiteX2" fmla="*/ 291618 w 322229"/>
                    <a:gd name="connsiteY2" fmla="*/ 294024 h 294023"/>
                    <a:gd name="connsiteX3" fmla="*/ 251049 w 322229"/>
                    <a:gd name="connsiteY3" fmla="*/ 259258 h 294023"/>
                    <a:gd name="connsiteX4" fmla="*/ 51669 w 322229"/>
                    <a:gd name="connsiteY4" fmla="*/ 83037 h 294023"/>
                    <a:gd name="connsiteX5" fmla="*/ 0 w 322229"/>
                    <a:gd name="connsiteY5" fmla="*/ 36551 h 294023"/>
                    <a:gd name="connsiteX6" fmla="*/ 30455 w 322229"/>
                    <a:gd name="connsiteY6" fmla="*/ 2688 h 294023"/>
                    <a:gd name="connsiteX7" fmla="*/ 38850 w 322229"/>
                    <a:gd name="connsiteY7" fmla="*/ 2237 h 294023"/>
                    <a:gd name="connsiteX8" fmla="*/ 80518 w 322229"/>
                    <a:gd name="connsiteY8" fmla="*/ 38467 h 294023"/>
                    <a:gd name="connsiteX9" fmla="*/ 90858 w 322229"/>
                    <a:gd name="connsiteY9" fmla="*/ 44862 h 294023"/>
                    <a:gd name="connsiteX10" fmla="*/ 208649 w 322229"/>
                    <a:gd name="connsiteY10" fmla="*/ 150173 h 294023"/>
                    <a:gd name="connsiteX11" fmla="*/ 315311 w 322229"/>
                    <a:gd name="connsiteY11" fmla="*/ 245115 h 294023"/>
                    <a:gd name="connsiteX12" fmla="*/ 320749 w 322229"/>
                    <a:gd name="connsiteY12" fmla="*/ 252976 h 294023"/>
                    <a:gd name="connsiteX0" fmla="*/ 401701 w 403181"/>
                    <a:gd name="connsiteY0" fmla="*/ 264702 h 305750"/>
                    <a:gd name="connsiteX1" fmla="*/ 400348 w 403181"/>
                    <a:gd name="connsiteY1" fmla="*/ 273520 h 305750"/>
                    <a:gd name="connsiteX2" fmla="*/ 372570 w 403181"/>
                    <a:gd name="connsiteY2" fmla="*/ 305750 h 305750"/>
                    <a:gd name="connsiteX3" fmla="*/ 332001 w 403181"/>
                    <a:gd name="connsiteY3" fmla="*/ 270984 h 305750"/>
                    <a:gd name="connsiteX4" fmla="*/ 132621 w 403181"/>
                    <a:gd name="connsiteY4" fmla="*/ 94763 h 305750"/>
                    <a:gd name="connsiteX5" fmla="*/ 0 w 403181"/>
                    <a:gd name="connsiteY5" fmla="*/ 197727 h 305750"/>
                    <a:gd name="connsiteX6" fmla="*/ 111407 w 403181"/>
                    <a:gd name="connsiteY6" fmla="*/ 14414 h 305750"/>
                    <a:gd name="connsiteX7" fmla="*/ 119802 w 403181"/>
                    <a:gd name="connsiteY7" fmla="*/ 13963 h 305750"/>
                    <a:gd name="connsiteX8" fmla="*/ 161470 w 403181"/>
                    <a:gd name="connsiteY8" fmla="*/ 50193 h 305750"/>
                    <a:gd name="connsiteX9" fmla="*/ 171810 w 403181"/>
                    <a:gd name="connsiteY9" fmla="*/ 56588 h 305750"/>
                    <a:gd name="connsiteX10" fmla="*/ 289601 w 403181"/>
                    <a:gd name="connsiteY10" fmla="*/ 161899 h 305750"/>
                    <a:gd name="connsiteX11" fmla="*/ 396263 w 403181"/>
                    <a:gd name="connsiteY11" fmla="*/ 256841 h 305750"/>
                    <a:gd name="connsiteX12" fmla="*/ 401701 w 403181"/>
                    <a:gd name="connsiteY12" fmla="*/ 264702 h 305750"/>
                    <a:gd name="connsiteX0" fmla="*/ 401701 w 403181"/>
                    <a:gd name="connsiteY0" fmla="*/ 264702 h 305750"/>
                    <a:gd name="connsiteX1" fmla="*/ 400348 w 403181"/>
                    <a:gd name="connsiteY1" fmla="*/ 273520 h 305750"/>
                    <a:gd name="connsiteX2" fmla="*/ 372570 w 403181"/>
                    <a:gd name="connsiteY2" fmla="*/ 305750 h 305750"/>
                    <a:gd name="connsiteX3" fmla="*/ 332001 w 403181"/>
                    <a:gd name="connsiteY3" fmla="*/ 270984 h 305750"/>
                    <a:gd name="connsiteX4" fmla="*/ 120167 w 403181"/>
                    <a:gd name="connsiteY4" fmla="*/ 262896 h 305750"/>
                    <a:gd name="connsiteX5" fmla="*/ 0 w 403181"/>
                    <a:gd name="connsiteY5" fmla="*/ 197727 h 305750"/>
                    <a:gd name="connsiteX6" fmla="*/ 111407 w 403181"/>
                    <a:gd name="connsiteY6" fmla="*/ 14414 h 305750"/>
                    <a:gd name="connsiteX7" fmla="*/ 119802 w 403181"/>
                    <a:gd name="connsiteY7" fmla="*/ 13963 h 305750"/>
                    <a:gd name="connsiteX8" fmla="*/ 161470 w 403181"/>
                    <a:gd name="connsiteY8" fmla="*/ 50193 h 305750"/>
                    <a:gd name="connsiteX9" fmla="*/ 171810 w 403181"/>
                    <a:gd name="connsiteY9" fmla="*/ 56588 h 305750"/>
                    <a:gd name="connsiteX10" fmla="*/ 289601 w 403181"/>
                    <a:gd name="connsiteY10" fmla="*/ 161899 h 305750"/>
                    <a:gd name="connsiteX11" fmla="*/ 396263 w 403181"/>
                    <a:gd name="connsiteY11" fmla="*/ 256841 h 305750"/>
                    <a:gd name="connsiteX12" fmla="*/ 401701 w 403181"/>
                    <a:gd name="connsiteY12" fmla="*/ 264702 h 305750"/>
                    <a:gd name="connsiteX0" fmla="*/ 401701 w 403181"/>
                    <a:gd name="connsiteY0" fmla="*/ 264702 h 305750"/>
                    <a:gd name="connsiteX1" fmla="*/ 400348 w 403181"/>
                    <a:gd name="connsiteY1" fmla="*/ 273520 h 305750"/>
                    <a:gd name="connsiteX2" fmla="*/ 372570 w 403181"/>
                    <a:gd name="connsiteY2" fmla="*/ 305750 h 305750"/>
                    <a:gd name="connsiteX3" fmla="*/ 120167 w 403181"/>
                    <a:gd name="connsiteY3" fmla="*/ 262896 h 305750"/>
                    <a:gd name="connsiteX4" fmla="*/ 0 w 403181"/>
                    <a:gd name="connsiteY4" fmla="*/ 197727 h 305750"/>
                    <a:gd name="connsiteX5" fmla="*/ 111407 w 403181"/>
                    <a:gd name="connsiteY5" fmla="*/ 14414 h 305750"/>
                    <a:gd name="connsiteX6" fmla="*/ 119802 w 403181"/>
                    <a:gd name="connsiteY6" fmla="*/ 13963 h 305750"/>
                    <a:gd name="connsiteX7" fmla="*/ 161470 w 403181"/>
                    <a:gd name="connsiteY7" fmla="*/ 50193 h 305750"/>
                    <a:gd name="connsiteX8" fmla="*/ 171810 w 403181"/>
                    <a:gd name="connsiteY8" fmla="*/ 56588 h 305750"/>
                    <a:gd name="connsiteX9" fmla="*/ 289601 w 403181"/>
                    <a:gd name="connsiteY9" fmla="*/ 161899 h 305750"/>
                    <a:gd name="connsiteX10" fmla="*/ 396263 w 403181"/>
                    <a:gd name="connsiteY10" fmla="*/ 256841 h 305750"/>
                    <a:gd name="connsiteX11" fmla="*/ 401701 w 403181"/>
                    <a:gd name="connsiteY11" fmla="*/ 264702 h 305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03181" h="305750">
                      <a:moveTo>
                        <a:pt x="401701" y="264702"/>
                      </a:moveTo>
                      <a:cubicBezTo>
                        <a:pt x="404490" y="268139"/>
                        <a:pt x="402940" y="270646"/>
                        <a:pt x="400348" y="273520"/>
                      </a:cubicBezTo>
                      <a:cubicBezTo>
                        <a:pt x="390882" y="284056"/>
                        <a:pt x="380768" y="294114"/>
                        <a:pt x="372570" y="305750"/>
                      </a:cubicBezTo>
                      <a:cubicBezTo>
                        <a:pt x="325873" y="303979"/>
                        <a:pt x="182262" y="280900"/>
                        <a:pt x="120167" y="262896"/>
                      </a:cubicBezTo>
                      <a:cubicBezTo>
                        <a:pt x="58072" y="244892"/>
                        <a:pt x="17214" y="213222"/>
                        <a:pt x="0" y="197727"/>
                      </a:cubicBezTo>
                      <a:cubicBezTo>
                        <a:pt x="10199" y="186458"/>
                        <a:pt x="91440" y="45041"/>
                        <a:pt x="111407" y="14414"/>
                      </a:cubicBezTo>
                      <a:cubicBezTo>
                        <a:pt x="131374" y="-16213"/>
                        <a:pt x="116393" y="11033"/>
                        <a:pt x="119802" y="13963"/>
                      </a:cubicBezTo>
                      <a:cubicBezTo>
                        <a:pt x="133720" y="25993"/>
                        <a:pt x="146369" y="39487"/>
                        <a:pt x="161470" y="50193"/>
                      </a:cubicBezTo>
                      <a:cubicBezTo>
                        <a:pt x="166203" y="50250"/>
                        <a:pt x="168823" y="53856"/>
                        <a:pt x="171810" y="56588"/>
                      </a:cubicBezTo>
                      <a:cubicBezTo>
                        <a:pt x="210716" y="92114"/>
                        <a:pt x="250356" y="126795"/>
                        <a:pt x="289601" y="161899"/>
                      </a:cubicBezTo>
                      <a:cubicBezTo>
                        <a:pt x="325098" y="193621"/>
                        <a:pt x="360286" y="225682"/>
                        <a:pt x="396263" y="256841"/>
                      </a:cubicBezTo>
                      <a:cubicBezTo>
                        <a:pt x="398742" y="259011"/>
                        <a:pt x="401475" y="261011"/>
                        <a:pt x="401701" y="264702"/>
                      </a:cubicBezTo>
                      <a:close/>
                    </a:path>
                  </a:pathLst>
                </a:custGeom>
                <a:solidFill>
                  <a:sysClr val="window" lastClr="FFFFFF">
                    <a:lumMod val="95000"/>
                  </a:sysClr>
                </a:solidFill>
                <a:ln w="2811"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a:endParaRPr>
                </a:p>
              </p:txBody>
            </p:sp>
            <p:sp>
              <p:nvSpPr>
                <p:cNvPr id="53" name="Freeform: Shape 18">
                  <a:extLst>
                    <a:ext uri="{FF2B5EF4-FFF2-40B4-BE49-F238E27FC236}">
                      <a16:creationId xmlns:a16="http://schemas.microsoft.com/office/drawing/2014/main" id="{6EC423C3-CC74-E688-E3BF-E50DF0247183}"/>
                    </a:ext>
                  </a:extLst>
                </p:cNvPr>
                <p:cNvSpPr/>
                <p:nvPr/>
              </p:nvSpPr>
              <p:spPr>
                <a:xfrm>
                  <a:off x="7699364" y="3108114"/>
                  <a:ext cx="1945043" cy="1235452"/>
                </a:xfrm>
                <a:custGeom>
                  <a:avLst/>
                  <a:gdLst>
                    <a:gd name="connsiteX0" fmla="*/ 168728 w 1033175"/>
                    <a:gd name="connsiteY0" fmla="*/ 340917 h 656252"/>
                    <a:gd name="connsiteX1" fmla="*/ 220650 w 1033175"/>
                    <a:gd name="connsiteY1" fmla="*/ 323675 h 656252"/>
                    <a:gd name="connsiteX2" fmla="*/ 308860 w 1033175"/>
                    <a:gd name="connsiteY2" fmla="*/ 279190 h 656252"/>
                    <a:gd name="connsiteX3" fmla="*/ 426481 w 1033175"/>
                    <a:gd name="connsiteY3" fmla="*/ 182641 h 656252"/>
                    <a:gd name="connsiteX4" fmla="*/ 562641 w 1033175"/>
                    <a:gd name="connsiteY4" fmla="*/ 35917 h 656252"/>
                    <a:gd name="connsiteX5" fmla="*/ 577770 w 1033175"/>
                    <a:gd name="connsiteY5" fmla="*/ 22140 h 656252"/>
                    <a:gd name="connsiteX6" fmla="*/ 594054 w 1033175"/>
                    <a:gd name="connsiteY6" fmla="*/ 19661 h 656252"/>
                    <a:gd name="connsiteX7" fmla="*/ 601773 w 1033175"/>
                    <a:gd name="connsiteY7" fmla="*/ 31973 h 656252"/>
                    <a:gd name="connsiteX8" fmla="*/ 578418 w 1033175"/>
                    <a:gd name="connsiteY8" fmla="*/ 84600 h 656252"/>
                    <a:gd name="connsiteX9" fmla="*/ 549541 w 1033175"/>
                    <a:gd name="connsiteY9" fmla="*/ 134635 h 656252"/>
                    <a:gd name="connsiteX10" fmla="*/ 546301 w 1033175"/>
                    <a:gd name="connsiteY10" fmla="*/ 145510 h 656252"/>
                    <a:gd name="connsiteX11" fmla="*/ 578841 w 1033175"/>
                    <a:gd name="connsiteY11" fmla="*/ 126267 h 656252"/>
                    <a:gd name="connsiteX12" fmla="*/ 723396 w 1033175"/>
                    <a:gd name="connsiteY12" fmla="*/ 15379 h 656252"/>
                    <a:gd name="connsiteX13" fmla="*/ 736553 w 1033175"/>
                    <a:gd name="connsiteY13" fmla="*/ 4673 h 656252"/>
                    <a:gd name="connsiteX14" fmla="*/ 761908 w 1033175"/>
                    <a:gd name="connsiteY14" fmla="*/ 2560 h 656252"/>
                    <a:gd name="connsiteX15" fmla="*/ 770304 w 1033175"/>
                    <a:gd name="connsiteY15" fmla="*/ 17802 h 656252"/>
                    <a:gd name="connsiteX16" fmla="*/ 760161 w 1033175"/>
                    <a:gd name="connsiteY16" fmla="*/ 46989 h 656252"/>
                    <a:gd name="connsiteX17" fmla="*/ 689645 w 1033175"/>
                    <a:gd name="connsiteY17" fmla="*/ 131987 h 656252"/>
                    <a:gd name="connsiteX18" fmla="*/ 684573 w 1033175"/>
                    <a:gd name="connsiteY18" fmla="*/ 139340 h 656252"/>
                    <a:gd name="connsiteX19" fmla="*/ 694321 w 1033175"/>
                    <a:gd name="connsiteY19" fmla="*/ 140748 h 656252"/>
                    <a:gd name="connsiteX20" fmla="*/ 740553 w 1033175"/>
                    <a:gd name="connsiteY20" fmla="*/ 119929 h 656252"/>
                    <a:gd name="connsiteX21" fmla="*/ 835101 w 1033175"/>
                    <a:gd name="connsiteY21" fmla="*/ 35917 h 656252"/>
                    <a:gd name="connsiteX22" fmla="*/ 851047 w 1033175"/>
                    <a:gd name="connsiteY22" fmla="*/ 14562 h 656252"/>
                    <a:gd name="connsiteX23" fmla="*/ 869162 w 1033175"/>
                    <a:gd name="connsiteY23" fmla="*/ 9772 h 656252"/>
                    <a:gd name="connsiteX24" fmla="*/ 889869 w 1033175"/>
                    <a:gd name="connsiteY24" fmla="*/ 26564 h 656252"/>
                    <a:gd name="connsiteX25" fmla="*/ 889869 w 1033175"/>
                    <a:gd name="connsiteY25" fmla="*/ 51356 h 656252"/>
                    <a:gd name="connsiteX26" fmla="*/ 884235 w 1033175"/>
                    <a:gd name="connsiteY26" fmla="*/ 76148 h 656252"/>
                    <a:gd name="connsiteX27" fmla="*/ 791997 w 1033175"/>
                    <a:gd name="connsiteY27" fmla="*/ 179683 h 656252"/>
                    <a:gd name="connsiteX28" fmla="*/ 724494 w 1033175"/>
                    <a:gd name="connsiteY28" fmla="*/ 223154 h 656252"/>
                    <a:gd name="connsiteX29" fmla="*/ 721226 w 1033175"/>
                    <a:gd name="connsiteY29" fmla="*/ 226732 h 656252"/>
                    <a:gd name="connsiteX30" fmla="*/ 731002 w 1033175"/>
                    <a:gd name="connsiteY30" fmla="*/ 228817 h 656252"/>
                    <a:gd name="connsiteX31" fmla="*/ 856147 w 1033175"/>
                    <a:gd name="connsiteY31" fmla="*/ 240480 h 656252"/>
                    <a:gd name="connsiteX32" fmla="*/ 880206 w 1033175"/>
                    <a:gd name="connsiteY32" fmla="*/ 241382 h 656252"/>
                    <a:gd name="connsiteX33" fmla="*/ 892997 w 1033175"/>
                    <a:gd name="connsiteY33" fmla="*/ 244396 h 656252"/>
                    <a:gd name="connsiteX34" fmla="*/ 955879 w 1033175"/>
                    <a:gd name="connsiteY34" fmla="*/ 233663 h 656252"/>
                    <a:gd name="connsiteX35" fmla="*/ 994025 w 1033175"/>
                    <a:gd name="connsiteY35" fmla="*/ 225859 h 656252"/>
                    <a:gd name="connsiteX36" fmla="*/ 1009971 w 1033175"/>
                    <a:gd name="connsiteY36" fmla="*/ 225042 h 656252"/>
                    <a:gd name="connsiteX37" fmla="*/ 1030396 w 1033175"/>
                    <a:gd name="connsiteY37" fmla="*/ 259131 h 656252"/>
                    <a:gd name="connsiteX38" fmla="*/ 1000899 w 1033175"/>
                    <a:gd name="connsiteY38" fmla="*/ 293079 h 656252"/>
                    <a:gd name="connsiteX39" fmla="*/ 989855 w 1033175"/>
                    <a:gd name="connsiteY39" fmla="*/ 301869 h 656252"/>
                    <a:gd name="connsiteX40" fmla="*/ 950272 w 1033175"/>
                    <a:gd name="connsiteY40" fmla="*/ 316237 h 656252"/>
                    <a:gd name="connsiteX41" fmla="*/ 890405 w 1033175"/>
                    <a:gd name="connsiteY41" fmla="*/ 327225 h 656252"/>
                    <a:gd name="connsiteX42" fmla="*/ 839778 w 1033175"/>
                    <a:gd name="connsiteY42" fmla="*/ 331845 h 656252"/>
                    <a:gd name="connsiteX43" fmla="*/ 688011 w 1033175"/>
                    <a:gd name="connsiteY43" fmla="*/ 348326 h 656252"/>
                    <a:gd name="connsiteX44" fmla="*/ 565825 w 1033175"/>
                    <a:gd name="connsiteY44" fmla="*/ 409969 h 656252"/>
                    <a:gd name="connsiteX45" fmla="*/ 503703 w 1033175"/>
                    <a:gd name="connsiteY45" fmla="*/ 471724 h 656252"/>
                    <a:gd name="connsiteX46" fmla="*/ 497590 w 1033175"/>
                    <a:gd name="connsiteY46" fmla="*/ 481894 h 656252"/>
                    <a:gd name="connsiteX47" fmla="*/ 508915 w 1033175"/>
                    <a:gd name="connsiteY47" fmla="*/ 484514 h 656252"/>
                    <a:gd name="connsiteX48" fmla="*/ 733594 w 1033175"/>
                    <a:gd name="connsiteY48" fmla="*/ 523505 h 656252"/>
                    <a:gd name="connsiteX49" fmla="*/ 775431 w 1033175"/>
                    <a:gd name="connsiteY49" fmla="*/ 541564 h 656252"/>
                    <a:gd name="connsiteX50" fmla="*/ 792983 w 1033175"/>
                    <a:gd name="connsiteY50" fmla="*/ 557313 h 656252"/>
                    <a:gd name="connsiteX51" fmla="*/ 825185 w 1033175"/>
                    <a:gd name="connsiteY51" fmla="*/ 611630 h 656252"/>
                    <a:gd name="connsiteX52" fmla="*/ 819691 w 1033175"/>
                    <a:gd name="connsiteY52" fmla="*/ 632929 h 656252"/>
                    <a:gd name="connsiteX53" fmla="*/ 790926 w 1033175"/>
                    <a:gd name="connsiteY53" fmla="*/ 642367 h 656252"/>
                    <a:gd name="connsiteX54" fmla="*/ 721649 w 1033175"/>
                    <a:gd name="connsiteY54" fmla="*/ 626365 h 656252"/>
                    <a:gd name="connsiteX55" fmla="*/ 589715 w 1033175"/>
                    <a:gd name="connsiteY55" fmla="*/ 606446 h 656252"/>
                    <a:gd name="connsiteX56" fmla="*/ 452175 w 1033175"/>
                    <a:gd name="connsiteY56" fmla="*/ 628365 h 656252"/>
                    <a:gd name="connsiteX57" fmla="*/ 356669 w 1033175"/>
                    <a:gd name="connsiteY57" fmla="*/ 653129 h 656252"/>
                    <a:gd name="connsiteX58" fmla="*/ 292547 w 1033175"/>
                    <a:gd name="connsiteY58" fmla="*/ 655495 h 656252"/>
                    <a:gd name="connsiteX59" fmla="*/ 240202 w 1033175"/>
                    <a:gd name="connsiteY59" fmla="*/ 650650 h 656252"/>
                    <a:gd name="connsiteX60" fmla="*/ 176419 w 1033175"/>
                    <a:gd name="connsiteY60" fmla="*/ 594896 h 656252"/>
                    <a:gd name="connsiteX61" fmla="*/ 43922 w 1033175"/>
                    <a:gd name="connsiteY61" fmla="*/ 476654 h 656252"/>
                    <a:gd name="connsiteX62" fmla="*/ 0 w 1033175"/>
                    <a:gd name="connsiteY62" fmla="*/ 436169 h 656252"/>
                    <a:gd name="connsiteX63" fmla="*/ 138639 w 1033175"/>
                    <a:gd name="connsiteY63" fmla="*/ 351961 h 656252"/>
                    <a:gd name="connsiteX64" fmla="*/ 168728 w 1033175"/>
                    <a:gd name="connsiteY64" fmla="*/ 340917 h 6562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1033175" h="656252">
                      <a:moveTo>
                        <a:pt x="168728" y="340917"/>
                      </a:moveTo>
                      <a:cubicBezTo>
                        <a:pt x="186082" y="335282"/>
                        <a:pt x="203746" y="330634"/>
                        <a:pt x="220650" y="323675"/>
                      </a:cubicBezTo>
                      <a:cubicBezTo>
                        <a:pt x="251584" y="311842"/>
                        <a:pt x="279785" y="294713"/>
                        <a:pt x="308860" y="279190"/>
                      </a:cubicBezTo>
                      <a:cubicBezTo>
                        <a:pt x="354528" y="254764"/>
                        <a:pt x="390279" y="218449"/>
                        <a:pt x="426481" y="182641"/>
                      </a:cubicBezTo>
                      <a:cubicBezTo>
                        <a:pt x="473953" y="135677"/>
                        <a:pt x="520382" y="87727"/>
                        <a:pt x="562641" y="35917"/>
                      </a:cubicBezTo>
                      <a:cubicBezTo>
                        <a:pt x="566952" y="30620"/>
                        <a:pt x="571741" y="25690"/>
                        <a:pt x="577770" y="22140"/>
                      </a:cubicBezTo>
                      <a:cubicBezTo>
                        <a:pt x="582926" y="19098"/>
                        <a:pt x="588448" y="18027"/>
                        <a:pt x="594054" y="19661"/>
                      </a:cubicBezTo>
                      <a:cubicBezTo>
                        <a:pt x="599886" y="21380"/>
                        <a:pt x="603464" y="24253"/>
                        <a:pt x="601773" y="31973"/>
                      </a:cubicBezTo>
                      <a:cubicBezTo>
                        <a:pt x="597576" y="51187"/>
                        <a:pt x="587377" y="67640"/>
                        <a:pt x="578418" y="84600"/>
                      </a:cubicBezTo>
                      <a:cubicBezTo>
                        <a:pt x="569431" y="101616"/>
                        <a:pt x="559148" y="117928"/>
                        <a:pt x="549541" y="134635"/>
                      </a:cubicBezTo>
                      <a:cubicBezTo>
                        <a:pt x="547794" y="137649"/>
                        <a:pt x="545878" y="140748"/>
                        <a:pt x="546301" y="145510"/>
                      </a:cubicBezTo>
                      <a:cubicBezTo>
                        <a:pt x="558753" y="141255"/>
                        <a:pt x="568783" y="133592"/>
                        <a:pt x="578841" y="126267"/>
                      </a:cubicBezTo>
                      <a:cubicBezTo>
                        <a:pt x="627918" y="90488"/>
                        <a:pt x="676657" y="54229"/>
                        <a:pt x="723396" y="15379"/>
                      </a:cubicBezTo>
                      <a:cubicBezTo>
                        <a:pt x="727734" y="11773"/>
                        <a:pt x="732073" y="8110"/>
                        <a:pt x="736553" y="4673"/>
                      </a:cubicBezTo>
                      <a:cubicBezTo>
                        <a:pt x="744497" y="-1440"/>
                        <a:pt x="753175" y="-905"/>
                        <a:pt x="761908" y="2560"/>
                      </a:cubicBezTo>
                      <a:cubicBezTo>
                        <a:pt x="768754" y="5293"/>
                        <a:pt x="770585" y="11068"/>
                        <a:pt x="770304" y="17802"/>
                      </a:cubicBezTo>
                      <a:cubicBezTo>
                        <a:pt x="769853" y="28536"/>
                        <a:pt x="765373" y="38002"/>
                        <a:pt x="760161" y="46989"/>
                      </a:cubicBezTo>
                      <a:cubicBezTo>
                        <a:pt x="741455" y="79275"/>
                        <a:pt x="716155" y="106124"/>
                        <a:pt x="689645" y="131987"/>
                      </a:cubicBezTo>
                      <a:cubicBezTo>
                        <a:pt x="687475" y="134099"/>
                        <a:pt x="682799" y="135677"/>
                        <a:pt x="684573" y="139340"/>
                      </a:cubicBezTo>
                      <a:cubicBezTo>
                        <a:pt x="686433" y="143199"/>
                        <a:pt x="691166" y="141678"/>
                        <a:pt x="694321" y="140748"/>
                      </a:cubicBezTo>
                      <a:cubicBezTo>
                        <a:pt x="710662" y="135959"/>
                        <a:pt x="725396" y="127479"/>
                        <a:pt x="740553" y="119929"/>
                      </a:cubicBezTo>
                      <a:cubicBezTo>
                        <a:pt x="779685" y="100433"/>
                        <a:pt x="808619" y="69640"/>
                        <a:pt x="835101" y="35917"/>
                      </a:cubicBezTo>
                      <a:cubicBezTo>
                        <a:pt x="840595" y="28902"/>
                        <a:pt x="846258" y="22112"/>
                        <a:pt x="851047" y="14562"/>
                      </a:cubicBezTo>
                      <a:cubicBezTo>
                        <a:pt x="855442" y="7631"/>
                        <a:pt x="861866" y="7490"/>
                        <a:pt x="869162" y="9772"/>
                      </a:cubicBezTo>
                      <a:cubicBezTo>
                        <a:pt x="878403" y="12674"/>
                        <a:pt x="885897" y="17351"/>
                        <a:pt x="889869" y="26564"/>
                      </a:cubicBezTo>
                      <a:cubicBezTo>
                        <a:pt x="892405" y="34818"/>
                        <a:pt x="891475" y="43101"/>
                        <a:pt x="889869" y="51356"/>
                      </a:cubicBezTo>
                      <a:cubicBezTo>
                        <a:pt x="890377" y="60146"/>
                        <a:pt x="888179" y="68400"/>
                        <a:pt x="884235" y="76148"/>
                      </a:cubicBezTo>
                      <a:cubicBezTo>
                        <a:pt x="862598" y="118745"/>
                        <a:pt x="831270" y="152750"/>
                        <a:pt x="791997" y="179683"/>
                      </a:cubicBezTo>
                      <a:cubicBezTo>
                        <a:pt x="769909" y="194840"/>
                        <a:pt x="748441" y="210927"/>
                        <a:pt x="724494" y="223154"/>
                      </a:cubicBezTo>
                      <a:cubicBezTo>
                        <a:pt x="723170" y="223830"/>
                        <a:pt x="722015" y="224816"/>
                        <a:pt x="721226" y="226732"/>
                      </a:cubicBezTo>
                      <a:cubicBezTo>
                        <a:pt x="723903" y="229718"/>
                        <a:pt x="727706" y="228760"/>
                        <a:pt x="731002" y="228817"/>
                      </a:cubicBezTo>
                      <a:cubicBezTo>
                        <a:pt x="773008" y="229549"/>
                        <a:pt x="814789" y="232648"/>
                        <a:pt x="856147" y="240480"/>
                      </a:cubicBezTo>
                      <a:cubicBezTo>
                        <a:pt x="864119" y="242002"/>
                        <a:pt x="872177" y="241297"/>
                        <a:pt x="880206" y="241382"/>
                      </a:cubicBezTo>
                      <a:cubicBezTo>
                        <a:pt x="884742" y="241410"/>
                        <a:pt x="889137" y="241635"/>
                        <a:pt x="892997" y="244396"/>
                      </a:cubicBezTo>
                      <a:cubicBezTo>
                        <a:pt x="914521" y="244087"/>
                        <a:pt x="935341" y="239804"/>
                        <a:pt x="955879" y="233663"/>
                      </a:cubicBezTo>
                      <a:cubicBezTo>
                        <a:pt x="968585" y="231014"/>
                        <a:pt x="981262" y="228141"/>
                        <a:pt x="994025" y="225859"/>
                      </a:cubicBezTo>
                      <a:cubicBezTo>
                        <a:pt x="999237" y="224929"/>
                        <a:pt x="1004674" y="224704"/>
                        <a:pt x="1009971" y="225042"/>
                      </a:cubicBezTo>
                      <a:cubicBezTo>
                        <a:pt x="1028734" y="226253"/>
                        <a:pt x="1038284" y="242171"/>
                        <a:pt x="1030396" y="259131"/>
                      </a:cubicBezTo>
                      <a:cubicBezTo>
                        <a:pt x="1023832" y="273217"/>
                        <a:pt x="1012647" y="283444"/>
                        <a:pt x="1000899" y="293079"/>
                      </a:cubicBezTo>
                      <a:cubicBezTo>
                        <a:pt x="997265" y="296066"/>
                        <a:pt x="993546" y="298939"/>
                        <a:pt x="989855" y="301869"/>
                      </a:cubicBezTo>
                      <a:cubicBezTo>
                        <a:pt x="977290" y="308405"/>
                        <a:pt x="963344" y="311138"/>
                        <a:pt x="950272" y="316237"/>
                      </a:cubicBezTo>
                      <a:cubicBezTo>
                        <a:pt x="931002" y="323703"/>
                        <a:pt x="910548" y="324605"/>
                        <a:pt x="890405" y="327225"/>
                      </a:cubicBezTo>
                      <a:cubicBezTo>
                        <a:pt x="873501" y="328380"/>
                        <a:pt x="856682" y="330718"/>
                        <a:pt x="839778" y="331845"/>
                      </a:cubicBezTo>
                      <a:cubicBezTo>
                        <a:pt x="788954" y="335254"/>
                        <a:pt x="738243" y="339086"/>
                        <a:pt x="688011" y="348326"/>
                      </a:cubicBezTo>
                      <a:cubicBezTo>
                        <a:pt x="641046" y="356975"/>
                        <a:pt x="601097" y="379147"/>
                        <a:pt x="565825" y="409969"/>
                      </a:cubicBezTo>
                      <a:cubicBezTo>
                        <a:pt x="543878" y="429154"/>
                        <a:pt x="524072" y="450763"/>
                        <a:pt x="503703" y="471724"/>
                      </a:cubicBezTo>
                      <a:cubicBezTo>
                        <a:pt x="500886" y="474597"/>
                        <a:pt x="496153" y="477922"/>
                        <a:pt x="497590" y="481894"/>
                      </a:cubicBezTo>
                      <a:cubicBezTo>
                        <a:pt x="499224" y="486345"/>
                        <a:pt x="504943" y="484345"/>
                        <a:pt x="508915" y="484514"/>
                      </a:cubicBezTo>
                      <a:cubicBezTo>
                        <a:pt x="585546" y="487557"/>
                        <a:pt x="660626" y="499643"/>
                        <a:pt x="733594" y="523505"/>
                      </a:cubicBezTo>
                      <a:cubicBezTo>
                        <a:pt x="748047" y="528239"/>
                        <a:pt x="761739" y="534944"/>
                        <a:pt x="775431" y="541564"/>
                      </a:cubicBezTo>
                      <a:cubicBezTo>
                        <a:pt x="782925" y="545170"/>
                        <a:pt x="789179" y="549791"/>
                        <a:pt x="792983" y="557313"/>
                      </a:cubicBezTo>
                      <a:cubicBezTo>
                        <a:pt x="810704" y="571287"/>
                        <a:pt x="825466" y="586979"/>
                        <a:pt x="825185" y="611630"/>
                      </a:cubicBezTo>
                      <a:cubicBezTo>
                        <a:pt x="825100" y="619209"/>
                        <a:pt x="822311" y="626055"/>
                        <a:pt x="819691" y="632929"/>
                      </a:cubicBezTo>
                      <a:cubicBezTo>
                        <a:pt x="812563" y="643550"/>
                        <a:pt x="801716" y="643268"/>
                        <a:pt x="790926" y="642367"/>
                      </a:cubicBezTo>
                      <a:cubicBezTo>
                        <a:pt x="767092" y="640423"/>
                        <a:pt x="744582" y="632337"/>
                        <a:pt x="721649" y="626365"/>
                      </a:cubicBezTo>
                      <a:cubicBezTo>
                        <a:pt x="678319" y="615096"/>
                        <a:pt x="634426" y="607771"/>
                        <a:pt x="589715" y="606446"/>
                      </a:cubicBezTo>
                      <a:cubicBezTo>
                        <a:pt x="542582" y="605038"/>
                        <a:pt x="496970" y="614391"/>
                        <a:pt x="452175" y="628365"/>
                      </a:cubicBezTo>
                      <a:cubicBezTo>
                        <a:pt x="420762" y="638141"/>
                        <a:pt x="389265" y="647692"/>
                        <a:pt x="356669" y="653129"/>
                      </a:cubicBezTo>
                      <a:cubicBezTo>
                        <a:pt x="335342" y="656679"/>
                        <a:pt x="313959" y="656791"/>
                        <a:pt x="292547" y="655495"/>
                      </a:cubicBezTo>
                      <a:cubicBezTo>
                        <a:pt x="275052" y="654425"/>
                        <a:pt x="257472" y="654059"/>
                        <a:pt x="240202" y="650650"/>
                      </a:cubicBezTo>
                      <a:cubicBezTo>
                        <a:pt x="217579" y="633633"/>
                        <a:pt x="197661" y="613490"/>
                        <a:pt x="176419" y="594896"/>
                      </a:cubicBezTo>
                      <a:cubicBezTo>
                        <a:pt x="131906" y="555876"/>
                        <a:pt x="87956" y="516209"/>
                        <a:pt x="43922" y="476654"/>
                      </a:cubicBezTo>
                      <a:cubicBezTo>
                        <a:pt x="29103" y="463356"/>
                        <a:pt x="13748" y="450622"/>
                        <a:pt x="0" y="436169"/>
                      </a:cubicBezTo>
                      <a:cubicBezTo>
                        <a:pt x="38935" y="396136"/>
                        <a:pt x="85139" y="368104"/>
                        <a:pt x="138639" y="351961"/>
                      </a:cubicBezTo>
                      <a:cubicBezTo>
                        <a:pt x="148837" y="348890"/>
                        <a:pt x="158698" y="344636"/>
                        <a:pt x="168728" y="340917"/>
                      </a:cubicBezTo>
                      <a:close/>
                    </a:path>
                  </a:pathLst>
                </a:custGeom>
                <a:solidFill>
                  <a:srgbClr val="FCC6AA"/>
                </a:solidFill>
                <a:ln w="2811"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a:endParaRPr>
                </a:p>
              </p:txBody>
            </p:sp>
          </p:grpSp>
          <p:sp>
            <p:nvSpPr>
              <p:cNvPr id="51" name="Freeform: Shape 100">
                <a:extLst>
                  <a:ext uri="{FF2B5EF4-FFF2-40B4-BE49-F238E27FC236}">
                    <a16:creationId xmlns:a16="http://schemas.microsoft.com/office/drawing/2014/main" id="{4992A186-F792-9E17-FC9F-F3FECB08D1CF}"/>
                  </a:ext>
                </a:extLst>
              </p:cNvPr>
              <p:cNvSpPr/>
              <p:nvPr/>
            </p:nvSpPr>
            <p:spPr>
              <a:xfrm rot="1679083">
                <a:off x="6641219" y="4089524"/>
                <a:ext cx="889203" cy="3161959"/>
              </a:xfrm>
              <a:custGeom>
                <a:avLst/>
                <a:gdLst>
                  <a:gd name="connsiteX0" fmla="*/ 0 w 889203"/>
                  <a:gd name="connsiteY0" fmla="*/ 0 h 3161959"/>
                  <a:gd name="connsiteX1" fmla="*/ 889203 w 889203"/>
                  <a:gd name="connsiteY1" fmla="*/ 0 h 3161959"/>
                  <a:gd name="connsiteX2" fmla="*/ 889203 w 889203"/>
                  <a:gd name="connsiteY2" fmla="*/ 2689466 h 3161959"/>
                  <a:gd name="connsiteX3" fmla="*/ 0 w 889203"/>
                  <a:gd name="connsiteY3" fmla="*/ 3161959 h 3161959"/>
                </a:gdLst>
                <a:ahLst/>
                <a:cxnLst>
                  <a:cxn ang="0">
                    <a:pos x="connsiteX0" y="connsiteY0"/>
                  </a:cxn>
                  <a:cxn ang="0">
                    <a:pos x="connsiteX1" y="connsiteY1"/>
                  </a:cxn>
                  <a:cxn ang="0">
                    <a:pos x="connsiteX2" y="connsiteY2"/>
                  </a:cxn>
                  <a:cxn ang="0">
                    <a:pos x="connsiteX3" y="connsiteY3"/>
                  </a:cxn>
                </a:cxnLst>
                <a:rect l="l" t="t" r="r" b="b"/>
                <a:pathLst>
                  <a:path w="889203" h="3161959">
                    <a:moveTo>
                      <a:pt x="0" y="0"/>
                    </a:moveTo>
                    <a:lnTo>
                      <a:pt x="889203" y="0"/>
                    </a:lnTo>
                    <a:lnTo>
                      <a:pt x="889203" y="2689466"/>
                    </a:lnTo>
                    <a:lnTo>
                      <a:pt x="0" y="3161959"/>
                    </a:lnTo>
                    <a:close/>
                  </a:path>
                </a:pathLst>
              </a:custGeom>
              <a:solidFill>
                <a:sysClr val="windowText" lastClr="000000"/>
              </a:solidFill>
              <a:ln w="127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rial"/>
                  <a:cs typeface="+mn-cs"/>
                </a:endParaRPr>
              </a:p>
            </p:txBody>
          </p:sp>
        </p:grpSp>
      </p:grpSp>
      <p:sp>
        <p:nvSpPr>
          <p:cNvPr id="88" name="ZoneTexte 87">
            <a:extLst>
              <a:ext uri="{FF2B5EF4-FFF2-40B4-BE49-F238E27FC236}">
                <a16:creationId xmlns:a16="http://schemas.microsoft.com/office/drawing/2014/main" id="{9DBC806D-DFEC-DE02-C8C8-5CD3A5EC03F1}"/>
              </a:ext>
            </a:extLst>
          </p:cNvPr>
          <p:cNvSpPr txBox="1"/>
          <p:nvPr/>
        </p:nvSpPr>
        <p:spPr>
          <a:xfrm>
            <a:off x="2428518" y="364755"/>
            <a:ext cx="6094602" cy="584775"/>
          </a:xfrm>
          <a:prstGeom prst="rect">
            <a:avLst/>
          </a:prstGeom>
          <a:noFill/>
        </p:spPr>
        <p:txBody>
          <a:bodyPr wrap="square">
            <a:spAutoFit/>
          </a:bodyPr>
          <a:lstStyle/>
          <a:p>
            <a:r>
              <a:rPr lang="fr-FR" sz="3200" b="1" dirty="0"/>
              <a:t>Introduction Générale</a:t>
            </a:r>
          </a:p>
        </p:txBody>
      </p:sp>
      <p:sp>
        <p:nvSpPr>
          <p:cNvPr id="89" name="Rectangle : coins arrondis 88">
            <a:extLst>
              <a:ext uri="{FF2B5EF4-FFF2-40B4-BE49-F238E27FC236}">
                <a16:creationId xmlns:a16="http://schemas.microsoft.com/office/drawing/2014/main" id="{1A73D2CE-4D13-D9ED-AF6F-35C4B95F1C8B}"/>
              </a:ext>
            </a:extLst>
          </p:cNvPr>
          <p:cNvSpPr/>
          <p:nvPr/>
        </p:nvSpPr>
        <p:spPr>
          <a:xfrm>
            <a:off x="334274" y="1461734"/>
            <a:ext cx="3981591" cy="2039384"/>
          </a:xfrm>
          <a:prstGeom prst="roundRect">
            <a:avLst/>
          </a:prstGeom>
          <a:noFill/>
          <a:ln>
            <a:solidFill>
              <a:schemeClr val="accent2"/>
            </a:solidFill>
          </a:ln>
        </p:spPr>
        <p:style>
          <a:lnRef idx="1">
            <a:schemeClr val="dk1"/>
          </a:lnRef>
          <a:fillRef idx="2">
            <a:schemeClr val="dk1"/>
          </a:fillRef>
          <a:effectRef idx="1">
            <a:schemeClr val="dk1"/>
          </a:effectRef>
          <a:fontRef idx="minor">
            <a:schemeClr val="dk1"/>
          </a:fontRef>
        </p:style>
        <p:txBody>
          <a:bodyPr rtlCol="0" anchor="ctr"/>
          <a:lstStyle/>
          <a:p>
            <a:r>
              <a:rPr lang="fr-FR" b="1" dirty="0">
                <a:solidFill>
                  <a:schemeClr val="tx1"/>
                </a:solidFill>
              </a:rPr>
              <a:t>Importance de la gestion automatisée</a:t>
            </a:r>
          </a:p>
          <a:p>
            <a:r>
              <a:rPr lang="fr-FR" sz="1200" dirty="0">
                <a:solidFill>
                  <a:schemeClr val="tx1"/>
                </a:solidFill>
              </a:rPr>
              <a:t>La gestion automatisée des ressources documentaires améliore l'efficacité et l'accessibilité des informations, essentielles pour une bibliothèque universitaire</a:t>
            </a:r>
            <a:r>
              <a:rPr lang="fr-FR" sz="1200" dirty="0">
                <a:solidFill>
                  <a:schemeClr val="bg1"/>
                </a:solidFill>
              </a:rPr>
              <a:t>.</a:t>
            </a:r>
          </a:p>
        </p:txBody>
      </p:sp>
      <p:sp>
        <p:nvSpPr>
          <p:cNvPr id="90" name="Rectangle : coins arrondis 89">
            <a:extLst>
              <a:ext uri="{FF2B5EF4-FFF2-40B4-BE49-F238E27FC236}">
                <a16:creationId xmlns:a16="http://schemas.microsoft.com/office/drawing/2014/main" id="{5157F7DD-7141-9D0D-A346-4C82B11E6952}"/>
              </a:ext>
            </a:extLst>
          </p:cNvPr>
          <p:cNvSpPr/>
          <p:nvPr/>
        </p:nvSpPr>
        <p:spPr>
          <a:xfrm>
            <a:off x="4818020" y="1461734"/>
            <a:ext cx="3989204" cy="2039384"/>
          </a:xfrm>
          <a:prstGeom prst="roundRect">
            <a:avLst/>
          </a:prstGeom>
          <a:noFill/>
          <a:ln>
            <a:solidFill>
              <a:schemeClr val="accent2"/>
            </a:solidFill>
          </a:ln>
        </p:spPr>
        <p:style>
          <a:lnRef idx="1">
            <a:schemeClr val="dk1"/>
          </a:lnRef>
          <a:fillRef idx="2">
            <a:schemeClr val="dk1"/>
          </a:fillRef>
          <a:effectRef idx="1">
            <a:schemeClr val="dk1"/>
          </a:effectRef>
          <a:fontRef idx="minor">
            <a:schemeClr val="dk1"/>
          </a:fontRef>
        </p:style>
        <p:txBody>
          <a:bodyPr rtlCol="0" anchor="ctr"/>
          <a:lstStyle/>
          <a:p>
            <a:r>
              <a:rPr lang="fr-FR" b="1" dirty="0">
                <a:solidFill>
                  <a:schemeClr val="tx1"/>
                </a:solidFill>
              </a:rPr>
              <a:t>Contexte et objectifs du projet</a:t>
            </a:r>
          </a:p>
          <a:p>
            <a:r>
              <a:rPr lang="fr-FR" sz="1200" dirty="0">
                <a:solidFill>
                  <a:schemeClr val="tx1"/>
                </a:solidFill>
              </a:rPr>
              <a:t>Présentation du contexte actuel de la bibliothèque universitaire et des objectifs visés par le projet de développement de la solution web de gestion.</a:t>
            </a:r>
          </a:p>
        </p:txBody>
      </p:sp>
      <p:sp>
        <p:nvSpPr>
          <p:cNvPr id="91" name="Rectangle : coins arrondis 90">
            <a:extLst>
              <a:ext uri="{FF2B5EF4-FFF2-40B4-BE49-F238E27FC236}">
                <a16:creationId xmlns:a16="http://schemas.microsoft.com/office/drawing/2014/main" id="{9456DD80-7659-35F7-4068-FA372864455A}"/>
              </a:ext>
            </a:extLst>
          </p:cNvPr>
          <p:cNvSpPr/>
          <p:nvPr/>
        </p:nvSpPr>
        <p:spPr>
          <a:xfrm>
            <a:off x="2325070" y="3834747"/>
            <a:ext cx="3981591" cy="2283688"/>
          </a:xfrm>
          <a:prstGeom prst="roundRect">
            <a:avLst/>
          </a:prstGeom>
          <a:noFill/>
          <a:ln>
            <a:solidFill>
              <a:schemeClr val="accent2"/>
            </a:solidFill>
          </a:ln>
        </p:spPr>
        <p:style>
          <a:lnRef idx="1">
            <a:schemeClr val="dk1"/>
          </a:lnRef>
          <a:fillRef idx="2">
            <a:schemeClr val="dk1"/>
          </a:fillRef>
          <a:effectRef idx="1">
            <a:schemeClr val="dk1"/>
          </a:effectRef>
          <a:fontRef idx="minor">
            <a:schemeClr val="dk1"/>
          </a:fontRef>
        </p:style>
        <p:txBody>
          <a:bodyPr rtlCol="0" anchor="ctr"/>
          <a:lstStyle/>
          <a:p>
            <a:r>
              <a:rPr lang="fr-FR" b="1" dirty="0">
                <a:solidFill>
                  <a:schemeClr val="tx1"/>
                </a:solidFill>
              </a:rPr>
              <a:t>Méthodologie suivie</a:t>
            </a:r>
          </a:p>
          <a:p>
            <a:r>
              <a:rPr lang="fr-FR" sz="1200" dirty="0">
                <a:solidFill>
                  <a:schemeClr val="tx1"/>
                </a:solidFill>
              </a:rPr>
              <a:t>Description détaillée des étapes et des approches méthodologiques utilisées pour concevoir et développer la solution web de gestion de la bibliothèque universitaire.</a:t>
            </a:r>
          </a:p>
        </p:txBody>
      </p:sp>
      <p:sp>
        <p:nvSpPr>
          <p:cNvPr id="6" name="Espace réservé du numéro de diapositive 5">
            <a:extLst>
              <a:ext uri="{FF2B5EF4-FFF2-40B4-BE49-F238E27FC236}">
                <a16:creationId xmlns:a16="http://schemas.microsoft.com/office/drawing/2014/main" id="{779AB3AF-2E09-F63C-82BF-E88448A653A4}"/>
              </a:ext>
            </a:extLst>
          </p:cNvPr>
          <p:cNvSpPr>
            <a:spLocks noGrp="1"/>
          </p:cNvSpPr>
          <p:nvPr>
            <p:ph type="sldNum" sz="quarter" idx="12"/>
          </p:nvPr>
        </p:nvSpPr>
        <p:spPr>
          <a:xfrm>
            <a:off x="-29620" y="6477680"/>
            <a:ext cx="275583" cy="377825"/>
          </a:xfrm>
        </p:spPr>
        <p:txBody>
          <a:bodyPr/>
          <a:lstStyle/>
          <a:p>
            <a:fld id="{A3401A20-A1E0-4E43-B782-1D8AAEB2FCB1}" type="slidenum">
              <a:rPr lang="fr-FR" smtClean="0"/>
              <a:t>3</a:t>
            </a:fld>
            <a:endParaRPr lang="fr-FR" dirty="0"/>
          </a:p>
        </p:txBody>
      </p:sp>
    </p:spTree>
    <p:extLst>
      <p:ext uri="{BB962C8B-B14F-4D97-AF65-F5344CB8AC3E}">
        <p14:creationId xmlns:p14="http://schemas.microsoft.com/office/powerpoint/2010/main" val="859467046"/>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DF6C17E8-CFB6-F7DB-0A89-26636D898EA7}"/>
              </a:ext>
            </a:extLst>
          </p:cNvPr>
          <p:cNvSpPr/>
          <p:nvPr/>
        </p:nvSpPr>
        <p:spPr>
          <a:xfrm>
            <a:off x="1793650" y="2871132"/>
            <a:ext cx="8321879" cy="1115736"/>
          </a:xfrm>
          <a:prstGeom prst="roundRect">
            <a:avLst>
              <a:gd name="adj" fmla="val 41101"/>
            </a:avLst>
          </a:prstGeom>
          <a:solidFill>
            <a:srgbClr val="0070C0"/>
          </a:solidFill>
          <a:effectLst>
            <a:outerShdw blurRad="57150" dist="19050" dir="5400000" algn="ctr" rotWithShape="0">
              <a:srgbClr val="000000">
                <a:alpha val="63000"/>
              </a:srgbClr>
            </a:outerShdw>
            <a:softEdge rad="63500"/>
          </a:effectLst>
        </p:spPr>
        <p:style>
          <a:lnRef idx="0">
            <a:schemeClr val="dk1"/>
          </a:lnRef>
          <a:fillRef idx="3">
            <a:schemeClr val="dk1"/>
          </a:fillRef>
          <a:effectRef idx="3">
            <a:schemeClr val="dk1"/>
          </a:effectRef>
          <a:fontRef idx="minor">
            <a:schemeClr val="lt1"/>
          </a:fontRef>
        </p:style>
        <p:txBody>
          <a:bodyPr rtlCol="0" anchor="ctr"/>
          <a:lstStyle/>
          <a:p>
            <a:pPr algn="ctr"/>
            <a:r>
              <a:rPr lang="fr-FR" sz="3200" b="1" dirty="0"/>
              <a:t>Analyse du projet</a:t>
            </a:r>
          </a:p>
        </p:txBody>
      </p:sp>
      <p:pic>
        <p:nvPicPr>
          <p:cNvPr id="6" name="Graphique 5" descr="Tête avec engrenages">
            <a:extLst>
              <a:ext uri="{FF2B5EF4-FFF2-40B4-BE49-F238E27FC236}">
                <a16:creationId xmlns:a16="http://schemas.microsoft.com/office/drawing/2014/main" id="{AE49A045-56F9-A8D6-E87C-B2881948161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359269" y="2971800"/>
            <a:ext cx="914400" cy="914400"/>
          </a:xfrm>
          <a:prstGeom prst="rect">
            <a:avLst/>
          </a:prstGeom>
        </p:spPr>
      </p:pic>
    </p:spTree>
    <p:extLst>
      <p:ext uri="{BB962C8B-B14F-4D97-AF65-F5344CB8AC3E}">
        <p14:creationId xmlns:p14="http://schemas.microsoft.com/office/powerpoint/2010/main" val="447049337"/>
      </p:ext>
    </p:extLst>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ZoneTexte 12">
            <a:extLst>
              <a:ext uri="{FF2B5EF4-FFF2-40B4-BE49-F238E27FC236}">
                <a16:creationId xmlns:a16="http://schemas.microsoft.com/office/drawing/2014/main" id="{0F364AD4-0208-259A-4259-2E4C4040EECC}"/>
              </a:ext>
            </a:extLst>
          </p:cNvPr>
          <p:cNvSpPr txBox="1"/>
          <p:nvPr/>
        </p:nvSpPr>
        <p:spPr>
          <a:xfrm>
            <a:off x="139815" y="600604"/>
            <a:ext cx="6094602" cy="276999"/>
          </a:xfrm>
          <a:prstGeom prst="rect">
            <a:avLst/>
          </a:prstGeom>
          <a:noFill/>
        </p:spPr>
        <p:txBody>
          <a:bodyPr wrap="square">
            <a:spAutoFit/>
          </a:bodyPr>
          <a:lstStyle/>
          <a:p>
            <a:pPr defTabSz="914400"/>
            <a:r>
              <a:rPr lang="fr-FR" sz="1200" dirty="0">
                <a:solidFill>
                  <a:prstClr val="white"/>
                </a:solidFill>
                <a:latin typeface="Arial"/>
              </a:rPr>
              <a:t>Améliorer l'efficacité de la gestion de la bibliothèque universitaire</a:t>
            </a:r>
          </a:p>
        </p:txBody>
      </p:sp>
      <p:grpSp>
        <p:nvGrpSpPr>
          <p:cNvPr id="14" name="Group 19">
            <a:extLst>
              <a:ext uri="{FF2B5EF4-FFF2-40B4-BE49-F238E27FC236}">
                <a16:creationId xmlns:a16="http://schemas.microsoft.com/office/drawing/2014/main" id="{5A34ED42-5BAD-F4A3-06E2-F7BACBFBDD55}"/>
              </a:ext>
            </a:extLst>
          </p:cNvPr>
          <p:cNvGrpSpPr/>
          <p:nvPr/>
        </p:nvGrpSpPr>
        <p:grpSpPr>
          <a:xfrm>
            <a:off x="433566" y="1363774"/>
            <a:ext cx="1948480" cy="2120364"/>
            <a:chOff x="1114004" y="1108655"/>
            <a:chExt cx="2119047" cy="2172373"/>
          </a:xfrm>
        </p:grpSpPr>
        <p:sp>
          <p:nvSpPr>
            <p:cNvPr id="15" name="TextBox 1">
              <a:extLst>
                <a:ext uri="{FF2B5EF4-FFF2-40B4-BE49-F238E27FC236}">
                  <a16:creationId xmlns:a16="http://schemas.microsoft.com/office/drawing/2014/main" id="{151F0356-6DEF-F141-32CD-5FBA83392BA5}"/>
                </a:ext>
              </a:extLst>
            </p:cNvPr>
            <p:cNvSpPr txBox="1"/>
            <p:nvPr/>
          </p:nvSpPr>
          <p:spPr>
            <a:xfrm>
              <a:off x="1114004" y="1108655"/>
              <a:ext cx="200902" cy="725249"/>
            </a:xfrm>
            <a:prstGeom prst="rect">
              <a:avLst/>
            </a:prstGeom>
            <a:noFill/>
          </p:spPr>
          <p:txBody>
            <a:bodyPr wrap="none" rtlCol="0">
              <a:spAutoFit/>
            </a:bodyPr>
            <a:lstStyle/>
            <a:p>
              <a:endParaRPr lang="ko-KR" altLang="en-US" sz="4000" b="1" dirty="0">
                <a:cs typeface="Arial" pitchFamily="34" charset="0"/>
              </a:endParaRPr>
            </a:p>
          </p:txBody>
        </p:sp>
        <p:sp>
          <p:nvSpPr>
            <p:cNvPr id="16" name="TextBox 12">
              <a:extLst>
                <a:ext uri="{FF2B5EF4-FFF2-40B4-BE49-F238E27FC236}">
                  <a16:creationId xmlns:a16="http://schemas.microsoft.com/office/drawing/2014/main" id="{3B20D7CD-65B3-9592-D67D-DC5FFCBFBD8F}"/>
                </a:ext>
              </a:extLst>
            </p:cNvPr>
            <p:cNvSpPr txBox="1"/>
            <p:nvPr/>
          </p:nvSpPr>
          <p:spPr>
            <a:xfrm>
              <a:off x="1114004" y="2429648"/>
              <a:ext cx="2119047" cy="851380"/>
            </a:xfrm>
            <a:prstGeom prst="rect">
              <a:avLst/>
            </a:prstGeom>
            <a:noFill/>
          </p:spPr>
          <p:txBody>
            <a:bodyPr wrap="square" rtlCol="0">
              <a:spAutoFit/>
            </a:bodyPr>
            <a:lstStyle/>
            <a:p>
              <a:r>
                <a:rPr lang="fr-FR" altLang="ko-KR" sz="1200" dirty="0">
                  <a:cs typeface="Arial" pitchFamily="34" charset="0"/>
                </a:rPr>
                <a:t>Mise en place d'un système de gestion en ligne pour faciliter les transactions et réduire les délais.</a:t>
              </a:r>
              <a:endParaRPr lang="en-US" altLang="ko-KR" sz="1200" dirty="0">
                <a:cs typeface="Arial" pitchFamily="34" charset="0"/>
              </a:endParaRPr>
            </a:p>
          </p:txBody>
        </p:sp>
        <p:sp>
          <p:nvSpPr>
            <p:cNvPr id="17" name="TextBox 14">
              <a:extLst>
                <a:ext uri="{FF2B5EF4-FFF2-40B4-BE49-F238E27FC236}">
                  <a16:creationId xmlns:a16="http://schemas.microsoft.com/office/drawing/2014/main" id="{C474D67F-FB8F-E912-C41E-926B5086CAF4}"/>
                </a:ext>
              </a:extLst>
            </p:cNvPr>
            <p:cNvSpPr txBox="1"/>
            <p:nvPr/>
          </p:nvSpPr>
          <p:spPr>
            <a:xfrm>
              <a:off x="1114004" y="1808772"/>
              <a:ext cx="2119047" cy="536054"/>
            </a:xfrm>
            <a:prstGeom prst="rect">
              <a:avLst/>
            </a:prstGeom>
            <a:noFill/>
          </p:spPr>
          <p:txBody>
            <a:bodyPr wrap="square" rtlCol="0">
              <a:spAutoFit/>
            </a:bodyPr>
            <a:lstStyle/>
            <a:p>
              <a:r>
                <a:rPr lang="fr-FR" altLang="ko-KR" sz="1400" b="1" dirty="0">
                  <a:cs typeface="Arial" pitchFamily="34" charset="0"/>
                </a:rPr>
                <a:t>Gestion des emprunts et retours</a:t>
              </a:r>
              <a:endParaRPr lang="ko-KR" altLang="en-US" sz="1400" b="1" dirty="0">
                <a:cs typeface="Arial" pitchFamily="34" charset="0"/>
              </a:endParaRPr>
            </a:p>
          </p:txBody>
        </p:sp>
      </p:grpSp>
      <p:sp>
        <p:nvSpPr>
          <p:cNvPr id="18" name="TextBox 7">
            <a:extLst>
              <a:ext uri="{FF2B5EF4-FFF2-40B4-BE49-F238E27FC236}">
                <a16:creationId xmlns:a16="http://schemas.microsoft.com/office/drawing/2014/main" id="{043CA354-7E1D-57F6-FCE4-1AC6DEB7483B}"/>
              </a:ext>
            </a:extLst>
          </p:cNvPr>
          <p:cNvSpPr txBox="1"/>
          <p:nvPr/>
        </p:nvSpPr>
        <p:spPr>
          <a:xfrm>
            <a:off x="139815" y="176040"/>
            <a:ext cx="10133901" cy="523220"/>
          </a:xfrm>
          <a:prstGeom prst="rect">
            <a:avLst/>
          </a:prstGeom>
          <a:noFill/>
        </p:spPr>
        <p:txBody>
          <a:bodyPr wrap="square" rtlCol="0" anchor="ctr">
            <a:spAutoFit/>
          </a:bodyPr>
          <a:lstStyle/>
          <a:p>
            <a:r>
              <a:rPr lang="fr-FR" altLang="ko-KR" sz="2800" b="1" dirty="0">
                <a:cs typeface="Arial" pitchFamily="34" charset="0"/>
              </a:rPr>
              <a:t>Problèmes rencontrés et solutions proposées</a:t>
            </a:r>
            <a:endParaRPr lang="ko-KR" altLang="en-US" sz="2800" b="1" dirty="0">
              <a:cs typeface="Arial" pitchFamily="34" charset="0"/>
            </a:endParaRPr>
          </a:p>
        </p:txBody>
      </p:sp>
      <p:sp>
        <p:nvSpPr>
          <p:cNvPr id="19" name="Rectangle 9">
            <a:extLst>
              <a:ext uri="{FF2B5EF4-FFF2-40B4-BE49-F238E27FC236}">
                <a16:creationId xmlns:a16="http://schemas.microsoft.com/office/drawing/2014/main" id="{45AD128F-0773-99EC-8D36-EC760BB1FDBF}"/>
              </a:ext>
            </a:extLst>
          </p:cNvPr>
          <p:cNvSpPr/>
          <p:nvPr/>
        </p:nvSpPr>
        <p:spPr>
          <a:xfrm>
            <a:off x="466844" y="1408108"/>
            <a:ext cx="527335" cy="488908"/>
          </a:xfrm>
          <a:custGeom>
            <a:avLst/>
            <a:gdLst>
              <a:gd name="connsiteX0" fmla="*/ 833935 w 3239999"/>
              <a:gd name="connsiteY0" fmla="*/ 22 h 3032924"/>
              <a:gd name="connsiteX1" fmla="*/ 1576606 w 3239999"/>
              <a:gd name="connsiteY1" fmla="*/ 402054 h 3032924"/>
              <a:gd name="connsiteX2" fmla="*/ 1576606 w 3239999"/>
              <a:gd name="connsiteY2" fmla="*/ 430441 h 3032924"/>
              <a:gd name="connsiteX3" fmla="*/ 1576606 w 3239999"/>
              <a:gd name="connsiteY3" fmla="*/ 526981 h 3032924"/>
              <a:gd name="connsiteX4" fmla="*/ 1576606 w 3239999"/>
              <a:gd name="connsiteY4" fmla="*/ 2765302 h 3032924"/>
              <a:gd name="connsiteX5" fmla="*/ 378630 w 3239999"/>
              <a:gd name="connsiteY5" fmla="*/ 2472117 h 3032924"/>
              <a:gd name="connsiteX6" fmla="*/ 384918 w 3239999"/>
              <a:gd name="connsiteY6" fmla="*/ 526981 h 3032924"/>
              <a:gd name="connsiteX7" fmla="*/ 239143 w 3239999"/>
              <a:gd name="connsiteY7" fmla="*/ 526981 h 3032924"/>
              <a:gd name="connsiteX8" fmla="*/ 239143 w 3239999"/>
              <a:gd name="connsiteY8" fmla="*/ 2776423 h 3032924"/>
              <a:gd name="connsiteX9" fmla="*/ 1576606 w 3239999"/>
              <a:gd name="connsiteY9" fmla="*/ 2776423 h 3032924"/>
              <a:gd name="connsiteX10" fmla="*/ 1576606 w 3239999"/>
              <a:gd name="connsiteY10" fmla="*/ 2778202 h 3032924"/>
              <a:gd name="connsiteX11" fmla="*/ 1663394 w 3239999"/>
              <a:gd name="connsiteY11" fmla="*/ 2778202 h 3032924"/>
              <a:gd name="connsiteX12" fmla="*/ 1663394 w 3239999"/>
              <a:gd name="connsiteY12" fmla="*/ 2776423 h 3032924"/>
              <a:gd name="connsiteX13" fmla="*/ 3000856 w 3239999"/>
              <a:gd name="connsiteY13" fmla="*/ 2776423 h 3032924"/>
              <a:gd name="connsiteX14" fmla="*/ 3000856 w 3239999"/>
              <a:gd name="connsiteY14" fmla="*/ 526981 h 3032924"/>
              <a:gd name="connsiteX15" fmla="*/ 2855082 w 3239999"/>
              <a:gd name="connsiteY15" fmla="*/ 526981 h 3032924"/>
              <a:gd name="connsiteX16" fmla="*/ 2861369 w 3239999"/>
              <a:gd name="connsiteY16" fmla="*/ 2472117 h 3032924"/>
              <a:gd name="connsiteX17" fmla="*/ 1663394 w 3239999"/>
              <a:gd name="connsiteY17" fmla="*/ 2765302 h 3032924"/>
              <a:gd name="connsiteX18" fmla="*/ 1663394 w 3239999"/>
              <a:gd name="connsiteY18" fmla="*/ 526981 h 3032924"/>
              <a:gd name="connsiteX19" fmla="*/ 1663394 w 3239999"/>
              <a:gd name="connsiteY19" fmla="*/ 430441 h 3032924"/>
              <a:gd name="connsiteX20" fmla="*/ 1663394 w 3239999"/>
              <a:gd name="connsiteY20" fmla="*/ 402054 h 3032924"/>
              <a:gd name="connsiteX21" fmla="*/ 2406065 w 3239999"/>
              <a:gd name="connsiteY21" fmla="*/ 22 h 3032924"/>
              <a:gd name="connsiteX22" fmla="*/ 2853673 w 3239999"/>
              <a:gd name="connsiteY22" fmla="*/ 91100 h 3032924"/>
              <a:gd name="connsiteX23" fmla="*/ 2854770 w 3239999"/>
              <a:gd name="connsiteY23" fmla="*/ 430441 h 3032924"/>
              <a:gd name="connsiteX24" fmla="*/ 3120669 w 3239999"/>
              <a:gd name="connsiteY24" fmla="*/ 428517 h 3032924"/>
              <a:gd name="connsiteX25" fmla="*/ 3120669 w 3239999"/>
              <a:gd name="connsiteY25" fmla="*/ 738345 h 3032924"/>
              <a:gd name="connsiteX26" fmla="*/ 3239999 w 3239999"/>
              <a:gd name="connsiteY26" fmla="*/ 738345 h 3032924"/>
              <a:gd name="connsiteX27" fmla="*/ 3239999 w 3239999"/>
              <a:gd name="connsiteY27" fmla="*/ 3032924 h 3032924"/>
              <a:gd name="connsiteX28" fmla="*/ 0 w 3239999"/>
              <a:gd name="connsiteY28" fmla="*/ 3032924 h 3032924"/>
              <a:gd name="connsiteX29" fmla="*/ 0 w 3239999"/>
              <a:gd name="connsiteY29" fmla="*/ 738345 h 3032924"/>
              <a:gd name="connsiteX30" fmla="*/ 102477 w 3239999"/>
              <a:gd name="connsiteY30" fmla="*/ 738345 h 3032924"/>
              <a:gd name="connsiteX31" fmla="*/ 102477 w 3239999"/>
              <a:gd name="connsiteY31" fmla="*/ 428517 h 3032924"/>
              <a:gd name="connsiteX32" fmla="*/ 385229 w 3239999"/>
              <a:gd name="connsiteY32" fmla="*/ 430441 h 3032924"/>
              <a:gd name="connsiteX33" fmla="*/ 386326 w 3239999"/>
              <a:gd name="connsiteY33" fmla="*/ 91100 h 3032924"/>
              <a:gd name="connsiteX34" fmla="*/ 833935 w 3239999"/>
              <a:gd name="connsiteY34" fmla="*/ 22 h 3032924"/>
              <a:gd name="connsiteX0" fmla="*/ 833935 w 3239999"/>
              <a:gd name="connsiteY0" fmla="*/ 22 h 3032924"/>
              <a:gd name="connsiteX1" fmla="*/ 1576606 w 3239999"/>
              <a:gd name="connsiteY1" fmla="*/ 402054 h 3032924"/>
              <a:gd name="connsiteX2" fmla="*/ 1576606 w 3239999"/>
              <a:gd name="connsiteY2" fmla="*/ 430441 h 3032924"/>
              <a:gd name="connsiteX3" fmla="*/ 1576606 w 3239999"/>
              <a:gd name="connsiteY3" fmla="*/ 526981 h 3032924"/>
              <a:gd name="connsiteX4" fmla="*/ 1576606 w 3239999"/>
              <a:gd name="connsiteY4" fmla="*/ 2765302 h 3032924"/>
              <a:gd name="connsiteX5" fmla="*/ 378630 w 3239999"/>
              <a:gd name="connsiteY5" fmla="*/ 2472117 h 3032924"/>
              <a:gd name="connsiteX6" fmla="*/ 384918 w 3239999"/>
              <a:gd name="connsiteY6" fmla="*/ 526981 h 3032924"/>
              <a:gd name="connsiteX7" fmla="*/ 239143 w 3239999"/>
              <a:gd name="connsiteY7" fmla="*/ 526981 h 3032924"/>
              <a:gd name="connsiteX8" fmla="*/ 239143 w 3239999"/>
              <a:gd name="connsiteY8" fmla="*/ 2776423 h 3032924"/>
              <a:gd name="connsiteX9" fmla="*/ 1576606 w 3239999"/>
              <a:gd name="connsiteY9" fmla="*/ 2776423 h 3032924"/>
              <a:gd name="connsiteX10" fmla="*/ 1576606 w 3239999"/>
              <a:gd name="connsiteY10" fmla="*/ 2778202 h 3032924"/>
              <a:gd name="connsiteX11" fmla="*/ 1663394 w 3239999"/>
              <a:gd name="connsiteY11" fmla="*/ 2778202 h 3032924"/>
              <a:gd name="connsiteX12" fmla="*/ 1663394 w 3239999"/>
              <a:gd name="connsiteY12" fmla="*/ 2776423 h 3032924"/>
              <a:gd name="connsiteX13" fmla="*/ 3000856 w 3239999"/>
              <a:gd name="connsiteY13" fmla="*/ 2776423 h 3032924"/>
              <a:gd name="connsiteX14" fmla="*/ 3000856 w 3239999"/>
              <a:gd name="connsiteY14" fmla="*/ 526981 h 3032924"/>
              <a:gd name="connsiteX15" fmla="*/ 2855082 w 3239999"/>
              <a:gd name="connsiteY15" fmla="*/ 526981 h 3032924"/>
              <a:gd name="connsiteX16" fmla="*/ 2861369 w 3239999"/>
              <a:gd name="connsiteY16" fmla="*/ 2472117 h 3032924"/>
              <a:gd name="connsiteX17" fmla="*/ 1663394 w 3239999"/>
              <a:gd name="connsiteY17" fmla="*/ 2765302 h 3032924"/>
              <a:gd name="connsiteX18" fmla="*/ 1663394 w 3239999"/>
              <a:gd name="connsiteY18" fmla="*/ 526981 h 3032924"/>
              <a:gd name="connsiteX19" fmla="*/ 1663394 w 3239999"/>
              <a:gd name="connsiteY19" fmla="*/ 430441 h 3032924"/>
              <a:gd name="connsiteX20" fmla="*/ 1663394 w 3239999"/>
              <a:gd name="connsiteY20" fmla="*/ 402054 h 3032924"/>
              <a:gd name="connsiteX21" fmla="*/ 2406065 w 3239999"/>
              <a:gd name="connsiteY21" fmla="*/ 22 h 3032924"/>
              <a:gd name="connsiteX22" fmla="*/ 2853673 w 3239999"/>
              <a:gd name="connsiteY22" fmla="*/ 91100 h 3032924"/>
              <a:gd name="connsiteX23" fmla="*/ 2854770 w 3239999"/>
              <a:gd name="connsiteY23" fmla="*/ 430441 h 3032924"/>
              <a:gd name="connsiteX24" fmla="*/ 3120669 w 3239999"/>
              <a:gd name="connsiteY24" fmla="*/ 428517 h 3032924"/>
              <a:gd name="connsiteX25" fmla="*/ 3120669 w 3239999"/>
              <a:gd name="connsiteY25" fmla="*/ 738345 h 3032924"/>
              <a:gd name="connsiteX26" fmla="*/ 3239999 w 3239999"/>
              <a:gd name="connsiteY26" fmla="*/ 738345 h 3032924"/>
              <a:gd name="connsiteX27" fmla="*/ 3239999 w 3239999"/>
              <a:gd name="connsiteY27" fmla="*/ 3032924 h 3032924"/>
              <a:gd name="connsiteX28" fmla="*/ 0 w 3239999"/>
              <a:gd name="connsiteY28" fmla="*/ 3032924 h 3032924"/>
              <a:gd name="connsiteX29" fmla="*/ 0 w 3239999"/>
              <a:gd name="connsiteY29" fmla="*/ 738345 h 3032924"/>
              <a:gd name="connsiteX30" fmla="*/ 102477 w 3239999"/>
              <a:gd name="connsiteY30" fmla="*/ 738345 h 3032924"/>
              <a:gd name="connsiteX31" fmla="*/ 102477 w 3239999"/>
              <a:gd name="connsiteY31" fmla="*/ 428517 h 3032924"/>
              <a:gd name="connsiteX32" fmla="*/ 385229 w 3239999"/>
              <a:gd name="connsiteY32" fmla="*/ 430441 h 3032924"/>
              <a:gd name="connsiteX33" fmla="*/ 386326 w 3239999"/>
              <a:gd name="connsiteY33" fmla="*/ 91100 h 3032924"/>
              <a:gd name="connsiteX34" fmla="*/ 833935 w 3239999"/>
              <a:gd name="connsiteY34" fmla="*/ 22 h 3032924"/>
              <a:gd name="connsiteX0" fmla="*/ 833935 w 3239999"/>
              <a:gd name="connsiteY0" fmla="*/ 22 h 3032924"/>
              <a:gd name="connsiteX1" fmla="*/ 1576606 w 3239999"/>
              <a:gd name="connsiteY1" fmla="*/ 402054 h 3032924"/>
              <a:gd name="connsiteX2" fmla="*/ 1576606 w 3239999"/>
              <a:gd name="connsiteY2" fmla="*/ 430441 h 3032924"/>
              <a:gd name="connsiteX3" fmla="*/ 1576606 w 3239999"/>
              <a:gd name="connsiteY3" fmla="*/ 526981 h 3032924"/>
              <a:gd name="connsiteX4" fmla="*/ 1576606 w 3239999"/>
              <a:gd name="connsiteY4" fmla="*/ 2765302 h 3032924"/>
              <a:gd name="connsiteX5" fmla="*/ 378630 w 3239999"/>
              <a:gd name="connsiteY5" fmla="*/ 2472117 h 3032924"/>
              <a:gd name="connsiteX6" fmla="*/ 384918 w 3239999"/>
              <a:gd name="connsiteY6" fmla="*/ 526981 h 3032924"/>
              <a:gd name="connsiteX7" fmla="*/ 239143 w 3239999"/>
              <a:gd name="connsiteY7" fmla="*/ 526981 h 3032924"/>
              <a:gd name="connsiteX8" fmla="*/ 239143 w 3239999"/>
              <a:gd name="connsiteY8" fmla="*/ 2776423 h 3032924"/>
              <a:gd name="connsiteX9" fmla="*/ 1576606 w 3239999"/>
              <a:gd name="connsiteY9" fmla="*/ 2776423 h 3032924"/>
              <a:gd name="connsiteX10" fmla="*/ 1576606 w 3239999"/>
              <a:gd name="connsiteY10" fmla="*/ 2778202 h 3032924"/>
              <a:gd name="connsiteX11" fmla="*/ 1663394 w 3239999"/>
              <a:gd name="connsiteY11" fmla="*/ 2778202 h 3032924"/>
              <a:gd name="connsiteX12" fmla="*/ 1663394 w 3239999"/>
              <a:gd name="connsiteY12" fmla="*/ 2776423 h 3032924"/>
              <a:gd name="connsiteX13" fmla="*/ 3000856 w 3239999"/>
              <a:gd name="connsiteY13" fmla="*/ 2776423 h 3032924"/>
              <a:gd name="connsiteX14" fmla="*/ 3000856 w 3239999"/>
              <a:gd name="connsiteY14" fmla="*/ 526981 h 3032924"/>
              <a:gd name="connsiteX15" fmla="*/ 2855082 w 3239999"/>
              <a:gd name="connsiteY15" fmla="*/ 526981 h 3032924"/>
              <a:gd name="connsiteX16" fmla="*/ 2861369 w 3239999"/>
              <a:gd name="connsiteY16" fmla="*/ 2472117 h 3032924"/>
              <a:gd name="connsiteX17" fmla="*/ 1663394 w 3239999"/>
              <a:gd name="connsiteY17" fmla="*/ 2765302 h 3032924"/>
              <a:gd name="connsiteX18" fmla="*/ 1663394 w 3239999"/>
              <a:gd name="connsiteY18" fmla="*/ 526981 h 3032924"/>
              <a:gd name="connsiteX19" fmla="*/ 1663394 w 3239999"/>
              <a:gd name="connsiteY19" fmla="*/ 430441 h 3032924"/>
              <a:gd name="connsiteX20" fmla="*/ 1663394 w 3239999"/>
              <a:gd name="connsiteY20" fmla="*/ 402054 h 3032924"/>
              <a:gd name="connsiteX21" fmla="*/ 2406065 w 3239999"/>
              <a:gd name="connsiteY21" fmla="*/ 22 h 3032924"/>
              <a:gd name="connsiteX22" fmla="*/ 2853673 w 3239999"/>
              <a:gd name="connsiteY22" fmla="*/ 91100 h 3032924"/>
              <a:gd name="connsiteX23" fmla="*/ 2854770 w 3239999"/>
              <a:gd name="connsiteY23" fmla="*/ 430441 h 3032924"/>
              <a:gd name="connsiteX24" fmla="*/ 3120669 w 3239999"/>
              <a:gd name="connsiteY24" fmla="*/ 428517 h 3032924"/>
              <a:gd name="connsiteX25" fmla="*/ 3120669 w 3239999"/>
              <a:gd name="connsiteY25" fmla="*/ 738345 h 3032924"/>
              <a:gd name="connsiteX26" fmla="*/ 3239999 w 3239999"/>
              <a:gd name="connsiteY26" fmla="*/ 738345 h 3032924"/>
              <a:gd name="connsiteX27" fmla="*/ 3239999 w 3239999"/>
              <a:gd name="connsiteY27" fmla="*/ 3032924 h 3032924"/>
              <a:gd name="connsiteX28" fmla="*/ 0 w 3239999"/>
              <a:gd name="connsiteY28" fmla="*/ 3032924 h 3032924"/>
              <a:gd name="connsiteX29" fmla="*/ 0 w 3239999"/>
              <a:gd name="connsiteY29" fmla="*/ 738345 h 3032924"/>
              <a:gd name="connsiteX30" fmla="*/ 102477 w 3239999"/>
              <a:gd name="connsiteY30" fmla="*/ 738345 h 3032924"/>
              <a:gd name="connsiteX31" fmla="*/ 102477 w 3239999"/>
              <a:gd name="connsiteY31" fmla="*/ 428517 h 3032924"/>
              <a:gd name="connsiteX32" fmla="*/ 385229 w 3239999"/>
              <a:gd name="connsiteY32" fmla="*/ 430441 h 3032924"/>
              <a:gd name="connsiteX33" fmla="*/ 386326 w 3239999"/>
              <a:gd name="connsiteY33" fmla="*/ 91100 h 3032924"/>
              <a:gd name="connsiteX34" fmla="*/ 833935 w 3239999"/>
              <a:gd name="connsiteY34" fmla="*/ 2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29618 w 3239999"/>
              <a:gd name="connsiteY32" fmla="*/ 2690698 h 3032924"/>
              <a:gd name="connsiteX33" fmla="*/ 1576606 w 3239999"/>
              <a:gd name="connsiteY33" fmla="*/ 2776423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2991331 w 3239999"/>
              <a:gd name="connsiteY3" fmla="*/ 2709748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29618 w 3239999"/>
              <a:gd name="connsiteY32" fmla="*/ 2690698 h 3032924"/>
              <a:gd name="connsiteX33" fmla="*/ 1576606 w 3239999"/>
              <a:gd name="connsiteY33" fmla="*/ 2776423 h 30329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239999" h="3032924">
                <a:moveTo>
                  <a:pt x="1576606" y="2778202"/>
                </a:moveTo>
                <a:cubicBezTo>
                  <a:pt x="1576606" y="2778795"/>
                  <a:pt x="1663394" y="2792670"/>
                  <a:pt x="1663394" y="2778202"/>
                </a:cubicBezTo>
                <a:lnTo>
                  <a:pt x="1663394" y="2776423"/>
                </a:lnTo>
                <a:cubicBezTo>
                  <a:pt x="2185083" y="2605634"/>
                  <a:pt x="2444552" y="2500589"/>
                  <a:pt x="2991331" y="2709748"/>
                </a:cubicBezTo>
                <a:lnTo>
                  <a:pt x="3000856" y="526981"/>
                </a:lnTo>
                <a:lnTo>
                  <a:pt x="2855082" y="526981"/>
                </a:lnTo>
                <a:cubicBezTo>
                  <a:pt x="2857178" y="1175360"/>
                  <a:pt x="2859273" y="1823738"/>
                  <a:pt x="2861369" y="2472117"/>
                </a:cubicBezTo>
                <a:cubicBezTo>
                  <a:pt x="2483869" y="2318121"/>
                  <a:pt x="2052449" y="2439541"/>
                  <a:pt x="1663394" y="2765302"/>
                </a:cubicBezTo>
                <a:lnTo>
                  <a:pt x="1663394" y="526981"/>
                </a:lnTo>
                <a:lnTo>
                  <a:pt x="1663394" y="430441"/>
                </a:lnTo>
                <a:lnTo>
                  <a:pt x="1663394" y="402054"/>
                </a:lnTo>
                <a:cubicBezTo>
                  <a:pt x="1896442" y="149589"/>
                  <a:pt x="2115835" y="2106"/>
                  <a:pt x="2406065" y="22"/>
                </a:cubicBezTo>
                <a:cubicBezTo>
                  <a:pt x="2537987" y="-925"/>
                  <a:pt x="2684544" y="28169"/>
                  <a:pt x="2853673" y="91100"/>
                </a:cubicBezTo>
                <a:cubicBezTo>
                  <a:pt x="2854039" y="204214"/>
                  <a:pt x="2854404" y="317327"/>
                  <a:pt x="2854770" y="430441"/>
                </a:cubicBezTo>
                <a:lnTo>
                  <a:pt x="3120669" y="428517"/>
                </a:lnTo>
                <a:lnTo>
                  <a:pt x="3120669" y="738345"/>
                </a:lnTo>
                <a:lnTo>
                  <a:pt x="3239999" y="738345"/>
                </a:lnTo>
                <a:lnTo>
                  <a:pt x="3239999" y="3032924"/>
                </a:lnTo>
                <a:lnTo>
                  <a:pt x="0" y="3032924"/>
                </a:lnTo>
                <a:lnTo>
                  <a:pt x="0" y="738345"/>
                </a:lnTo>
                <a:lnTo>
                  <a:pt x="102477" y="738345"/>
                </a:lnTo>
                <a:lnTo>
                  <a:pt x="102477" y="428517"/>
                </a:lnTo>
                <a:lnTo>
                  <a:pt x="385229" y="430441"/>
                </a:lnTo>
                <a:cubicBezTo>
                  <a:pt x="385595" y="317327"/>
                  <a:pt x="385960" y="204214"/>
                  <a:pt x="386326" y="91100"/>
                </a:cubicBezTo>
                <a:cubicBezTo>
                  <a:pt x="555455" y="28169"/>
                  <a:pt x="702013" y="-925"/>
                  <a:pt x="833935" y="22"/>
                </a:cubicBezTo>
                <a:cubicBezTo>
                  <a:pt x="1124164" y="2106"/>
                  <a:pt x="1343558" y="149589"/>
                  <a:pt x="1576606" y="402054"/>
                </a:cubicBezTo>
                <a:lnTo>
                  <a:pt x="1576606" y="430441"/>
                </a:lnTo>
                <a:lnTo>
                  <a:pt x="1576606" y="526981"/>
                </a:lnTo>
                <a:lnTo>
                  <a:pt x="1576606" y="2765302"/>
                </a:lnTo>
                <a:cubicBezTo>
                  <a:pt x="1187550" y="2439541"/>
                  <a:pt x="756130" y="2318121"/>
                  <a:pt x="378630" y="2472117"/>
                </a:cubicBezTo>
                <a:lnTo>
                  <a:pt x="384918" y="526981"/>
                </a:lnTo>
                <a:lnTo>
                  <a:pt x="239143" y="526981"/>
                </a:lnTo>
                <a:lnTo>
                  <a:pt x="229618" y="2690698"/>
                </a:lnTo>
                <a:cubicBezTo>
                  <a:pt x="773243" y="2466244"/>
                  <a:pt x="1081748" y="2626096"/>
                  <a:pt x="1576606" y="2776423"/>
                </a:cubicBezTo>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20" name="Rectangle: Rounded Corners 15">
            <a:extLst>
              <a:ext uri="{FF2B5EF4-FFF2-40B4-BE49-F238E27FC236}">
                <a16:creationId xmlns:a16="http://schemas.microsoft.com/office/drawing/2014/main" id="{797186C0-FD77-4B1F-4C13-32F355D374DB}"/>
              </a:ext>
            </a:extLst>
          </p:cNvPr>
          <p:cNvSpPr/>
          <p:nvPr/>
        </p:nvSpPr>
        <p:spPr>
          <a:xfrm>
            <a:off x="297143" y="1297688"/>
            <a:ext cx="2221326" cy="2560123"/>
          </a:xfrm>
          <a:prstGeom prst="roundRect">
            <a:avLst>
              <a:gd name="adj" fmla="val 3805"/>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1" name="Rectangle: Rounded Corners 15">
            <a:extLst>
              <a:ext uri="{FF2B5EF4-FFF2-40B4-BE49-F238E27FC236}">
                <a16:creationId xmlns:a16="http://schemas.microsoft.com/office/drawing/2014/main" id="{DD5DF304-4296-5CC6-DF59-DD6A8A5F0154}"/>
              </a:ext>
            </a:extLst>
          </p:cNvPr>
          <p:cNvSpPr/>
          <p:nvPr/>
        </p:nvSpPr>
        <p:spPr>
          <a:xfrm>
            <a:off x="2751954" y="1290288"/>
            <a:ext cx="2221326" cy="2560123"/>
          </a:xfrm>
          <a:prstGeom prst="roundRect">
            <a:avLst>
              <a:gd name="adj" fmla="val 3805"/>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2" name="Group 19">
            <a:extLst>
              <a:ext uri="{FF2B5EF4-FFF2-40B4-BE49-F238E27FC236}">
                <a16:creationId xmlns:a16="http://schemas.microsoft.com/office/drawing/2014/main" id="{4AE2BB5B-FA08-99DE-2064-0B2B5CF5A99B}"/>
              </a:ext>
            </a:extLst>
          </p:cNvPr>
          <p:cNvGrpSpPr/>
          <p:nvPr/>
        </p:nvGrpSpPr>
        <p:grpSpPr>
          <a:xfrm>
            <a:off x="2820165" y="1363774"/>
            <a:ext cx="2084903" cy="2305030"/>
            <a:chOff x="1114004" y="1108655"/>
            <a:chExt cx="2267412" cy="2361568"/>
          </a:xfrm>
        </p:grpSpPr>
        <p:sp>
          <p:nvSpPr>
            <p:cNvPr id="23" name="TextBox 1">
              <a:extLst>
                <a:ext uri="{FF2B5EF4-FFF2-40B4-BE49-F238E27FC236}">
                  <a16:creationId xmlns:a16="http://schemas.microsoft.com/office/drawing/2014/main" id="{8727E566-8F91-3014-A745-D433AF8F8C40}"/>
                </a:ext>
              </a:extLst>
            </p:cNvPr>
            <p:cNvSpPr txBox="1"/>
            <p:nvPr/>
          </p:nvSpPr>
          <p:spPr>
            <a:xfrm>
              <a:off x="1114004" y="1108655"/>
              <a:ext cx="200902" cy="725249"/>
            </a:xfrm>
            <a:prstGeom prst="rect">
              <a:avLst/>
            </a:prstGeom>
            <a:noFill/>
          </p:spPr>
          <p:txBody>
            <a:bodyPr wrap="none" rtlCol="0">
              <a:spAutoFit/>
            </a:bodyPr>
            <a:lstStyle/>
            <a:p>
              <a:endParaRPr lang="ko-KR" altLang="en-US" sz="4000" b="1" dirty="0">
                <a:cs typeface="Arial" pitchFamily="34" charset="0"/>
              </a:endParaRPr>
            </a:p>
          </p:txBody>
        </p:sp>
        <p:sp>
          <p:nvSpPr>
            <p:cNvPr id="24" name="TextBox 12">
              <a:extLst>
                <a:ext uri="{FF2B5EF4-FFF2-40B4-BE49-F238E27FC236}">
                  <a16:creationId xmlns:a16="http://schemas.microsoft.com/office/drawing/2014/main" id="{463D73B6-C2B8-20C6-4B2D-8AC9620E3219}"/>
                </a:ext>
              </a:extLst>
            </p:cNvPr>
            <p:cNvSpPr txBox="1"/>
            <p:nvPr/>
          </p:nvSpPr>
          <p:spPr>
            <a:xfrm>
              <a:off x="1114004" y="2429648"/>
              <a:ext cx="2119047" cy="1040575"/>
            </a:xfrm>
            <a:prstGeom prst="rect">
              <a:avLst/>
            </a:prstGeom>
            <a:noFill/>
          </p:spPr>
          <p:txBody>
            <a:bodyPr wrap="square" rtlCol="0">
              <a:spAutoFit/>
            </a:bodyPr>
            <a:lstStyle/>
            <a:p>
              <a:r>
                <a:rPr lang="fr-FR" altLang="ko-KR" sz="1200" dirty="0">
                  <a:cs typeface="Arial" pitchFamily="34" charset="0"/>
                </a:rPr>
                <a:t>Intégration d'une plateforme numérique pour offrir un accès simplifié et complet aux ressources en ligne.</a:t>
              </a:r>
              <a:endParaRPr lang="en-US" altLang="ko-KR" sz="1200" dirty="0">
                <a:cs typeface="Arial" pitchFamily="34" charset="0"/>
              </a:endParaRPr>
            </a:p>
          </p:txBody>
        </p:sp>
        <p:sp>
          <p:nvSpPr>
            <p:cNvPr id="25" name="TextBox 14">
              <a:extLst>
                <a:ext uri="{FF2B5EF4-FFF2-40B4-BE49-F238E27FC236}">
                  <a16:creationId xmlns:a16="http://schemas.microsoft.com/office/drawing/2014/main" id="{2DE8E555-9DBB-1C47-D78F-3338DCA6A81E}"/>
                </a:ext>
              </a:extLst>
            </p:cNvPr>
            <p:cNvSpPr txBox="1"/>
            <p:nvPr/>
          </p:nvSpPr>
          <p:spPr>
            <a:xfrm>
              <a:off x="1114004" y="1808772"/>
              <a:ext cx="2267412" cy="536054"/>
            </a:xfrm>
            <a:prstGeom prst="rect">
              <a:avLst/>
            </a:prstGeom>
            <a:noFill/>
          </p:spPr>
          <p:txBody>
            <a:bodyPr wrap="square" rtlCol="0">
              <a:spAutoFit/>
            </a:bodyPr>
            <a:lstStyle/>
            <a:p>
              <a:r>
                <a:rPr lang="fr-FR" altLang="ko-KR" sz="1400" b="1" dirty="0">
                  <a:cs typeface="Arial" pitchFamily="34" charset="0"/>
                </a:rPr>
                <a:t>Accès aux ressources numériques</a:t>
              </a:r>
              <a:endParaRPr lang="ko-KR" altLang="en-US" sz="1400" b="1" dirty="0">
                <a:cs typeface="Arial" pitchFamily="34" charset="0"/>
              </a:endParaRPr>
            </a:p>
          </p:txBody>
        </p:sp>
      </p:grpSp>
      <p:sp>
        <p:nvSpPr>
          <p:cNvPr id="26" name="Parallelogram 30">
            <a:extLst>
              <a:ext uri="{FF2B5EF4-FFF2-40B4-BE49-F238E27FC236}">
                <a16:creationId xmlns:a16="http://schemas.microsoft.com/office/drawing/2014/main" id="{D12BDEA8-00BC-E364-CA1A-D3FBC401072E}"/>
              </a:ext>
            </a:extLst>
          </p:cNvPr>
          <p:cNvSpPr/>
          <p:nvPr/>
        </p:nvSpPr>
        <p:spPr>
          <a:xfrm flipH="1">
            <a:off x="5343188" y="4255228"/>
            <a:ext cx="514976" cy="516250"/>
          </a:xfrm>
          <a:custGeom>
            <a:avLst/>
            <a:gdLst/>
            <a:ahLst/>
            <a:cxnLst/>
            <a:rect l="l" t="t" r="r" b="b"/>
            <a:pathLst>
              <a:path w="3240000" h="3248012">
                <a:moveTo>
                  <a:pt x="712553" y="858820"/>
                </a:moveTo>
                <a:cubicBezTo>
                  <a:pt x="727950" y="858820"/>
                  <a:pt x="743348" y="864694"/>
                  <a:pt x="755096" y="876443"/>
                </a:cubicBezTo>
                <a:lnTo>
                  <a:pt x="1193671" y="1315016"/>
                </a:lnTo>
                <a:lnTo>
                  <a:pt x="1509169" y="999517"/>
                </a:lnTo>
                <a:cubicBezTo>
                  <a:pt x="1509517" y="999169"/>
                  <a:pt x="1509868" y="998827"/>
                  <a:pt x="1510414" y="998691"/>
                </a:cubicBezTo>
                <a:lnTo>
                  <a:pt x="1518932" y="988592"/>
                </a:lnTo>
                <a:cubicBezTo>
                  <a:pt x="1531945" y="978263"/>
                  <a:pt x="1547912" y="974188"/>
                  <a:pt x="1563209" y="975946"/>
                </a:cubicBezTo>
                <a:cubicBezTo>
                  <a:pt x="1578505" y="977705"/>
                  <a:pt x="1593131" y="985299"/>
                  <a:pt x="1603459" y="998313"/>
                </a:cubicBezTo>
                <a:lnTo>
                  <a:pt x="1892346" y="1362277"/>
                </a:lnTo>
                <a:lnTo>
                  <a:pt x="2149759" y="1177067"/>
                </a:lnTo>
                <a:lnTo>
                  <a:pt x="2151621" y="1174867"/>
                </a:lnTo>
                <a:cubicBezTo>
                  <a:pt x="2159033" y="1169006"/>
                  <a:pt x="2167397" y="1165168"/>
                  <a:pt x="2176160" y="1163802"/>
                </a:cubicBezTo>
                <a:cubicBezTo>
                  <a:pt x="2177188" y="1163485"/>
                  <a:pt x="2178237" y="1163269"/>
                  <a:pt x="2179375" y="1163558"/>
                </a:cubicBezTo>
                <a:cubicBezTo>
                  <a:pt x="2184768" y="1161771"/>
                  <a:pt x="2190389" y="1161654"/>
                  <a:pt x="2195921" y="1162300"/>
                </a:cubicBezTo>
                <a:cubicBezTo>
                  <a:pt x="2196662" y="1162386"/>
                  <a:pt x="2197402" y="1162487"/>
                  <a:pt x="2198081" y="1162987"/>
                </a:cubicBezTo>
                <a:cubicBezTo>
                  <a:pt x="2202197" y="1163290"/>
                  <a:pt x="2206218" y="1164270"/>
                  <a:pt x="2209739" y="1166702"/>
                </a:cubicBezTo>
                <a:cubicBezTo>
                  <a:pt x="2213116" y="1166857"/>
                  <a:pt x="2216051" y="1168231"/>
                  <a:pt x="2218766" y="1170038"/>
                </a:cubicBezTo>
                <a:cubicBezTo>
                  <a:pt x="2225342" y="1173160"/>
                  <a:pt x="2231151" y="1177875"/>
                  <a:pt x="2235489" y="1184194"/>
                </a:cubicBezTo>
                <a:lnTo>
                  <a:pt x="2236132" y="1184737"/>
                </a:lnTo>
                <a:lnTo>
                  <a:pt x="2236287" y="1184934"/>
                </a:lnTo>
                <a:lnTo>
                  <a:pt x="2238712" y="1187183"/>
                </a:lnTo>
                <a:cubicBezTo>
                  <a:pt x="2239115" y="1187744"/>
                  <a:pt x="2239507" y="1188310"/>
                  <a:pt x="2239574" y="1189090"/>
                </a:cubicBezTo>
                <a:lnTo>
                  <a:pt x="2540580" y="1569705"/>
                </a:lnTo>
                <a:cubicBezTo>
                  <a:pt x="2561191" y="1595768"/>
                  <a:pt x="2556772" y="1633604"/>
                  <a:pt x="2530710" y="1654215"/>
                </a:cubicBezTo>
                <a:cubicBezTo>
                  <a:pt x="2504647" y="1674827"/>
                  <a:pt x="2466811" y="1670408"/>
                  <a:pt x="2446199" y="1644345"/>
                </a:cubicBezTo>
                <a:lnTo>
                  <a:pt x="2177884" y="1305067"/>
                </a:lnTo>
                <a:lnTo>
                  <a:pt x="1934804" y="1479967"/>
                </a:lnTo>
                <a:cubicBezTo>
                  <a:pt x="1927367" y="1485317"/>
                  <a:pt x="1919123" y="1488726"/>
                  <a:pt x="1910598" y="1489881"/>
                </a:cubicBezTo>
                <a:cubicBezTo>
                  <a:pt x="1885257" y="1507791"/>
                  <a:pt x="1850121" y="1502627"/>
                  <a:pt x="1830495" y="1477903"/>
                </a:cubicBezTo>
                <a:lnTo>
                  <a:pt x="1551924" y="1126933"/>
                </a:lnTo>
                <a:lnTo>
                  <a:pt x="1239041" y="1439816"/>
                </a:lnTo>
                <a:cubicBezTo>
                  <a:pt x="1226569" y="1452288"/>
                  <a:pt x="1209983" y="1458139"/>
                  <a:pt x="1193674" y="1456888"/>
                </a:cubicBezTo>
                <a:cubicBezTo>
                  <a:pt x="1177363" y="1458142"/>
                  <a:pt x="1160774" y="1452290"/>
                  <a:pt x="1148301" y="1439816"/>
                </a:cubicBezTo>
                <a:lnTo>
                  <a:pt x="670011" y="961527"/>
                </a:lnTo>
                <a:cubicBezTo>
                  <a:pt x="646515" y="938031"/>
                  <a:pt x="646515" y="899938"/>
                  <a:pt x="670011" y="876442"/>
                </a:cubicBezTo>
                <a:cubicBezTo>
                  <a:pt x="681760" y="864694"/>
                  <a:pt x="697157" y="858820"/>
                  <a:pt x="712553" y="858820"/>
                </a:cubicBezTo>
                <a:close/>
                <a:moveTo>
                  <a:pt x="2790000" y="699581"/>
                </a:moveTo>
                <a:lnTo>
                  <a:pt x="450000" y="699581"/>
                </a:lnTo>
                <a:lnTo>
                  <a:pt x="450000" y="1851581"/>
                </a:lnTo>
                <a:lnTo>
                  <a:pt x="2790000" y="1851581"/>
                </a:lnTo>
                <a:close/>
                <a:moveTo>
                  <a:pt x="2987972" y="519497"/>
                </a:moveTo>
                <a:lnTo>
                  <a:pt x="2987972" y="2031665"/>
                </a:lnTo>
                <a:lnTo>
                  <a:pt x="252028" y="2031665"/>
                </a:lnTo>
                <a:lnTo>
                  <a:pt x="252028" y="519497"/>
                </a:lnTo>
                <a:close/>
                <a:moveTo>
                  <a:pt x="1620000" y="0"/>
                </a:moveTo>
                <a:cubicBezTo>
                  <a:pt x="1540462" y="0"/>
                  <a:pt x="1475984" y="64478"/>
                  <a:pt x="1475984" y="144016"/>
                </a:cubicBezTo>
                <a:lnTo>
                  <a:pt x="1475984" y="267469"/>
                </a:lnTo>
                <a:lnTo>
                  <a:pt x="0" y="267469"/>
                </a:lnTo>
                <a:lnTo>
                  <a:pt x="0" y="2283693"/>
                </a:lnTo>
                <a:lnTo>
                  <a:pt x="852101" y="2283693"/>
                </a:lnTo>
                <a:lnTo>
                  <a:pt x="323771" y="3248012"/>
                </a:lnTo>
                <a:lnTo>
                  <a:pt x="621526" y="3248012"/>
                </a:lnTo>
                <a:lnTo>
                  <a:pt x="1149856" y="2283693"/>
                </a:lnTo>
                <a:lnTo>
                  <a:pt x="2090146" y="2283693"/>
                </a:lnTo>
                <a:lnTo>
                  <a:pt x="2618476" y="3248012"/>
                </a:lnTo>
                <a:lnTo>
                  <a:pt x="2916231" y="3248012"/>
                </a:lnTo>
                <a:lnTo>
                  <a:pt x="2387901" y="2283693"/>
                </a:lnTo>
                <a:lnTo>
                  <a:pt x="3240000" y="2283693"/>
                </a:lnTo>
                <a:lnTo>
                  <a:pt x="3240000" y="267469"/>
                </a:lnTo>
                <a:lnTo>
                  <a:pt x="1764016" y="267469"/>
                </a:lnTo>
                <a:lnTo>
                  <a:pt x="1764016" y="144016"/>
                </a:lnTo>
                <a:cubicBezTo>
                  <a:pt x="1764016" y="64478"/>
                  <a:pt x="1699538" y="0"/>
                  <a:pt x="1620000"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27" name="Block Arc 14">
            <a:extLst>
              <a:ext uri="{FF2B5EF4-FFF2-40B4-BE49-F238E27FC236}">
                <a16:creationId xmlns:a16="http://schemas.microsoft.com/office/drawing/2014/main" id="{EE28396E-CFE4-07A2-72B1-248D92D8D255}"/>
              </a:ext>
            </a:extLst>
          </p:cNvPr>
          <p:cNvSpPr/>
          <p:nvPr/>
        </p:nvSpPr>
        <p:spPr>
          <a:xfrm rot="16200000">
            <a:off x="2957897" y="1407922"/>
            <a:ext cx="567400" cy="567774"/>
          </a:xfrm>
          <a:custGeom>
            <a:avLst/>
            <a:gdLst/>
            <a:ahLst/>
            <a:cxnLst/>
            <a:rect l="l" t="t" r="r" b="b"/>
            <a:pathLst>
              <a:path w="3185463" h="3187558">
                <a:moveTo>
                  <a:pt x="764000" y="2343999"/>
                </a:moveTo>
                <a:cubicBezTo>
                  <a:pt x="566798" y="2256389"/>
                  <a:pt x="385374" y="2134753"/>
                  <a:pt x="230072" y="1981662"/>
                </a:cubicBezTo>
                <a:cubicBezTo>
                  <a:pt x="297001" y="2223876"/>
                  <a:pt x="428049" y="2439341"/>
                  <a:pt x="603989" y="2608945"/>
                </a:cubicBezTo>
                <a:cubicBezTo>
                  <a:pt x="667739" y="2525681"/>
                  <a:pt x="720588" y="2436567"/>
                  <a:pt x="764000" y="2343999"/>
                </a:cubicBezTo>
                <a:close/>
                <a:moveTo>
                  <a:pt x="783530" y="862903"/>
                </a:moveTo>
                <a:cubicBezTo>
                  <a:pt x="737619" y="760936"/>
                  <a:pt x="681240" y="662513"/>
                  <a:pt x="611676" y="571152"/>
                </a:cubicBezTo>
                <a:cubicBezTo>
                  <a:pt x="419218" y="754019"/>
                  <a:pt x="279227" y="991173"/>
                  <a:pt x="215545" y="1258034"/>
                </a:cubicBezTo>
                <a:cubicBezTo>
                  <a:pt x="378729" y="1090139"/>
                  <a:pt x="571934" y="956907"/>
                  <a:pt x="783530" y="862903"/>
                </a:cubicBezTo>
                <a:close/>
                <a:moveTo>
                  <a:pt x="935657" y="1673146"/>
                </a:moveTo>
                <a:lnTo>
                  <a:pt x="227023" y="1673146"/>
                </a:lnTo>
                <a:cubicBezTo>
                  <a:pt x="393068" y="1882941"/>
                  <a:pt x="605618" y="2045968"/>
                  <a:pt x="844267" y="2153109"/>
                </a:cubicBezTo>
                <a:cubicBezTo>
                  <a:pt x="897907" y="1997390"/>
                  <a:pt x="928862" y="1835739"/>
                  <a:pt x="935657" y="1673146"/>
                </a:cubicBezTo>
                <a:close/>
                <a:moveTo>
                  <a:pt x="935928" y="1493146"/>
                </a:moveTo>
                <a:cubicBezTo>
                  <a:pt x="928922" y="1345638"/>
                  <a:pt x="902278" y="1198995"/>
                  <a:pt x="856775" y="1056956"/>
                </a:cubicBezTo>
                <a:cubicBezTo>
                  <a:pt x="636768" y="1156959"/>
                  <a:pt x="439487" y="1304654"/>
                  <a:pt x="281464" y="1493146"/>
                </a:cubicBezTo>
                <a:close/>
                <a:moveTo>
                  <a:pt x="1469785" y="2515107"/>
                </a:moveTo>
                <a:cubicBezTo>
                  <a:pt x="1283000" y="2508124"/>
                  <a:pt x="1100523" y="2472287"/>
                  <a:pt x="927628" y="2411229"/>
                </a:cubicBezTo>
                <a:cubicBezTo>
                  <a:pt x="876831" y="2520843"/>
                  <a:pt x="814172" y="2626182"/>
                  <a:pt x="738220" y="2724387"/>
                </a:cubicBezTo>
                <a:cubicBezTo>
                  <a:pt x="944637" y="2881665"/>
                  <a:pt x="1196120" y="2982471"/>
                  <a:pt x="1469785" y="3005418"/>
                </a:cubicBezTo>
                <a:close/>
                <a:moveTo>
                  <a:pt x="1469785" y="1673146"/>
                </a:moveTo>
                <a:lnTo>
                  <a:pt x="1112275" y="1673146"/>
                </a:lnTo>
                <a:cubicBezTo>
                  <a:pt x="1105327" y="1858153"/>
                  <a:pt x="1070032" y="2042144"/>
                  <a:pt x="1008001" y="2219039"/>
                </a:cubicBezTo>
                <a:cubicBezTo>
                  <a:pt x="1155519" y="2270408"/>
                  <a:pt x="1310845" y="2300826"/>
                  <a:pt x="1469785" y="2307834"/>
                </a:cubicBezTo>
                <a:close/>
                <a:moveTo>
                  <a:pt x="1469785" y="898989"/>
                </a:moveTo>
                <a:cubicBezTo>
                  <a:pt x="1315103" y="907762"/>
                  <a:pt x="1164166" y="938783"/>
                  <a:pt x="1020939" y="990066"/>
                </a:cubicBezTo>
                <a:cubicBezTo>
                  <a:pt x="1074574" y="1153655"/>
                  <a:pt x="1105461" y="1322925"/>
                  <a:pt x="1112368" y="1493146"/>
                </a:cubicBezTo>
                <a:lnTo>
                  <a:pt x="1469785" y="1493146"/>
                </a:lnTo>
                <a:close/>
                <a:moveTo>
                  <a:pt x="1469785" y="182141"/>
                </a:moveTo>
                <a:cubicBezTo>
                  <a:pt x="1199839" y="204777"/>
                  <a:pt x="951477" y="303168"/>
                  <a:pt x="746615" y="456764"/>
                </a:cubicBezTo>
                <a:cubicBezTo>
                  <a:pt x="828296" y="562801"/>
                  <a:pt x="894225" y="677310"/>
                  <a:pt x="947434" y="796072"/>
                </a:cubicBezTo>
                <a:cubicBezTo>
                  <a:pt x="1113886" y="736067"/>
                  <a:pt x="1289644" y="700323"/>
                  <a:pt x="1469785" y="691530"/>
                </a:cubicBezTo>
                <a:close/>
                <a:moveTo>
                  <a:pt x="2150063" y="992171"/>
                </a:moveTo>
                <a:cubicBezTo>
                  <a:pt x="1990712" y="935501"/>
                  <a:pt x="1822242" y="902595"/>
                  <a:pt x="1649785" y="897224"/>
                </a:cubicBezTo>
                <a:lnTo>
                  <a:pt x="1649785" y="1493146"/>
                </a:lnTo>
                <a:lnTo>
                  <a:pt x="2063712" y="1493146"/>
                </a:lnTo>
                <a:cubicBezTo>
                  <a:pt x="2069089" y="1323887"/>
                  <a:pt x="2098366" y="1155330"/>
                  <a:pt x="2150063" y="992171"/>
                </a:cubicBezTo>
                <a:close/>
                <a:moveTo>
                  <a:pt x="2168848" y="2199110"/>
                </a:moveTo>
                <a:cubicBezTo>
                  <a:pt x="2108555" y="2028681"/>
                  <a:pt x="2073581" y="1851532"/>
                  <a:pt x="2065295" y="1673146"/>
                </a:cubicBezTo>
                <a:lnTo>
                  <a:pt x="1649785" y="1673146"/>
                </a:lnTo>
                <a:lnTo>
                  <a:pt x="1649785" y="2307299"/>
                </a:lnTo>
                <a:cubicBezTo>
                  <a:pt x="1829404" y="2299517"/>
                  <a:pt x="2004315" y="2261965"/>
                  <a:pt x="2168848" y="2199110"/>
                </a:cubicBezTo>
                <a:close/>
                <a:moveTo>
                  <a:pt x="2422394" y="446879"/>
                </a:moveTo>
                <a:cubicBezTo>
                  <a:pt x="2204309" y="287209"/>
                  <a:pt x="1938140" y="189883"/>
                  <a:pt x="1649785" y="178919"/>
                </a:cubicBezTo>
                <a:lnTo>
                  <a:pt x="1649785" y="689876"/>
                </a:lnTo>
                <a:cubicBezTo>
                  <a:pt x="1846998" y="695154"/>
                  <a:pt x="2039668" y="732502"/>
                  <a:pt x="2221721" y="797410"/>
                </a:cubicBezTo>
                <a:cubicBezTo>
                  <a:pt x="2275056" y="675360"/>
                  <a:pt x="2341760" y="557662"/>
                  <a:pt x="2422394" y="446879"/>
                </a:cubicBezTo>
                <a:close/>
                <a:moveTo>
                  <a:pt x="2447278" y="2722123"/>
                </a:moveTo>
                <a:cubicBezTo>
                  <a:pt x="2366121" y="2618714"/>
                  <a:pt x="2299534" y="2507403"/>
                  <a:pt x="2246145" y="2391362"/>
                </a:cubicBezTo>
                <a:cubicBezTo>
                  <a:pt x="2057375" y="2464119"/>
                  <a:pt x="1856285" y="2506958"/>
                  <a:pt x="1649785" y="2514779"/>
                </a:cubicBezTo>
                <a:lnTo>
                  <a:pt x="1649785" y="3008639"/>
                </a:lnTo>
                <a:cubicBezTo>
                  <a:pt x="1949198" y="2997255"/>
                  <a:pt x="2224691" y="2892757"/>
                  <a:pt x="2447278" y="2722123"/>
                </a:cubicBezTo>
                <a:close/>
                <a:moveTo>
                  <a:pt x="2878934" y="1493146"/>
                </a:moveTo>
                <a:cubicBezTo>
                  <a:pt x="2723190" y="1307255"/>
                  <a:pt x="2529440" y="1161128"/>
                  <a:pt x="2313862" y="1060620"/>
                </a:cubicBezTo>
                <a:cubicBezTo>
                  <a:pt x="2270535" y="1201714"/>
                  <a:pt x="2245604" y="1347104"/>
                  <a:pt x="2240109" y="1493146"/>
                </a:cubicBezTo>
                <a:close/>
                <a:moveTo>
                  <a:pt x="2890636" y="1673146"/>
                </a:moveTo>
                <a:lnTo>
                  <a:pt x="2241814" y="1673146"/>
                </a:lnTo>
                <a:cubicBezTo>
                  <a:pt x="2249736" y="1827102"/>
                  <a:pt x="2279520" y="1979973"/>
                  <a:pt x="2329964" y="2127513"/>
                </a:cubicBezTo>
                <a:cubicBezTo>
                  <a:pt x="2545677" y="2019923"/>
                  <a:pt x="2738160" y="1866413"/>
                  <a:pt x="2890636" y="1673146"/>
                </a:cubicBezTo>
                <a:close/>
                <a:moveTo>
                  <a:pt x="2973035" y="1284386"/>
                </a:moveTo>
                <a:cubicBezTo>
                  <a:pt x="2912066" y="1001840"/>
                  <a:pt x="2765308" y="751379"/>
                  <a:pt x="2561381" y="561108"/>
                </a:cubicBezTo>
                <a:cubicBezTo>
                  <a:pt x="2489321" y="656437"/>
                  <a:pt x="2431363" y="759225"/>
                  <a:pt x="2384553" y="865647"/>
                </a:cubicBezTo>
                <a:cubicBezTo>
                  <a:pt x="2604520" y="964977"/>
                  <a:pt x="2804622" y="1106677"/>
                  <a:pt x="2973035" y="1284386"/>
                </a:cubicBezTo>
                <a:close/>
                <a:moveTo>
                  <a:pt x="2974277" y="1897328"/>
                </a:moveTo>
                <a:cubicBezTo>
                  <a:pt x="2812488" y="2073933"/>
                  <a:pt x="2619878" y="2216690"/>
                  <a:pt x="2407486" y="2319665"/>
                </a:cubicBezTo>
                <a:cubicBezTo>
                  <a:pt x="2454169" y="2420503"/>
                  <a:pt x="2511856" y="2517376"/>
                  <a:pt x="2582047" y="2607468"/>
                </a:cubicBezTo>
                <a:cubicBezTo>
                  <a:pt x="2776399" y="2417974"/>
                  <a:pt x="2916061" y="2172750"/>
                  <a:pt x="2974277" y="1897328"/>
                </a:cubicBezTo>
                <a:close/>
                <a:moveTo>
                  <a:pt x="3185463" y="1593779"/>
                </a:moveTo>
                <a:cubicBezTo>
                  <a:pt x="3185463" y="2473999"/>
                  <a:pt x="2471904" y="3187558"/>
                  <a:pt x="1591684" y="3187558"/>
                </a:cubicBezTo>
                <a:cubicBezTo>
                  <a:pt x="738111" y="3187558"/>
                  <a:pt x="41261" y="2516549"/>
                  <a:pt x="1913" y="1673146"/>
                </a:cubicBezTo>
                <a:lnTo>
                  <a:pt x="0" y="1673146"/>
                </a:lnTo>
                <a:lnTo>
                  <a:pt x="0" y="1493146"/>
                </a:lnTo>
                <a:lnTo>
                  <a:pt x="2750" y="1493146"/>
                </a:lnTo>
                <a:cubicBezTo>
                  <a:pt x="50490" y="700174"/>
                  <a:pt x="679654" y="64473"/>
                  <a:pt x="1469785" y="6156"/>
                </a:cubicBezTo>
                <a:lnTo>
                  <a:pt x="1469785" y="0"/>
                </a:lnTo>
                <a:lnTo>
                  <a:pt x="1591684" y="0"/>
                </a:lnTo>
                <a:lnTo>
                  <a:pt x="1649785" y="0"/>
                </a:lnTo>
                <a:lnTo>
                  <a:pt x="1649785" y="2934"/>
                </a:lnTo>
                <a:cubicBezTo>
                  <a:pt x="2503127" y="31654"/>
                  <a:pt x="3185463" y="733032"/>
                  <a:pt x="3185463" y="1593779"/>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solidFill>
                <a:schemeClr val="tx1"/>
              </a:solidFill>
            </a:endParaRPr>
          </a:p>
        </p:txBody>
      </p:sp>
      <p:sp>
        <p:nvSpPr>
          <p:cNvPr id="28" name="Trapezoid 13">
            <a:extLst>
              <a:ext uri="{FF2B5EF4-FFF2-40B4-BE49-F238E27FC236}">
                <a16:creationId xmlns:a16="http://schemas.microsoft.com/office/drawing/2014/main" id="{4FF04A63-B3E1-13E3-2708-7B6E32FA63B1}"/>
              </a:ext>
            </a:extLst>
          </p:cNvPr>
          <p:cNvSpPr/>
          <p:nvPr/>
        </p:nvSpPr>
        <p:spPr>
          <a:xfrm>
            <a:off x="2957710" y="4274900"/>
            <a:ext cx="529844" cy="448015"/>
          </a:xfrm>
          <a:custGeom>
            <a:avLst/>
            <a:gdLst/>
            <a:ahLst/>
            <a:cxnLst/>
            <a:rect l="l" t="t" r="r" b="b"/>
            <a:pathLst>
              <a:path w="2736304" h="2313707">
                <a:moveTo>
                  <a:pt x="1046195" y="1945901"/>
                </a:moveTo>
                <a:lnTo>
                  <a:pt x="998316" y="2093032"/>
                </a:lnTo>
                <a:lnTo>
                  <a:pt x="1737988" y="2093032"/>
                </a:lnTo>
                <a:lnTo>
                  <a:pt x="1690109" y="1945901"/>
                </a:lnTo>
                <a:close/>
                <a:moveTo>
                  <a:pt x="396044" y="89541"/>
                </a:moveTo>
                <a:lnTo>
                  <a:pt x="396044" y="1241668"/>
                </a:lnTo>
                <a:lnTo>
                  <a:pt x="2340260" y="1241668"/>
                </a:lnTo>
                <a:lnTo>
                  <a:pt x="2340260" y="89541"/>
                </a:lnTo>
                <a:close/>
                <a:moveTo>
                  <a:pt x="252028" y="0"/>
                </a:moveTo>
                <a:lnTo>
                  <a:pt x="2484276" y="0"/>
                </a:lnTo>
                <a:lnTo>
                  <a:pt x="2484276" y="1331208"/>
                </a:lnTo>
                <a:lnTo>
                  <a:pt x="2484679" y="1331208"/>
                </a:lnTo>
                <a:lnTo>
                  <a:pt x="2736304" y="2195304"/>
                </a:lnTo>
                <a:lnTo>
                  <a:pt x="2736304" y="2313707"/>
                </a:lnTo>
                <a:lnTo>
                  <a:pt x="0" y="2313707"/>
                </a:lnTo>
                <a:lnTo>
                  <a:pt x="0" y="2195304"/>
                </a:lnTo>
                <a:lnTo>
                  <a:pt x="251625" y="1331208"/>
                </a:lnTo>
                <a:lnTo>
                  <a:pt x="252028" y="1331208"/>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dirty="0"/>
          </a:p>
        </p:txBody>
      </p:sp>
      <p:sp>
        <p:nvSpPr>
          <p:cNvPr id="29" name="Rounded Rectangle 5">
            <a:extLst>
              <a:ext uri="{FF2B5EF4-FFF2-40B4-BE49-F238E27FC236}">
                <a16:creationId xmlns:a16="http://schemas.microsoft.com/office/drawing/2014/main" id="{62E132E4-AE41-2B73-D576-B512AF0391BA}"/>
              </a:ext>
            </a:extLst>
          </p:cNvPr>
          <p:cNvSpPr/>
          <p:nvPr/>
        </p:nvSpPr>
        <p:spPr>
          <a:xfrm flipH="1">
            <a:off x="466844" y="4341950"/>
            <a:ext cx="504633" cy="416291"/>
          </a:xfrm>
          <a:custGeom>
            <a:avLst/>
            <a:gdLst>
              <a:gd name="connsiteX0" fmla="*/ 1384251 w 3217557"/>
              <a:gd name="connsiteY0" fmla="*/ 661544 h 2702049"/>
              <a:gd name="connsiteX1" fmla="*/ 1574067 w 3217557"/>
              <a:gd name="connsiteY1" fmla="*/ 851360 h 2702049"/>
              <a:gd name="connsiteX2" fmla="*/ 1384251 w 3217557"/>
              <a:gd name="connsiteY2" fmla="*/ 1041176 h 2702049"/>
              <a:gd name="connsiteX3" fmla="*/ 1194435 w 3217557"/>
              <a:gd name="connsiteY3" fmla="*/ 851360 h 2702049"/>
              <a:gd name="connsiteX4" fmla="*/ 1384251 w 3217557"/>
              <a:gd name="connsiteY4" fmla="*/ 661544 h 2702049"/>
              <a:gd name="connsiteX5" fmla="*/ 1993421 w 3217557"/>
              <a:gd name="connsiteY5" fmla="*/ 661544 h 2702049"/>
              <a:gd name="connsiteX6" fmla="*/ 2183237 w 3217557"/>
              <a:gd name="connsiteY6" fmla="*/ 851360 h 2702049"/>
              <a:gd name="connsiteX7" fmla="*/ 1993421 w 3217557"/>
              <a:gd name="connsiteY7" fmla="*/ 1041176 h 2702049"/>
              <a:gd name="connsiteX8" fmla="*/ 1803605 w 3217557"/>
              <a:gd name="connsiteY8" fmla="*/ 851360 h 2702049"/>
              <a:gd name="connsiteX9" fmla="*/ 1993421 w 3217557"/>
              <a:gd name="connsiteY9" fmla="*/ 661544 h 2702049"/>
              <a:gd name="connsiteX10" fmla="*/ 2602591 w 3217557"/>
              <a:gd name="connsiteY10" fmla="*/ 661544 h 2702049"/>
              <a:gd name="connsiteX11" fmla="*/ 2792407 w 3217557"/>
              <a:gd name="connsiteY11" fmla="*/ 851360 h 2702049"/>
              <a:gd name="connsiteX12" fmla="*/ 2602591 w 3217557"/>
              <a:gd name="connsiteY12" fmla="*/ 1041176 h 2702049"/>
              <a:gd name="connsiteX13" fmla="*/ 2412775 w 3217557"/>
              <a:gd name="connsiteY13" fmla="*/ 851360 h 2702049"/>
              <a:gd name="connsiteX14" fmla="*/ 2602591 w 3217557"/>
              <a:gd name="connsiteY14" fmla="*/ 661544 h 2702049"/>
              <a:gd name="connsiteX15" fmla="*/ 677114 w 3217557"/>
              <a:gd name="connsiteY15" fmla="*/ 569491 h 2702049"/>
              <a:gd name="connsiteX16" fmla="*/ 330916 w 3217557"/>
              <a:gd name="connsiteY16" fmla="*/ 569491 h 2702049"/>
              <a:gd name="connsiteX17" fmla="*/ 0 w 3217557"/>
              <a:gd name="connsiteY17" fmla="*/ 900407 h 2702049"/>
              <a:gd name="connsiteX18" fmla="*/ 0 w 3217557"/>
              <a:gd name="connsiteY18" fmla="*/ 1952009 h 2702049"/>
              <a:gd name="connsiteX19" fmla="*/ 330916 w 3217557"/>
              <a:gd name="connsiteY19" fmla="*/ 2282925 h 2702049"/>
              <a:gd name="connsiteX20" fmla="*/ 711670 w 3217557"/>
              <a:gd name="connsiteY20" fmla="*/ 2282925 h 2702049"/>
              <a:gd name="connsiteX21" fmla="*/ 15770 w 3217557"/>
              <a:gd name="connsiteY21" fmla="*/ 2702049 h 2702049"/>
              <a:gd name="connsiteX22" fmla="*/ 1294529 w 3217557"/>
              <a:gd name="connsiteY22" fmla="*/ 2282925 h 2702049"/>
              <a:gd name="connsiteX23" fmla="*/ 2117356 w 3217557"/>
              <a:gd name="connsiteY23" fmla="*/ 2282925 h 2702049"/>
              <a:gd name="connsiteX24" fmla="*/ 2418395 w 3217557"/>
              <a:gd name="connsiteY24" fmla="*/ 2087951 h 2702049"/>
              <a:gd name="connsiteX25" fmla="*/ 1830857 w 3217557"/>
              <a:gd name="connsiteY25" fmla="*/ 1799347 h 2702049"/>
              <a:gd name="connsiteX26" fmla="*/ 1008030 w 3217557"/>
              <a:gd name="connsiteY26" fmla="*/ 1799347 h 2702049"/>
              <a:gd name="connsiteX27" fmla="*/ 677114 w 3217557"/>
              <a:gd name="connsiteY27" fmla="*/ 1468431 h 2702049"/>
              <a:gd name="connsiteX28" fmla="*/ 677114 w 3217557"/>
              <a:gd name="connsiteY28" fmla="*/ 569491 h 2702049"/>
              <a:gd name="connsiteX29" fmla="*/ 2886641 w 3217557"/>
              <a:gd name="connsiteY29" fmla="*/ 0 h 2702049"/>
              <a:gd name="connsiteX30" fmla="*/ 1100201 w 3217557"/>
              <a:gd name="connsiteY30" fmla="*/ 0 h 2702049"/>
              <a:gd name="connsiteX31" fmla="*/ 769285 w 3217557"/>
              <a:gd name="connsiteY31" fmla="*/ 330916 h 2702049"/>
              <a:gd name="connsiteX32" fmla="*/ 769285 w 3217557"/>
              <a:gd name="connsiteY32" fmla="*/ 1382518 h 2702049"/>
              <a:gd name="connsiteX33" fmla="*/ 1100201 w 3217557"/>
              <a:gd name="connsiteY33" fmla="*/ 1713434 h 2702049"/>
              <a:gd name="connsiteX34" fmla="*/ 1923028 w 3217557"/>
              <a:gd name="connsiteY34" fmla="*/ 1713434 h 2702049"/>
              <a:gd name="connsiteX35" fmla="*/ 3078958 w 3217557"/>
              <a:gd name="connsiteY35" fmla="*/ 2077967 h 2702049"/>
              <a:gd name="connsiteX36" fmla="*/ 2505887 w 3217557"/>
              <a:gd name="connsiteY36" fmla="*/ 1713434 h 2702049"/>
              <a:gd name="connsiteX37" fmla="*/ 2886641 w 3217557"/>
              <a:gd name="connsiteY37" fmla="*/ 1713434 h 2702049"/>
              <a:gd name="connsiteX38" fmla="*/ 3217557 w 3217557"/>
              <a:gd name="connsiteY38" fmla="*/ 1382518 h 2702049"/>
              <a:gd name="connsiteX39" fmla="*/ 3217557 w 3217557"/>
              <a:gd name="connsiteY39" fmla="*/ 330916 h 2702049"/>
              <a:gd name="connsiteX40" fmla="*/ 2886641 w 3217557"/>
              <a:gd name="connsiteY40" fmla="*/ 0 h 2702049"/>
              <a:gd name="connsiteX0" fmla="*/ 1384251 w 3217557"/>
              <a:gd name="connsiteY0" fmla="*/ 661544 h 2702049"/>
              <a:gd name="connsiteX1" fmla="*/ 1574067 w 3217557"/>
              <a:gd name="connsiteY1" fmla="*/ 851360 h 2702049"/>
              <a:gd name="connsiteX2" fmla="*/ 1384251 w 3217557"/>
              <a:gd name="connsiteY2" fmla="*/ 1041176 h 2702049"/>
              <a:gd name="connsiteX3" fmla="*/ 1194435 w 3217557"/>
              <a:gd name="connsiteY3" fmla="*/ 851360 h 2702049"/>
              <a:gd name="connsiteX4" fmla="*/ 1384251 w 3217557"/>
              <a:gd name="connsiteY4" fmla="*/ 661544 h 2702049"/>
              <a:gd name="connsiteX5" fmla="*/ 1993421 w 3217557"/>
              <a:gd name="connsiteY5" fmla="*/ 661544 h 2702049"/>
              <a:gd name="connsiteX6" fmla="*/ 2183237 w 3217557"/>
              <a:gd name="connsiteY6" fmla="*/ 851360 h 2702049"/>
              <a:gd name="connsiteX7" fmla="*/ 1993421 w 3217557"/>
              <a:gd name="connsiteY7" fmla="*/ 1041176 h 2702049"/>
              <a:gd name="connsiteX8" fmla="*/ 1803605 w 3217557"/>
              <a:gd name="connsiteY8" fmla="*/ 851360 h 2702049"/>
              <a:gd name="connsiteX9" fmla="*/ 1993421 w 3217557"/>
              <a:gd name="connsiteY9" fmla="*/ 661544 h 2702049"/>
              <a:gd name="connsiteX10" fmla="*/ 2602591 w 3217557"/>
              <a:gd name="connsiteY10" fmla="*/ 661544 h 2702049"/>
              <a:gd name="connsiteX11" fmla="*/ 2792407 w 3217557"/>
              <a:gd name="connsiteY11" fmla="*/ 851360 h 2702049"/>
              <a:gd name="connsiteX12" fmla="*/ 2602591 w 3217557"/>
              <a:gd name="connsiteY12" fmla="*/ 1041176 h 2702049"/>
              <a:gd name="connsiteX13" fmla="*/ 2412775 w 3217557"/>
              <a:gd name="connsiteY13" fmla="*/ 851360 h 2702049"/>
              <a:gd name="connsiteX14" fmla="*/ 2602591 w 3217557"/>
              <a:gd name="connsiteY14" fmla="*/ 661544 h 2702049"/>
              <a:gd name="connsiteX15" fmla="*/ 677114 w 3217557"/>
              <a:gd name="connsiteY15" fmla="*/ 569491 h 2702049"/>
              <a:gd name="connsiteX16" fmla="*/ 330916 w 3217557"/>
              <a:gd name="connsiteY16" fmla="*/ 569491 h 2702049"/>
              <a:gd name="connsiteX17" fmla="*/ 0 w 3217557"/>
              <a:gd name="connsiteY17" fmla="*/ 900407 h 2702049"/>
              <a:gd name="connsiteX18" fmla="*/ 0 w 3217557"/>
              <a:gd name="connsiteY18" fmla="*/ 1952009 h 2702049"/>
              <a:gd name="connsiteX19" fmla="*/ 330916 w 3217557"/>
              <a:gd name="connsiteY19" fmla="*/ 2282925 h 2702049"/>
              <a:gd name="connsiteX20" fmla="*/ 711670 w 3217557"/>
              <a:gd name="connsiteY20" fmla="*/ 2282925 h 2702049"/>
              <a:gd name="connsiteX21" fmla="*/ 15770 w 3217557"/>
              <a:gd name="connsiteY21" fmla="*/ 2702049 h 2702049"/>
              <a:gd name="connsiteX22" fmla="*/ 1294529 w 3217557"/>
              <a:gd name="connsiteY22" fmla="*/ 2282925 h 2702049"/>
              <a:gd name="connsiteX23" fmla="*/ 2117356 w 3217557"/>
              <a:gd name="connsiteY23" fmla="*/ 2282925 h 2702049"/>
              <a:gd name="connsiteX24" fmla="*/ 2418395 w 3217557"/>
              <a:gd name="connsiteY24" fmla="*/ 2087951 h 2702049"/>
              <a:gd name="connsiteX25" fmla="*/ 1830857 w 3217557"/>
              <a:gd name="connsiteY25" fmla="*/ 1799347 h 2702049"/>
              <a:gd name="connsiteX26" fmla="*/ 1008030 w 3217557"/>
              <a:gd name="connsiteY26" fmla="*/ 1799347 h 2702049"/>
              <a:gd name="connsiteX27" fmla="*/ 677114 w 3217557"/>
              <a:gd name="connsiteY27" fmla="*/ 1468431 h 2702049"/>
              <a:gd name="connsiteX28" fmla="*/ 677114 w 3217557"/>
              <a:gd name="connsiteY28" fmla="*/ 569491 h 2702049"/>
              <a:gd name="connsiteX29" fmla="*/ 2886641 w 3217557"/>
              <a:gd name="connsiteY29" fmla="*/ 0 h 2702049"/>
              <a:gd name="connsiteX30" fmla="*/ 1100201 w 3217557"/>
              <a:gd name="connsiteY30" fmla="*/ 0 h 2702049"/>
              <a:gd name="connsiteX31" fmla="*/ 769285 w 3217557"/>
              <a:gd name="connsiteY31" fmla="*/ 330916 h 2702049"/>
              <a:gd name="connsiteX32" fmla="*/ 769285 w 3217557"/>
              <a:gd name="connsiteY32" fmla="*/ 1382518 h 2702049"/>
              <a:gd name="connsiteX33" fmla="*/ 1100201 w 3217557"/>
              <a:gd name="connsiteY33" fmla="*/ 1713434 h 2702049"/>
              <a:gd name="connsiteX34" fmla="*/ 1923028 w 3217557"/>
              <a:gd name="connsiteY34" fmla="*/ 1713434 h 2702049"/>
              <a:gd name="connsiteX35" fmla="*/ 3078958 w 3217557"/>
              <a:gd name="connsiteY35" fmla="*/ 2077967 h 2702049"/>
              <a:gd name="connsiteX36" fmla="*/ 2505887 w 3217557"/>
              <a:gd name="connsiteY36" fmla="*/ 1713434 h 2702049"/>
              <a:gd name="connsiteX37" fmla="*/ 2886641 w 3217557"/>
              <a:gd name="connsiteY37" fmla="*/ 1713434 h 2702049"/>
              <a:gd name="connsiteX38" fmla="*/ 3217557 w 3217557"/>
              <a:gd name="connsiteY38" fmla="*/ 1382518 h 2702049"/>
              <a:gd name="connsiteX39" fmla="*/ 3217557 w 3217557"/>
              <a:gd name="connsiteY39" fmla="*/ 330916 h 2702049"/>
              <a:gd name="connsiteX40" fmla="*/ 2886641 w 3217557"/>
              <a:gd name="connsiteY40" fmla="*/ 0 h 2702049"/>
              <a:gd name="connsiteX0" fmla="*/ 1384251 w 3217557"/>
              <a:gd name="connsiteY0" fmla="*/ 661544 h 2633810"/>
              <a:gd name="connsiteX1" fmla="*/ 1574067 w 3217557"/>
              <a:gd name="connsiteY1" fmla="*/ 851360 h 2633810"/>
              <a:gd name="connsiteX2" fmla="*/ 1384251 w 3217557"/>
              <a:gd name="connsiteY2" fmla="*/ 1041176 h 2633810"/>
              <a:gd name="connsiteX3" fmla="*/ 1194435 w 3217557"/>
              <a:gd name="connsiteY3" fmla="*/ 851360 h 2633810"/>
              <a:gd name="connsiteX4" fmla="*/ 1384251 w 3217557"/>
              <a:gd name="connsiteY4" fmla="*/ 661544 h 2633810"/>
              <a:gd name="connsiteX5" fmla="*/ 1993421 w 3217557"/>
              <a:gd name="connsiteY5" fmla="*/ 661544 h 2633810"/>
              <a:gd name="connsiteX6" fmla="*/ 2183237 w 3217557"/>
              <a:gd name="connsiteY6" fmla="*/ 851360 h 2633810"/>
              <a:gd name="connsiteX7" fmla="*/ 1993421 w 3217557"/>
              <a:gd name="connsiteY7" fmla="*/ 1041176 h 2633810"/>
              <a:gd name="connsiteX8" fmla="*/ 1803605 w 3217557"/>
              <a:gd name="connsiteY8" fmla="*/ 851360 h 2633810"/>
              <a:gd name="connsiteX9" fmla="*/ 1993421 w 3217557"/>
              <a:gd name="connsiteY9" fmla="*/ 661544 h 2633810"/>
              <a:gd name="connsiteX10" fmla="*/ 2602591 w 3217557"/>
              <a:gd name="connsiteY10" fmla="*/ 661544 h 2633810"/>
              <a:gd name="connsiteX11" fmla="*/ 2792407 w 3217557"/>
              <a:gd name="connsiteY11" fmla="*/ 851360 h 2633810"/>
              <a:gd name="connsiteX12" fmla="*/ 2602591 w 3217557"/>
              <a:gd name="connsiteY12" fmla="*/ 1041176 h 2633810"/>
              <a:gd name="connsiteX13" fmla="*/ 2412775 w 3217557"/>
              <a:gd name="connsiteY13" fmla="*/ 851360 h 2633810"/>
              <a:gd name="connsiteX14" fmla="*/ 2602591 w 3217557"/>
              <a:gd name="connsiteY14" fmla="*/ 661544 h 2633810"/>
              <a:gd name="connsiteX15" fmla="*/ 677114 w 3217557"/>
              <a:gd name="connsiteY15" fmla="*/ 569491 h 2633810"/>
              <a:gd name="connsiteX16" fmla="*/ 330916 w 3217557"/>
              <a:gd name="connsiteY16" fmla="*/ 569491 h 2633810"/>
              <a:gd name="connsiteX17" fmla="*/ 0 w 3217557"/>
              <a:gd name="connsiteY17" fmla="*/ 900407 h 2633810"/>
              <a:gd name="connsiteX18" fmla="*/ 0 w 3217557"/>
              <a:gd name="connsiteY18" fmla="*/ 1952009 h 2633810"/>
              <a:gd name="connsiteX19" fmla="*/ 330916 w 3217557"/>
              <a:gd name="connsiteY19" fmla="*/ 2282925 h 2633810"/>
              <a:gd name="connsiteX20" fmla="*/ 711670 w 3217557"/>
              <a:gd name="connsiteY20" fmla="*/ 2282925 h 2633810"/>
              <a:gd name="connsiteX21" fmla="*/ 165895 w 3217557"/>
              <a:gd name="connsiteY21" fmla="*/ 2633810 h 2633810"/>
              <a:gd name="connsiteX22" fmla="*/ 1294529 w 3217557"/>
              <a:gd name="connsiteY22" fmla="*/ 2282925 h 2633810"/>
              <a:gd name="connsiteX23" fmla="*/ 2117356 w 3217557"/>
              <a:gd name="connsiteY23" fmla="*/ 2282925 h 2633810"/>
              <a:gd name="connsiteX24" fmla="*/ 2418395 w 3217557"/>
              <a:gd name="connsiteY24" fmla="*/ 2087951 h 2633810"/>
              <a:gd name="connsiteX25" fmla="*/ 1830857 w 3217557"/>
              <a:gd name="connsiteY25" fmla="*/ 1799347 h 2633810"/>
              <a:gd name="connsiteX26" fmla="*/ 1008030 w 3217557"/>
              <a:gd name="connsiteY26" fmla="*/ 1799347 h 2633810"/>
              <a:gd name="connsiteX27" fmla="*/ 677114 w 3217557"/>
              <a:gd name="connsiteY27" fmla="*/ 1468431 h 2633810"/>
              <a:gd name="connsiteX28" fmla="*/ 677114 w 3217557"/>
              <a:gd name="connsiteY28" fmla="*/ 569491 h 2633810"/>
              <a:gd name="connsiteX29" fmla="*/ 2886641 w 3217557"/>
              <a:gd name="connsiteY29" fmla="*/ 0 h 2633810"/>
              <a:gd name="connsiteX30" fmla="*/ 1100201 w 3217557"/>
              <a:gd name="connsiteY30" fmla="*/ 0 h 2633810"/>
              <a:gd name="connsiteX31" fmla="*/ 769285 w 3217557"/>
              <a:gd name="connsiteY31" fmla="*/ 330916 h 2633810"/>
              <a:gd name="connsiteX32" fmla="*/ 769285 w 3217557"/>
              <a:gd name="connsiteY32" fmla="*/ 1382518 h 2633810"/>
              <a:gd name="connsiteX33" fmla="*/ 1100201 w 3217557"/>
              <a:gd name="connsiteY33" fmla="*/ 1713434 h 2633810"/>
              <a:gd name="connsiteX34" fmla="*/ 1923028 w 3217557"/>
              <a:gd name="connsiteY34" fmla="*/ 1713434 h 2633810"/>
              <a:gd name="connsiteX35" fmla="*/ 3078958 w 3217557"/>
              <a:gd name="connsiteY35" fmla="*/ 2077967 h 2633810"/>
              <a:gd name="connsiteX36" fmla="*/ 2505887 w 3217557"/>
              <a:gd name="connsiteY36" fmla="*/ 1713434 h 2633810"/>
              <a:gd name="connsiteX37" fmla="*/ 2886641 w 3217557"/>
              <a:gd name="connsiteY37" fmla="*/ 1713434 h 2633810"/>
              <a:gd name="connsiteX38" fmla="*/ 3217557 w 3217557"/>
              <a:gd name="connsiteY38" fmla="*/ 1382518 h 2633810"/>
              <a:gd name="connsiteX39" fmla="*/ 3217557 w 3217557"/>
              <a:gd name="connsiteY39" fmla="*/ 330916 h 2633810"/>
              <a:gd name="connsiteX40" fmla="*/ 2886641 w 3217557"/>
              <a:gd name="connsiteY40" fmla="*/ 0 h 2633810"/>
              <a:gd name="connsiteX0" fmla="*/ 1384251 w 3217557"/>
              <a:gd name="connsiteY0" fmla="*/ 661544 h 2633810"/>
              <a:gd name="connsiteX1" fmla="*/ 1574067 w 3217557"/>
              <a:gd name="connsiteY1" fmla="*/ 851360 h 2633810"/>
              <a:gd name="connsiteX2" fmla="*/ 1384251 w 3217557"/>
              <a:gd name="connsiteY2" fmla="*/ 1041176 h 2633810"/>
              <a:gd name="connsiteX3" fmla="*/ 1194435 w 3217557"/>
              <a:gd name="connsiteY3" fmla="*/ 851360 h 2633810"/>
              <a:gd name="connsiteX4" fmla="*/ 1384251 w 3217557"/>
              <a:gd name="connsiteY4" fmla="*/ 661544 h 2633810"/>
              <a:gd name="connsiteX5" fmla="*/ 1993421 w 3217557"/>
              <a:gd name="connsiteY5" fmla="*/ 661544 h 2633810"/>
              <a:gd name="connsiteX6" fmla="*/ 2183237 w 3217557"/>
              <a:gd name="connsiteY6" fmla="*/ 851360 h 2633810"/>
              <a:gd name="connsiteX7" fmla="*/ 1993421 w 3217557"/>
              <a:gd name="connsiteY7" fmla="*/ 1041176 h 2633810"/>
              <a:gd name="connsiteX8" fmla="*/ 1803605 w 3217557"/>
              <a:gd name="connsiteY8" fmla="*/ 851360 h 2633810"/>
              <a:gd name="connsiteX9" fmla="*/ 1993421 w 3217557"/>
              <a:gd name="connsiteY9" fmla="*/ 661544 h 2633810"/>
              <a:gd name="connsiteX10" fmla="*/ 2602591 w 3217557"/>
              <a:gd name="connsiteY10" fmla="*/ 661544 h 2633810"/>
              <a:gd name="connsiteX11" fmla="*/ 2792407 w 3217557"/>
              <a:gd name="connsiteY11" fmla="*/ 851360 h 2633810"/>
              <a:gd name="connsiteX12" fmla="*/ 2602591 w 3217557"/>
              <a:gd name="connsiteY12" fmla="*/ 1041176 h 2633810"/>
              <a:gd name="connsiteX13" fmla="*/ 2412775 w 3217557"/>
              <a:gd name="connsiteY13" fmla="*/ 851360 h 2633810"/>
              <a:gd name="connsiteX14" fmla="*/ 2602591 w 3217557"/>
              <a:gd name="connsiteY14" fmla="*/ 661544 h 2633810"/>
              <a:gd name="connsiteX15" fmla="*/ 677114 w 3217557"/>
              <a:gd name="connsiteY15" fmla="*/ 569491 h 2633810"/>
              <a:gd name="connsiteX16" fmla="*/ 330916 w 3217557"/>
              <a:gd name="connsiteY16" fmla="*/ 569491 h 2633810"/>
              <a:gd name="connsiteX17" fmla="*/ 0 w 3217557"/>
              <a:gd name="connsiteY17" fmla="*/ 900407 h 2633810"/>
              <a:gd name="connsiteX18" fmla="*/ 0 w 3217557"/>
              <a:gd name="connsiteY18" fmla="*/ 1952009 h 2633810"/>
              <a:gd name="connsiteX19" fmla="*/ 330916 w 3217557"/>
              <a:gd name="connsiteY19" fmla="*/ 2282925 h 2633810"/>
              <a:gd name="connsiteX20" fmla="*/ 711670 w 3217557"/>
              <a:gd name="connsiteY20" fmla="*/ 2282925 h 2633810"/>
              <a:gd name="connsiteX21" fmla="*/ 165895 w 3217557"/>
              <a:gd name="connsiteY21" fmla="*/ 2633810 h 2633810"/>
              <a:gd name="connsiteX22" fmla="*/ 1294529 w 3217557"/>
              <a:gd name="connsiteY22" fmla="*/ 2282925 h 2633810"/>
              <a:gd name="connsiteX23" fmla="*/ 2117356 w 3217557"/>
              <a:gd name="connsiteY23" fmla="*/ 2282925 h 2633810"/>
              <a:gd name="connsiteX24" fmla="*/ 2418395 w 3217557"/>
              <a:gd name="connsiteY24" fmla="*/ 2087951 h 2633810"/>
              <a:gd name="connsiteX25" fmla="*/ 1830857 w 3217557"/>
              <a:gd name="connsiteY25" fmla="*/ 1799347 h 2633810"/>
              <a:gd name="connsiteX26" fmla="*/ 1008030 w 3217557"/>
              <a:gd name="connsiteY26" fmla="*/ 1799347 h 2633810"/>
              <a:gd name="connsiteX27" fmla="*/ 677114 w 3217557"/>
              <a:gd name="connsiteY27" fmla="*/ 1468431 h 2633810"/>
              <a:gd name="connsiteX28" fmla="*/ 677114 w 3217557"/>
              <a:gd name="connsiteY28" fmla="*/ 569491 h 2633810"/>
              <a:gd name="connsiteX29" fmla="*/ 2886641 w 3217557"/>
              <a:gd name="connsiteY29" fmla="*/ 0 h 2633810"/>
              <a:gd name="connsiteX30" fmla="*/ 1100201 w 3217557"/>
              <a:gd name="connsiteY30" fmla="*/ 0 h 2633810"/>
              <a:gd name="connsiteX31" fmla="*/ 769285 w 3217557"/>
              <a:gd name="connsiteY31" fmla="*/ 330916 h 2633810"/>
              <a:gd name="connsiteX32" fmla="*/ 769285 w 3217557"/>
              <a:gd name="connsiteY32" fmla="*/ 1382518 h 2633810"/>
              <a:gd name="connsiteX33" fmla="*/ 1100201 w 3217557"/>
              <a:gd name="connsiteY33" fmla="*/ 1713434 h 2633810"/>
              <a:gd name="connsiteX34" fmla="*/ 1923028 w 3217557"/>
              <a:gd name="connsiteY34" fmla="*/ 1713434 h 2633810"/>
              <a:gd name="connsiteX35" fmla="*/ 3078958 w 3217557"/>
              <a:gd name="connsiteY35" fmla="*/ 2077967 h 2633810"/>
              <a:gd name="connsiteX36" fmla="*/ 2505887 w 3217557"/>
              <a:gd name="connsiteY36" fmla="*/ 1713434 h 2633810"/>
              <a:gd name="connsiteX37" fmla="*/ 2886641 w 3217557"/>
              <a:gd name="connsiteY37" fmla="*/ 1713434 h 2633810"/>
              <a:gd name="connsiteX38" fmla="*/ 3217557 w 3217557"/>
              <a:gd name="connsiteY38" fmla="*/ 1382518 h 2633810"/>
              <a:gd name="connsiteX39" fmla="*/ 3217557 w 3217557"/>
              <a:gd name="connsiteY39" fmla="*/ 330916 h 2633810"/>
              <a:gd name="connsiteX40" fmla="*/ 2886641 w 3217557"/>
              <a:gd name="connsiteY40" fmla="*/ 0 h 2633810"/>
              <a:gd name="connsiteX0" fmla="*/ 1384251 w 3217557"/>
              <a:gd name="connsiteY0" fmla="*/ 661544 h 2633810"/>
              <a:gd name="connsiteX1" fmla="*/ 1574067 w 3217557"/>
              <a:gd name="connsiteY1" fmla="*/ 851360 h 2633810"/>
              <a:gd name="connsiteX2" fmla="*/ 1384251 w 3217557"/>
              <a:gd name="connsiteY2" fmla="*/ 1041176 h 2633810"/>
              <a:gd name="connsiteX3" fmla="*/ 1194435 w 3217557"/>
              <a:gd name="connsiteY3" fmla="*/ 851360 h 2633810"/>
              <a:gd name="connsiteX4" fmla="*/ 1384251 w 3217557"/>
              <a:gd name="connsiteY4" fmla="*/ 661544 h 2633810"/>
              <a:gd name="connsiteX5" fmla="*/ 1993421 w 3217557"/>
              <a:gd name="connsiteY5" fmla="*/ 661544 h 2633810"/>
              <a:gd name="connsiteX6" fmla="*/ 2183237 w 3217557"/>
              <a:gd name="connsiteY6" fmla="*/ 851360 h 2633810"/>
              <a:gd name="connsiteX7" fmla="*/ 1993421 w 3217557"/>
              <a:gd name="connsiteY7" fmla="*/ 1041176 h 2633810"/>
              <a:gd name="connsiteX8" fmla="*/ 1803605 w 3217557"/>
              <a:gd name="connsiteY8" fmla="*/ 851360 h 2633810"/>
              <a:gd name="connsiteX9" fmla="*/ 1993421 w 3217557"/>
              <a:gd name="connsiteY9" fmla="*/ 661544 h 2633810"/>
              <a:gd name="connsiteX10" fmla="*/ 2602591 w 3217557"/>
              <a:gd name="connsiteY10" fmla="*/ 661544 h 2633810"/>
              <a:gd name="connsiteX11" fmla="*/ 2792407 w 3217557"/>
              <a:gd name="connsiteY11" fmla="*/ 851360 h 2633810"/>
              <a:gd name="connsiteX12" fmla="*/ 2602591 w 3217557"/>
              <a:gd name="connsiteY12" fmla="*/ 1041176 h 2633810"/>
              <a:gd name="connsiteX13" fmla="*/ 2412775 w 3217557"/>
              <a:gd name="connsiteY13" fmla="*/ 851360 h 2633810"/>
              <a:gd name="connsiteX14" fmla="*/ 2602591 w 3217557"/>
              <a:gd name="connsiteY14" fmla="*/ 661544 h 2633810"/>
              <a:gd name="connsiteX15" fmla="*/ 677114 w 3217557"/>
              <a:gd name="connsiteY15" fmla="*/ 569491 h 2633810"/>
              <a:gd name="connsiteX16" fmla="*/ 330916 w 3217557"/>
              <a:gd name="connsiteY16" fmla="*/ 569491 h 2633810"/>
              <a:gd name="connsiteX17" fmla="*/ 0 w 3217557"/>
              <a:gd name="connsiteY17" fmla="*/ 900407 h 2633810"/>
              <a:gd name="connsiteX18" fmla="*/ 0 w 3217557"/>
              <a:gd name="connsiteY18" fmla="*/ 1952009 h 2633810"/>
              <a:gd name="connsiteX19" fmla="*/ 330916 w 3217557"/>
              <a:gd name="connsiteY19" fmla="*/ 2282925 h 2633810"/>
              <a:gd name="connsiteX20" fmla="*/ 711670 w 3217557"/>
              <a:gd name="connsiteY20" fmla="*/ 2282925 h 2633810"/>
              <a:gd name="connsiteX21" fmla="*/ 165895 w 3217557"/>
              <a:gd name="connsiteY21" fmla="*/ 2633810 h 2633810"/>
              <a:gd name="connsiteX22" fmla="*/ 1294529 w 3217557"/>
              <a:gd name="connsiteY22" fmla="*/ 2282925 h 2633810"/>
              <a:gd name="connsiteX23" fmla="*/ 2117356 w 3217557"/>
              <a:gd name="connsiteY23" fmla="*/ 2282925 h 2633810"/>
              <a:gd name="connsiteX24" fmla="*/ 2418395 w 3217557"/>
              <a:gd name="connsiteY24" fmla="*/ 2087951 h 2633810"/>
              <a:gd name="connsiteX25" fmla="*/ 1830857 w 3217557"/>
              <a:gd name="connsiteY25" fmla="*/ 1799347 h 2633810"/>
              <a:gd name="connsiteX26" fmla="*/ 1008030 w 3217557"/>
              <a:gd name="connsiteY26" fmla="*/ 1799347 h 2633810"/>
              <a:gd name="connsiteX27" fmla="*/ 677114 w 3217557"/>
              <a:gd name="connsiteY27" fmla="*/ 1468431 h 2633810"/>
              <a:gd name="connsiteX28" fmla="*/ 677114 w 3217557"/>
              <a:gd name="connsiteY28" fmla="*/ 569491 h 2633810"/>
              <a:gd name="connsiteX29" fmla="*/ 2886641 w 3217557"/>
              <a:gd name="connsiteY29" fmla="*/ 0 h 2633810"/>
              <a:gd name="connsiteX30" fmla="*/ 1100201 w 3217557"/>
              <a:gd name="connsiteY30" fmla="*/ 0 h 2633810"/>
              <a:gd name="connsiteX31" fmla="*/ 769285 w 3217557"/>
              <a:gd name="connsiteY31" fmla="*/ 330916 h 2633810"/>
              <a:gd name="connsiteX32" fmla="*/ 769285 w 3217557"/>
              <a:gd name="connsiteY32" fmla="*/ 1382518 h 2633810"/>
              <a:gd name="connsiteX33" fmla="*/ 1100201 w 3217557"/>
              <a:gd name="connsiteY33" fmla="*/ 1713434 h 2633810"/>
              <a:gd name="connsiteX34" fmla="*/ 1923028 w 3217557"/>
              <a:gd name="connsiteY34" fmla="*/ 1713434 h 2633810"/>
              <a:gd name="connsiteX35" fmla="*/ 3078958 w 3217557"/>
              <a:gd name="connsiteY35" fmla="*/ 2077967 h 2633810"/>
              <a:gd name="connsiteX36" fmla="*/ 2505887 w 3217557"/>
              <a:gd name="connsiteY36" fmla="*/ 1713434 h 2633810"/>
              <a:gd name="connsiteX37" fmla="*/ 2886641 w 3217557"/>
              <a:gd name="connsiteY37" fmla="*/ 1713434 h 2633810"/>
              <a:gd name="connsiteX38" fmla="*/ 3217557 w 3217557"/>
              <a:gd name="connsiteY38" fmla="*/ 1382518 h 2633810"/>
              <a:gd name="connsiteX39" fmla="*/ 3217557 w 3217557"/>
              <a:gd name="connsiteY39" fmla="*/ 330916 h 2633810"/>
              <a:gd name="connsiteX40" fmla="*/ 2886641 w 3217557"/>
              <a:gd name="connsiteY40" fmla="*/ 0 h 2633810"/>
              <a:gd name="connsiteX0" fmla="*/ 1384251 w 3217557"/>
              <a:gd name="connsiteY0" fmla="*/ 661544 h 2654282"/>
              <a:gd name="connsiteX1" fmla="*/ 1574067 w 3217557"/>
              <a:gd name="connsiteY1" fmla="*/ 851360 h 2654282"/>
              <a:gd name="connsiteX2" fmla="*/ 1384251 w 3217557"/>
              <a:gd name="connsiteY2" fmla="*/ 1041176 h 2654282"/>
              <a:gd name="connsiteX3" fmla="*/ 1194435 w 3217557"/>
              <a:gd name="connsiteY3" fmla="*/ 851360 h 2654282"/>
              <a:gd name="connsiteX4" fmla="*/ 1384251 w 3217557"/>
              <a:gd name="connsiteY4" fmla="*/ 661544 h 2654282"/>
              <a:gd name="connsiteX5" fmla="*/ 1993421 w 3217557"/>
              <a:gd name="connsiteY5" fmla="*/ 661544 h 2654282"/>
              <a:gd name="connsiteX6" fmla="*/ 2183237 w 3217557"/>
              <a:gd name="connsiteY6" fmla="*/ 851360 h 2654282"/>
              <a:gd name="connsiteX7" fmla="*/ 1993421 w 3217557"/>
              <a:gd name="connsiteY7" fmla="*/ 1041176 h 2654282"/>
              <a:gd name="connsiteX8" fmla="*/ 1803605 w 3217557"/>
              <a:gd name="connsiteY8" fmla="*/ 851360 h 2654282"/>
              <a:gd name="connsiteX9" fmla="*/ 1993421 w 3217557"/>
              <a:gd name="connsiteY9" fmla="*/ 661544 h 2654282"/>
              <a:gd name="connsiteX10" fmla="*/ 2602591 w 3217557"/>
              <a:gd name="connsiteY10" fmla="*/ 661544 h 2654282"/>
              <a:gd name="connsiteX11" fmla="*/ 2792407 w 3217557"/>
              <a:gd name="connsiteY11" fmla="*/ 851360 h 2654282"/>
              <a:gd name="connsiteX12" fmla="*/ 2602591 w 3217557"/>
              <a:gd name="connsiteY12" fmla="*/ 1041176 h 2654282"/>
              <a:gd name="connsiteX13" fmla="*/ 2412775 w 3217557"/>
              <a:gd name="connsiteY13" fmla="*/ 851360 h 2654282"/>
              <a:gd name="connsiteX14" fmla="*/ 2602591 w 3217557"/>
              <a:gd name="connsiteY14" fmla="*/ 661544 h 2654282"/>
              <a:gd name="connsiteX15" fmla="*/ 677114 w 3217557"/>
              <a:gd name="connsiteY15" fmla="*/ 569491 h 2654282"/>
              <a:gd name="connsiteX16" fmla="*/ 330916 w 3217557"/>
              <a:gd name="connsiteY16" fmla="*/ 569491 h 2654282"/>
              <a:gd name="connsiteX17" fmla="*/ 0 w 3217557"/>
              <a:gd name="connsiteY17" fmla="*/ 900407 h 2654282"/>
              <a:gd name="connsiteX18" fmla="*/ 0 w 3217557"/>
              <a:gd name="connsiteY18" fmla="*/ 1952009 h 2654282"/>
              <a:gd name="connsiteX19" fmla="*/ 330916 w 3217557"/>
              <a:gd name="connsiteY19" fmla="*/ 2282925 h 2654282"/>
              <a:gd name="connsiteX20" fmla="*/ 711670 w 3217557"/>
              <a:gd name="connsiteY20" fmla="*/ 2282925 h 2654282"/>
              <a:gd name="connsiteX21" fmla="*/ 275077 w 3217557"/>
              <a:gd name="connsiteY21" fmla="*/ 2654282 h 2654282"/>
              <a:gd name="connsiteX22" fmla="*/ 1294529 w 3217557"/>
              <a:gd name="connsiteY22" fmla="*/ 2282925 h 2654282"/>
              <a:gd name="connsiteX23" fmla="*/ 2117356 w 3217557"/>
              <a:gd name="connsiteY23" fmla="*/ 2282925 h 2654282"/>
              <a:gd name="connsiteX24" fmla="*/ 2418395 w 3217557"/>
              <a:gd name="connsiteY24" fmla="*/ 2087951 h 2654282"/>
              <a:gd name="connsiteX25" fmla="*/ 1830857 w 3217557"/>
              <a:gd name="connsiteY25" fmla="*/ 1799347 h 2654282"/>
              <a:gd name="connsiteX26" fmla="*/ 1008030 w 3217557"/>
              <a:gd name="connsiteY26" fmla="*/ 1799347 h 2654282"/>
              <a:gd name="connsiteX27" fmla="*/ 677114 w 3217557"/>
              <a:gd name="connsiteY27" fmla="*/ 1468431 h 2654282"/>
              <a:gd name="connsiteX28" fmla="*/ 677114 w 3217557"/>
              <a:gd name="connsiteY28" fmla="*/ 569491 h 2654282"/>
              <a:gd name="connsiteX29" fmla="*/ 2886641 w 3217557"/>
              <a:gd name="connsiteY29" fmla="*/ 0 h 2654282"/>
              <a:gd name="connsiteX30" fmla="*/ 1100201 w 3217557"/>
              <a:gd name="connsiteY30" fmla="*/ 0 h 2654282"/>
              <a:gd name="connsiteX31" fmla="*/ 769285 w 3217557"/>
              <a:gd name="connsiteY31" fmla="*/ 330916 h 2654282"/>
              <a:gd name="connsiteX32" fmla="*/ 769285 w 3217557"/>
              <a:gd name="connsiteY32" fmla="*/ 1382518 h 2654282"/>
              <a:gd name="connsiteX33" fmla="*/ 1100201 w 3217557"/>
              <a:gd name="connsiteY33" fmla="*/ 1713434 h 2654282"/>
              <a:gd name="connsiteX34" fmla="*/ 1923028 w 3217557"/>
              <a:gd name="connsiteY34" fmla="*/ 1713434 h 2654282"/>
              <a:gd name="connsiteX35" fmla="*/ 3078958 w 3217557"/>
              <a:gd name="connsiteY35" fmla="*/ 2077967 h 2654282"/>
              <a:gd name="connsiteX36" fmla="*/ 2505887 w 3217557"/>
              <a:gd name="connsiteY36" fmla="*/ 1713434 h 2654282"/>
              <a:gd name="connsiteX37" fmla="*/ 2886641 w 3217557"/>
              <a:gd name="connsiteY37" fmla="*/ 1713434 h 2654282"/>
              <a:gd name="connsiteX38" fmla="*/ 3217557 w 3217557"/>
              <a:gd name="connsiteY38" fmla="*/ 1382518 h 2654282"/>
              <a:gd name="connsiteX39" fmla="*/ 3217557 w 3217557"/>
              <a:gd name="connsiteY39" fmla="*/ 330916 h 2654282"/>
              <a:gd name="connsiteX40" fmla="*/ 2886641 w 3217557"/>
              <a:gd name="connsiteY40" fmla="*/ 0 h 2654282"/>
              <a:gd name="connsiteX0" fmla="*/ 1384251 w 3217557"/>
              <a:gd name="connsiteY0" fmla="*/ 661544 h 2654282"/>
              <a:gd name="connsiteX1" fmla="*/ 1574067 w 3217557"/>
              <a:gd name="connsiteY1" fmla="*/ 851360 h 2654282"/>
              <a:gd name="connsiteX2" fmla="*/ 1384251 w 3217557"/>
              <a:gd name="connsiteY2" fmla="*/ 1041176 h 2654282"/>
              <a:gd name="connsiteX3" fmla="*/ 1194435 w 3217557"/>
              <a:gd name="connsiteY3" fmla="*/ 851360 h 2654282"/>
              <a:gd name="connsiteX4" fmla="*/ 1384251 w 3217557"/>
              <a:gd name="connsiteY4" fmla="*/ 661544 h 2654282"/>
              <a:gd name="connsiteX5" fmla="*/ 1993421 w 3217557"/>
              <a:gd name="connsiteY5" fmla="*/ 661544 h 2654282"/>
              <a:gd name="connsiteX6" fmla="*/ 2183237 w 3217557"/>
              <a:gd name="connsiteY6" fmla="*/ 851360 h 2654282"/>
              <a:gd name="connsiteX7" fmla="*/ 1993421 w 3217557"/>
              <a:gd name="connsiteY7" fmla="*/ 1041176 h 2654282"/>
              <a:gd name="connsiteX8" fmla="*/ 1803605 w 3217557"/>
              <a:gd name="connsiteY8" fmla="*/ 851360 h 2654282"/>
              <a:gd name="connsiteX9" fmla="*/ 1993421 w 3217557"/>
              <a:gd name="connsiteY9" fmla="*/ 661544 h 2654282"/>
              <a:gd name="connsiteX10" fmla="*/ 2602591 w 3217557"/>
              <a:gd name="connsiteY10" fmla="*/ 661544 h 2654282"/>
              <a:gd name="connsiteX11" fmla="*/ 2792407 w 3217557"/>
              <a:gd name="connsiteY11" fmla="*/ 851360 h 2654282"/>
              <a:gd name="connsiteX12" fmla="*/ 2602591 w 3217557"/>
              <a:gd name="connsiteY12" fmla="*/ 1041176 h 2654282"/>
              <a:gd name="connsiteX13" fmla="*/ 2412775 w 3217557"/>
              <a:gd name="connsiteY13" fmla="*/ 851360 h 2654282"/>
              <a:gd name="connsiteX14" fmla="*/ 2602591 w 3217557"/>
              <a:gd name="connsiteY14" fmla="*/ 661544 h 2654282"/>
              <a:gd name="connsiteX15" fmla="*/ 677114 w 3217557"/>
              <a:gd name="connsiteY15" fmla="*/ 569491 h 2654282"/>
              <a:gd name="connsiteX16" fmla="*/ 330916 w 3217557"/>
              <a:gd name="connsiteY16" fmla="*/ 569491 h 2654282"/>
              <a:gd name="connsiteX17" fmla="*/ 0 w 3217557"/>
              <a:gd name="connsiteY17" fmla="*/ 900407 h 2654282"/>
              <a:gd name="connsiteX18" fmla="*/ 0 w 3217557"/>
              <a:gd name="connsiteY18" fmla="*/ 1952009 h 2654282"/>
              <a:gd name="connsiteX19" fmla="*/ 330916 w 3217557"/>
              <a:gd name="connsiteY19" fmla="*/ 2282925 h 2654282"/>
              <a:gd name="connsiteX20" fmla="*/ 711670 w 3217557"/>
              <a:gd name="connsiteY20" fmla="*/ 2282925 h 2654282"/>
              <a:gd name="connsiteX21" fmla="*/ 275077 w 3217557"/>
              <a:gd name="connsiteY21" fmla="*/ 2654282 h 2654282"/>
              <a:gd name="connsiteX22" fmla="*/ 1294529 w 3217557"/>
              <a:gd name="connsiteY22" fmla="*/ 2282925 h 2654282"/>
              <a:gd name="connsiteX23" fmla="*/ 2117356 w 3217557"/>
              <a:gd name="connsiteY23" fmla="*/ 2282925 h 2654282"/>
              <a:gd name="connsiteX24" fmla="*/ 2418395 w 3217557"/>
              <a:gd name="connsiteY24" fmla="*/ 2087951 h 2654282"/>
              <a:gd name="connsiteX25" fmla="*/ 1830857 w 3217557"/>
              <a:gd name="connsiteY25" fmla="*/ 1799347 h 2654282"/>
              <a:gd name="connsiteX26" fmla="*/ 1008030 w 3217557"/>
              <a:gd name="connsiteY26" fmla="*/ 1799347 h 2654282"/>
              <a:gd name="connsiteX27" fmla="*/ 677114 w 3217557"/>
              <a:gd name="connsiteY27" fmla="*/ 1468431 h 2654282"/>
              <a:gd name="connsiteX28" fmla="*/ 677114 w 3217557"/>
              <a:gd name="connsiteY28" fmla="*/ 569491 h 2654282"/>
              <a:gd name="connsiteX29" fmla="*/ 2886641 w 3217557"/>
              <a:gd name="connsiteY29" fmla="*/ 0 h 2654282"/>
              <a:gd name="connsiteX30" fmla="*/ 1100201 w 3217557"/>
              <a:gd name="connsiteY30" fmla="*/ 0 h 2654282"/>
              <a:gd name="connsiteX31" fmla="*/ 769285 w 3217557"/>
              <a:gd name="connsiteY31" fmla="*/ 330916 h 2654282"/>
              <a:gd name="connsiteX32" fmla="*/ 769285 w 3217557"/>
              <a:gd name="connsiteY32" fmla="*/ 1382518 h 2654282"/>
              <a:gd name="connsiteX33" fmla="*/ 1100201 w 3217557"/>
              <a:gd name="connsiteY33" fmla="*/ 1713434 h 2654282"/>
              <a:gd name="connsiteX34" fmla="*/ 1923028 w 3217557"/>
              <a:gd name="connsiteY34" fmla="*/ 1713434 h 2654282"/>
              <a:gd name="connsiteX35" fmla="*/ 3078958 w 3217557"/>
              <a:gd name="connsiteY35" fmla="*/ 2077967 h 2654282"/>
              <a:gd name="connsiteX36" fmla="*/ 2505887 w 3217557"/>
              <a:gd name="connsiteY36" fmla="*/ 1713434 h 2654282"/>
              <a:gd name="connsiteX37" fmla="*/ 2886641 w 3217557"/>
              <a:gd name="connsiteY37" fmla="*/ 1713434 h 2654282"/>
              <a:gd name="connsiteX38" fmla="*/ 3217557 w 3217557"/>
              <a:gd name="connsiteY38" fmla="*/ 1382518 h 2654282"/>
              <a:gd name="connsiteX39" fmla="*/ 3217557 w 3217557"/>
              <a:gd name="connsiteY39" fmla="*/ 330916 h 2654282"/>
              <a:gd name="connsiteX40" fmla="*/ 2886641 w 3217557"/>
              <a:gd name="connsiteY40" fmla="*/ 0 h 2654282"/>
              <a:gd name="connsiteX0" fmla="*/ 1384251 w 3217557"/>
              <a:gd name="connsiteY0" fmla="*/ 661544 h 2654282"/>
              <a:gd name="connsiteX1" fmla="*/ 1574067 w 3217557"/>
              <a:gd name="connsiteY1" fmla="*/ 851360 h 2654282"/>
              <a:gd name="connsiteX2" fmla="*/ 1384251 w 3217557"/>
              <a:gd name="connsiteY2" fmla="*/ 1041176 h 2654282"/>
              <a:gd name="connsiteX3" fmla="*/ 1194435 w 3217557"/>
              <a:gd name="connsiteY3" fmla="*/ 851360 h 2654282"/>
              <a:gd name="connsiteX4" fmla="*/ 1384251 w 3217557"/>
              <a:gd name="connsiteY4" fmla="*/ 661544 h 2654282"/>
              <a:gd name="connsiteX5" fmla="*/ 1993421 w 3217557"/>
              <a:gd name="connsiteY5" fmla="*/ 661544 h 2654282"/>
              <a:gd name="connsiteX6" fmla="*/ 2183237 w 3217557"/>
              <a:gd name="connsiteY6" fmla="*/ 851360 h 2654282"/>
              <a:gd name="connsiteX7" fmla="*/ 1993421 w 3217557"/>
              <a:gd name="connsiteY7" fmla="*/ 1041176 h 2654282"/>
              <a:gd name="connsiteX8" fmla="*/ 1803605 w 3217557"/>
              <a:gd name="connsiteY8" fmla="*/ 851360 h 2654282"/>
              <a:gd name="connsiteX9" fmla="*/ 1993421 w 3217557"/>
              <a:gd name="connsiteY9" fmla="*/ 661544 h 2654282"/>
              <a:gd name="connsiteX10" fmla="*/ 2602591 w 3217557"/>
              <a:gd name="connsiteY10" fmla="*/ 661544 h 2654282"/>
              <a:gd name="connsiteX11" fmla="*/ 2792407 w 3217557"/>
              <a:gd name="connsiteY11" fmla="*/ 851360 h 2654282"/>
              <a:gd name="connsiteX12" fmla="*/ 2602591 w 3217557"/>
              <a:gd name="connsiteY12" fmla="*/ 1041176 h 2654282"/>
              <a:gd name="connsiteX13" fmla="*/ 2412775 w 3217557"/>
              <a:gd name="connsiteY13" fmla="*/ 851360 h 2654282"/>
              <a:gd name="connsiteX14" fmla="*/ 2602591 w 3217557"/>
              <a:gd name="connsiteY14" fmla="*/ 661544 h 2654282"/>
              <a:gd name="connsiteX15" fmla="*/ 677114 w 3217557"/>
              <a:gd name="connsiteY15" fmla="*/ 569491 h 2654282"/>
              <a:gd name="connsiteX16" fmla="*/ 330916 w 3217557"/>
              <a:gd name="connsiteY16" fmla="*/ 569491 h 2654282"/>
              <a:gd name="connsiteX17" fmla="*/ 0 w 3217557"/>
              <a:gd name="connsiteY17" fmla="*/ 900407 h 2654282"/>
              <a:gd name="connsiteX18" fmla="*/ 0 w 3217557"/>
              <a:gd name="connsiteY18" fmla="*/ 1952009 h 2654282"/>
              <a:gd name="connsiteX19" fmla="*/ 330916 w 3217557"/>
              <a:gd name="connsiteY19" fmla="*/ 2282925 h 2654282"/>
              <a:gd name="connsiteX20" fmla="*/ 711670 w 3217557"/>
              <a:gd name="connsiteY20" fmla="*/ 2282925 h 2654282"/>
              <a:gd name="connsiteX21" fmla="*/ 275077 w 3217557"/>
              <a:gd name="connsiteY21" fmla="*/ 2654282 h 2654282"/>
              <a:gd name="connsiteX22" fmla="*/ 1294529 w 3217557"/>
              <a:gd name="connsiteY22" fmla="*/ 2282925 h 2654282"/>
              <a:gd name="connsiteX23" fmla="*/ 2117356 w 3217557"/>
              <a:gd name="connsiteY23" fmla="*/ 2282925 h 2654282"/>
              <a:gd name="connsiteX24" fmla="*/ 2418395 w 3217557"/>
              <a:gd name="connsiteY24" fmla="*/ 2087951 h 2654282"/>
              <a:gd name="connsiteX25" fmla="*/ 1830857 w 3217557"/>
              <a:gd name="connsiteY25" fmla="*/ 1799347 h 2654282"/>
              <a:gd name="connsiteX26" fmla="*/ 1008030 w 3217557"/>
              <a:gd name="connsiteY26" fmla="*/ 1799347 h 2654282"/>
              <a:gd name="connsiteX27" fmla="*/ 677114 w 3217557"/>
              <a:gd name="connsiteY27" fmla="*/ 1468431 h 2654282"/>
              <a:gd name="connsiteX28" fmla="*/ 677114 w 3217557"/>
              <a:gd name="connsiteY28" fmla="*/ 569491 h 2654282"/>
              <a:gd name="connsiteX29" fmla="*/ 2886641 w 3217557"/>
              <a:gd name="connsiteY29" fmla="*/ 0 h 2654282"/>
              <a:gd name="connsiteX30" fmla="*/ 1100201 w 3217557"/>
              <a:gd name="connsiteY30" fmla="*/ 0 h 2654282"/>
              <a:gd name="connsiteX31" fmla="*/ 769285 w 3217557"/>
              <a:gd name="connsiteY31" fmla="*/ 330916 h 2654282"/>
              <a:gd name="connsiteX32" fmla="*/ 769285 w 3217557"/>
              <a:gd name="connsiteY32" fmla="*/ 1382518 h 2654282"/>
              <a:gd name="connsiteX33" fmla="*/ 1100201 w 3217557"/>
              <a:gd name="connsiteY33" fmla="*/ 1713434 h 2654282"/>
              <a:gd name="connsiteX34" fmla="*/ 1923028 w 3217557"/>
              <a:gd name="connsiteY34" fmla="*/ 1713434 h 2654282"/>
              <a:gd name="connsiteX35" fmla="*/ 3078958 w 3217557"/>
              <a:gd name="connsiteY35" fmla="*/ 2077967 h 2654282"/>
              <a:gd name="connsiteX36" fmla="*/ 2505887 w 3217557"/>
              <a:gd name="connsiteY36" fmla="*/ 1713434 h 2654282"/>
              <a:gd name="connsiteX37" fmla="*/ 2886641 w 3217557"/>
              <a:gd name="connsiteY37" fmla="*/ 1713434 h 2654282"/>
              <a:gd name="connsiteX38" fmla="*/ 3217557 w 3217557"/>
              <a:gd name="connsiteY38" fmla="*/ 1382518 h 2654282"/>
              <a:gd name="connsiteX39" fmla="*/ 3217557 w 3217557"/>
              <a:gd name="connsiteY39" fmla="*/ 330916 h 2654282"/>
              <a:gd name="connsiteX40" fmla="*/ 2886641 w 3217557"/>
              <a:gd name="connsiteY40" fmla="*/ 0 h 2654282"/>
              <a:gd name="connsiteX0" fmla="*/ 1384251 w 3217557"/>
              <a:gd name="connsiteY0" fmla="*/ 661544 h 2654282"/>
              <a:gd name="connsiteX1" fmla="*/ 1574067 w 3217557"/>
              <a:gd name="connsiteY1" fmla="*/ 851360 h 2654282"/>
              <a:gd name="connsiteX2" fmla="*/ 1384251 w 3217557"/>
              <a:gd name="connsiteY2" fmla="*/ 1041176 h 2654282"/>
              <a:gd name="connsiteX3" fmla="*/ 1194435 w 3217557"/>
              <a:gd name="connsiteY3" fmla="*/ 851360 h 2654282"/>
              <a:gd name="connsiteX4" fmla="*/ 1384251 w 3217557"/>
              <a:gd name="connsiteY4" fmla="*/ 661544 h 2654282"/>
              <a:gd name="connsiteX5" fmla="*/ 1993421 w 3217557"/>
              <a:gd name="connsiteY5" fmla="*/ 661544 h 2654282"/>
              <a:gd name="connsiteX6" fmla="*/ 2183237 w 3217557"/>
              <a:gd name="connsiteY6" fmla="*/ 851360 h 2654282"/>
              <a:gd name="connsiteX7" fmla="*/ 1993421 w 3217557"/>
              <a:gd name="connsiteY7" fmla="*/ 1041176 h 2654282"/>
              <a:gd name="connsiteX8" fmla="*/ 1803605 w 3217557"/>
              <a:gd name="connsiteY8" fmla="*/ 851360 h 2654282"/>
              <a:gd name="connsiteX9" fmla="*/ 1993421 w 3217557"/>
              <a:gd name="connsiteY9" fmla="*/ 661544 h 2654282"/>
              <a:gd name="connsiteX10" fmla="*/ 2602591 w 3217557"/>
              <a:gd name="connsiteY10" fmla="*/ 661544 h 2654282"/>
              <a:gd name="connsiteX11" fmla="*/ 2792407 w 3217557"/>
              <a:gd name="connsiteY11" fmla="*/ 851360 h 2654282"/>
              <a:gd name="connsiteX12" fmla="*/ 2602591 w 3217557"/>
              <a:gd name="connsiteY12" fmla="*/ 1041176 h 2654282"/>
              <a:gd name="connsiteX13" fmla="*/ 2412775 w 3217557"/>
              <a:gd name="connsiteY13" fmla="*/ 851360 h 2654282"/>
              <a:gd name="connsiteX14" fmla="*/ 2602591 w 3217557"/>
              <a:gd name="connsiteY14" fmla="*/ 661544 h 2654282"/>
              <a:gd name="connsiteX15" fmla="*/ 677114 w 3217557"/>
              <a:gd name="connsiteY15" fmla="*/ 569491 h 2654282"/>
              <a:gd name="connsiteX16" fmla="*/ 330916 w 3217557"/>
              <a:gd name="connsiteY16" fmla="*/ 569491 h 2654282"/>
              <a:gd name="connsiteX17" fmla="*/ 0 w 3217557"/>
              <a:gd name="connsiteY17" fmla="*/ 900407 h 2654282"/>
              <a:gd name="connsiteX18" fmla="*/ 0 w 3217557"/>
              <a:gd name="connsiteY18" fmla="*/ 1952009 h 2654282"/>
              <a:gd name="connsiteX19" fmla="*/ 330916 w 3217557"/>
              <a:gd name="connsiteY19" fmla="*/ 2282925 h 2654282"/>
              <a:gd name="connsiteX20" fmla="*/ 711670 w 3217557"/>
              <a:gd name="connsiteY20" fmla="*/ 2282925 h 2654282"/>
              <a:gd name="connsiteX21" fmla="*/ 275077 w 3217557"/>
              <a:gd name="connsiteY21" fmla="*/ 2654282 h 2654282"/>
              <a:gd name="connsiteX22" fmla="*/ 1294529 w 3217557"/>
              <a:gd name="connsiteY22" fmla="*/ 2282925 h 2654282"/>
              <a:gd name="connsiteX23" fmla="*/ 2117356 w 3217557"/>
              <a:gd name="connsiteY23" fmla="*/ 2282925 h 2654282"/>
              <a:gd name="connsiteX24" fmla="*/ 2418395 w 3217557"/>
              <a:gd name="connsiteY24" fmla="*/ 2087951 h 2654282"/>
              <a:gd name="connsiteX25" fmla="*/ 1830857 w 3217557"/>
              <a:gd name="connsiteY25" fmla="*/ 1799347 h 2654282"/>
              <a:gd name="connsiteX26" fmla="*/ 1008030 w 3217557"/>
              <a:gd name="connsiteY26" fmla="*/ 1799347 h 2654282"/>
              <a:gd name="connsiteX27" fmla="*/ 677114 w 3217557"/>
              <a:gd name="connsiteY27" fmla="*/ 1468431 h 2654282"/>
              <a:gd name="connsiteX28" fmla="*/ 677114 w 3217557"/>
              <a:gd name="connsiteY28" fmla="*/ 569491 h 2654282"/>
              <a:gd name="connsiteX29" fmla="*/ 2886641 w 3217557"/>
              <a:gd name="connsiteY29" fmla="*/ 0 h 2654282"/>
              <a:gd name="connsiteX30" fmla="*/ 1100201 w 3217557"/>
              <a:gd name="connsiteY30" fmla="*/ 0 h 2654282"/>
              <a:gd name="connsiteX31" fmla="*/ 769285 w 3217557"/>
              <a:gd name="connsiteY31" fmla="*/ 330916 h 2654282"/>
              <a:gd name="connsiteX32" fmla="*/ 769285 w 3217557"/>
              <a:gd name="connsiteY32" fmla="*/ 1382518 h 2654282"/>
              <a:gd name="connsiteX33" fmla="*/ 1100201 w 3217557"/>
              <a:gd name="connsiteY33" fmla="*/ 1713434 h 2654282"/>
              <a:gd name="connsiteX34" fmla="*/ 1923028 w 3217557"/>
              <a:gd name="connsiteY34" fmla="*/ 1713434 h 2654282"/>
              <a:gd name="connsiteX35" fmla="*/ 3078958 w 3217557"/>
              <a:gd name="connsiteY35" fmla="*/ 2077967 h 2654282"/>
              <a:gd name="connsiteX36" fmla="*/ 2505887 w 3217557"/>
              <a:gd name="connsiteY36" fmla="*/ 1713434 h 2654282"/>
              <a:gd name="connsiteX37" fmla="*/ 2886641 w 3217557"/>
              <a:gd name="connsiteY37" fmla="*/ 1713434 h 2654282"/>
              <a:gd name="connsiteX38" fmla="*/ 3217557 w 3217557"/>
              <a:gd name="connsiteY38" fmla="*/ 1382518 h 2654282"/>
              <a:gd name="connsiteX39" fmla="*/ 3217557 w 3217557"/>
              <a:gd name="connsiteY39" fmla="*/ 330916 h 2654282"/>
              <a:gd name="connsiteX40" fmla="*/ 2886641 w 3217557"/>
              <a:gd name="connsiteY40" fmla="*/ 0 h 2654282"/>
              <a:gd name="connsiteX0" fmla="*/ 1384251 w 3217557"/>
              <a:gd name="connsiteY0" fmla="*/ 661544 h 2654282"/>
              <a:gd name="connsiteX1" fmla="*/ 1574067 w 3217557"/>
              <a:gd name="connsiteY1" fmla="*/ 851360 h 2654282"/>
              <a:gd name="connsiteX2" fmla="*/ 1384251 w 3217557"/>
              <a:gd name="connsiteY2" fmla="*/ 1041176 h 2654282"/>
              <a:gd name="connsiteX3" fmla="*/ 1194435 w 3217557"/>
              <a:gd name="connsiteY3" fmla="*/ 851360 h 2654282"/>
              <a:gd name="connsiteX4" fmla="*/ 1384251 w 3217557"/>
              <a:gd name="connsiteY4" fmla="*/ 661544 h 2654282"/>
              <a:gd name="connsiteX5" fmla="*/ 1993421 w 3217557"/>
              <a:gd name="connsiteY5" fmla="*/ 661544 h 2654282"/>
              <a:gd name="connsiteX6" fmla="*/ 2183237 w 3217557"/>
              <a:gd name="connsiteY6" fmla="*/ 851360 h 2654282"/>
              <a:gd name="connsiteX7" fmla="*/ 1993421 w 3217557"/>
              <a:gd name="connsiteY7" fmla="*/ 1041176 h 2654282"/>
              <a:gd name="connsiteX8" fmla="*/ 1803605 w 3217557"/>
              <a:gd name="connsiteY8" fmla="*/ 851360 h 2654282"/>
              <a:gd name="connsiteX9" fmla="*/ 1993421 w 3217557"/>
              <a:gd name="connsiteY9" fmla="*/ 661544 h 2654282"/>
              <a:gd name="connsiteX10" fmla="*/ 2602591 w 3217557"/>
              <a:gd name="connsiteY10" fmla="*/ 661544 h 2654282"/>
              <a:gd name="connsiteX11" fmla="*/ 2792407 w 3217557"/>
              <a:gd name="connsiteY11" fmla="*/ 851360 h 2654282"/>
              <a:gd name="connsiteX12" fmla="*/ 2602591 w 3217557"/>
              <a:gd name="connsiteY12" fmla="*/ 1041176 h 2654282"/>
              <a:gd name="connsiteX13" fmla="*/ 2412775 w 3217557"/>
              <a:gd name="connsiteY13" fmla="*/ 851360 h 2654282"/>
              <a:gd name="connsiteX14" fmla="*/ 2602591 w 3217557"/>
              <a:gd name="connsiteY14" fmla="*/ 661544 h 2654282"/>
              <a:gd name="connsiteX15" fmla="*/ 677114 w 3217557"/>
              <a:gd name="connsiteY15" fmla="*/ 569491 h 2654282"/>
              <a:gd name="connsiteX16" fmla="*/ 330916 w 3217557"/>
              <a:gd name="connsiteY16" fmla="*/ 569491 h 2654282"/>
              <a:gd name="connsiteX17" fmla="*/ 0 w 3217557"/>
              <a:gd name="connsiteY17" fmla="*/ 900407 h 2654282"/>
              <a:gd name="connsiteX18" fmla="*/ 0 w 3217557"/>
              <a:gd name="connsiteY18" fmla="*/ 1952009 h 2654282"/>
              <a:gd name="connsiteX19" fmla="*/ 330916 w 3217557"/>
              <a:gd name="connsiteY19" fmla="*/ 2282925 h 2654282"/>
              <a:gd name="connsiteX20" fmla="*/ 711670 w 3217557"/>
              <a:gd name="connsiteY20" fmla="*/ 2282925 h 2654282"/>
              <a:gd name="connsiteX21" fmla="*/ 275077 w 3217557"/>
              <a:gd name="connsiteY21" fmla="*/ 2654282 h 2654282"/>
              <a:gd name="connsiteX22" fmla="*/ 1294529 w 3217557"/>
              <a:gd name="connsiteY22" fmla="*/ 2282925 h 2654282"/>
              <a:gd name="connsiteX23" fmla="*/ 2117356 w 3217557"/>
              <a:gd name="connsiteY23" fmla="*/ 2282925 h 2654282"/>
              <a:gd name="connsiteX24" fmla="*/ 2418395 w 3217557"/>
              <a:gd name="connsiteY24" fmla="*/ 2087951 h 2654282"/>
              <a:gd name="connsiteX25" fmla="*/ 1830857 w 3217557"/>
              <a:gd name="connsiteY25" fmla="*/ 1799347 h 2654282"/>
              <a:gd name="connsiteX26" fmla="*/ 1008030 w 3217557"/>
              <a:gd name="connsiteY26" fmla="*/ 1799347 h 2654282"/>
              <a:gd name="connsiteX27" fmla="*/ 677114 w 3217557"/>
              <a:gd name="connsiteY27" fmla="*/ 1468431 h 2654282"/>
              <a:gd name="connsiteX28" fmla="*/ 677114 w 3217557"/>
              <a:gd name="connsiteY28" fmla="*/ 569491 h 2654282"/>
              <a:gd name="connsiteX29" fmla="*/ 2886641 w 3217557"/>
              <a:gd name="connsiteY29" fmla="*/ 0 h 2654282"/>
              <a:gd name="connsiteX30" fmla="*/ 1100201 w 3217557"/>
              <a:gd name="connsiteY30" fmla="*/ 0 h 2654282"/>
              <a:gd name="connsiteX31" fmla="*/ 769285 w 3217557"/>
              <a:gd name="connsiteY31" fmla="*/ 330916 h 2654282"/>
              <a:gd name="connsiteX32" fmla="*/ 769285 w 3217557"/>
              <a:gd name="connsiteY32" fmla="*/ 1382518 h 2654282"/>
              <a:gd name="connsiteX33" fmla="*/ 1100201 w 3217557"/>
              <a:gd name="connsiteY33" fmla="*/ 1713434 h 2654282"/>
              <a:gd name="connsiteX34" fmla="*/ 1923028 w 3217557"/>
              <a:gd name="connsiteY34" fmla="*/ 1713434 h 2654282"/>
              <a:gd name="connsiteX35" fmla="*/ 3078958 w 3217557"/>
              <a:gd name="connsiteY35" fmla="*/ 2077967 h 2654282"/>
              <a:gd name="connsiteX36" fmla="*/ 2505887 w 3217557"/>
              <a:gd name="connsiteY36" fmla="*/ 1713434 h 2654282"/>
              <a:gd name="connsiteX37" fmla="*/ 2886641 w 3217557"/>
              <a:gd name="connsiteY37" fmla="*/ 1713434 h 2654282"/>
              <a:gd name="connsiteX38" fmla="*/ 3217557 w 3217557"/>
              <a:gd name="connsiteY38" fmla="*/ 1382518 h 2654282"/>
              <a:gd name="connsiteX39" fmla="*/ 3217557 w 3217557"/>
              <a:gd name="connsiteY39" fmla="*/ 330916 h 2654282"/>
              <a:gd name="connsiteX40" fmla="*/ 2886641 w 3217557"/>
              <a:gd name="connsiteY40" fmla="*/ 0 h 26542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3217557" h="2654282">
                <a:moveTo>
                  <a:pt x="1384251" y="661544"/>
                </a:moveTo>
                <a:cubicBezTo>
                  <a:pt x="1489083" y="661544"/>
                  <a:pt x="1574067" y="746528"/>
                  <a:pt x="1574067" y="851360"/>
                </a:cubicBezTo>
                <a:cubicBezTo>
                  <a:pt x="1574067" y="956192"/>
                  <a:pt x="1489083" y="1041176"/>
                  <a:pt x="1384251" y="1041176"/>
                </a:cubicBezTo>
                <a:cubicBezTo>
                  <a:pt x="1279419" y="1041176"/>
                  <a:pt x="1194435" y="956192"/>
                  <a:pt x="1194435" y="851360"/>
                </a:cubicBezTo>
                <a:cubicBezTo>
                  <a:pt x="1194435" y="746528"/>
                  <a:pt x="1279419" y="661544"/>
                  <a:pt x="1384251" y="661544"/>
                </a:cubicBezTo>
                <a:close/>
                <a:moveTo>
                  <a:pt x="1993421" y="661544"/>
                </a:moveTo>
                <a:cubicBezTo>
                  <a:pt x="2098253" y="661544"/>
                  <a:pt x="2183237" y="746528"/>
                  <a:pt x="2183237" y="851360"/>
                </a:cubicBezTo>
                <a:cubicBezTo>
                  <a:pt x="2183237" y="956192"/>
                  <a:pt x="2098253" y="1041176"/>
                  <a:pt x="1993421" y="1041176"/>
                </a:cubicBezTo>
                <a:cubicBezTo>
                  <a:pt x="1888589" y="1041176"/>
                  <a:pt x="1803605" y="956192"/>
                  <a:pt x="1803605" y="851360"/>
                </a:cubicBezTo>
                <a:cubicBezTo>
                  <a:pt x="1803605" y="746528"/>
                  <a:pt x="1888589" y="661544"/>
                  <a:pt x="1993421" y="661544"/>
                </a:cubicBezTo>
                <a:close/>
                <a:moveTo>
                  <a:pt x="2602591" y="661544"/>
                </a:moveTo>
                <a:cubicBezTo>
                  <a:pt x="2707423" y="661544"/>
                  <a:pt x="2792407" y="746528"/>
                  <a:pt x="2792407" y="851360"/>
                </a:cubicBezTo>
                <a:cubicBezTo>
                  <a:pt x="2792407" y="956192"/>
                  <a:pt x="2707423" y="1041176"/>
                  <a:pt x="2602591" y="1041176"/>
                </a:cubicBezTo>
                <a:cubicBezTo>
                  <a:pt x="2497759" y="1041176"/>
                  <a:pt x="2412775" y="956192"/>
                  <a:pt x="2412775" y="851360"/>
                </a:cubicBezTo>
                <a:cubicBezTo>
                  <a:pt x="2412775" y="746528"/>
                  <a:pt x="2497759" y="661544"/>
                  <a:pt x="2602591" y="661544"/>
                </a:cubicBezTo>
                <a:close/>
                <a:moveTo>
                  <a:pt x="677114" y="569491"/>
                </a:moveTo>
                <a:lnTo>
                  <a:pt x="330916" y="569491"/>
                </a:lnTo>
                <a:cubicBezTo>
                  <a:pt x="148156" y="569491"/>
                  <a:pt x="0" y="717647"/>
                  <a:pt x="0" y="900407"/>
                </a:cubicBezTo>
                <a:lnTo>
                  <a:pt x="0" y="1952009"/>
                </a:lnTo>
                <a:cubicBezTo>
                  <a:pt x="0" y="2134769"/>
                  <a:pt x="148156" y="2282925"/>
                  <a:pt x="330916" y="2282925"/>
                </a:cubicBezTo>
                <a:lnTo>
                  <a:pt x="711670" y="2282925"/>
                </a:lnTo>
                <a:cubicBezTo>
                  <a:pt x="639726" y="2394386"/>
                  <a:pt x="647101" y="2475544"/>
                  <a:pt x="275077" y="2654282"/>
                </a:cubicBezTo>
                <a:cubicBezTo>
                  <a:pt x="900998" y="2583693"/>
                  <a:pt x="998412" y="2552618"/>
                  <a:pt x="1294529" y="2282925"/>
                </a:cubicBezTo>
                <a:lnTo>
                  <a:pt x="2117356" y="2282925"/>
                </a:lnTo>
                <a:cubicBezTo>
                  <a:pt x="2251554" y="2282925"/>
                  <a:pt x="2367095" y="2203043"/>
                  <a:pt x="2418395" y="2087951"/>
                </a:cubicBezTo>
                <a:cubicBezTo>
                  <a:pt x="2205538" y="2022975"/>
                  <a:pt x="2032941" y="1932583"/>
                  <a:pt x="1830857" y="1799347"/>
                </a:cubicBezTo>
                <a:lnTo>
                  <a:pt x="1008030" y="1799347"/>
                </a:lnTo>
                <a:cubicBezTo>
                  <a:pt x="825270" y="1799347"/>
                  <a:pt x="677114" y="1651191"/>
                  <a:pt x="677114" y="1468431"/>
                </a:cubicBezTo>
                <a:lnTo>
                  <a:pt x="677114" y="569491"/>
                </a:lnTo>
                <a:close/>
                <a:moveTo>
                  <a:pt x="2886641" y="0"/>
                </a:moveTo>
                <a:lnTo>
                  <a:pt x="1100201" y="0"/>
                </a:lnTo>
                <a:cubicBezTo>
                  <a:pt x="917441" y="0"/>
                  <a:pt x="769285" y="148156"/>
                  <a:pt x="769285" y="330916"/>
                </a:cubicBezTo>
                <a:lnTo>
                  <a:pt x="769285" y="1382518"/>
                </a:lnTo>
                <a:cubicBezTo>
                  <a:pt x="769285" y="1565278"/>
                  <a:pt x="917441" y="1713434"/>
                  <a:pt x="1100201" y="1713434"/>
                </a:cubicBezTo>
                <a:lnTo>
                  <a:pt x="1923028" y="1713434"/>
                </a:lnTo>
                <a:cubicBezTo>
                  <a:pt x="2301032" y="1962656"/>
                  <a:pt x="2453037" y="2007378"/>
                  <a:pt x="3078958" y="2077967"/>
                </a:cubicBezTo>
                <a:cubicBezTo>
                  <a:pt x="2713759" y="1878758"/>
                  <a:pt x="2673367" y="1899957"/>
                  <a:pt x="2505887" y="1713434"/>
                </a:cubicBezTo>
                <a:lnTo>
                  <a:pt x="2886641" y="1713434"/>
                </a:lnTo>
                <a:cubicBezTo>
                  <a:pt x="3069401" y="1713434"/>
                  <a:pt x="3217557" y="1565278"/>
                  <a:pt x="3217557" y="1382518"/>
                </a:cubicBezTo>
                <a:lnTo>
                  <a:pt x="3217557" y="330916"/>
                </a:lnTo>
                <a:cubicBezTo>
                  <a:pt x="3217557" y="148156"/>
                  <a:pt x="3069401" y="0"/>
                  <a:pt x="2886641"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p>
        </p:txBody>
      </p:sp>
      <p:sp>
        <p:nvSpPr>
          <p:cNvPr id="30" name="Rectangle: Rounded Corners 15">
            <a:extLst>
              <a:ext uri="{FF2B5EF4-FFF2-40B4-BE49-F238E27FC236}">
                <a16:creationId xmlns:a16="http://schemas.microsoft.com/office/drawing/2014/main" id="{FD51F931-6F0E-9358-2B7A-4395567591BC}"/>
              </a:ext>
            </a:extLst>
          </p:cNvPr>
          <p:cNvSpPr/>
          <p:nvPr/>
        </p:nvSpPr>
        <p:spPr>
          <a:xfrm>
            <a:off x="297143" y="4121837"/>
            <a:ext cx="2221326" cy="2560123"/>
          </a:xfrm>
          <a:prstGeom prst="roundRect">
            <a:avLst>
              <a:gd name="adj" fmla="val 3805"/>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1" name="Group 19">
            <a:extLst>
              <a:ext uri="{FF2B5EF4-FFF2-40B4-BE49-F238E27FC236}">
                <a16:creationId xmlns:a16="http://schemas.microsoft.com/office/drawing/2014/main" id="{F9C10CF4-223C-7D51-1B30-A4A05541EF9D}"/>
              </a:ext>
            </a:extLst>
          </p:cNvPr>
          <p:cNvGrpSpPr/>
          <p:nvPr/>
        </p:nvGrpSpPr>
        <p:grpSpPr>
          <a:xfrm>
            <a:off x="433566" y="4121835"/>
            <a:ext cx="1948480" cy="2120364"/>
            <a:chOff x="1114004" y="1108655"/>
            <a:chExt cx="2119047" cy="2172373"/>
          </a:xfrm>
        </p:grpSpPr>
        <p:sp>
          <p:nvSpPr>
            <p:cNvPr id="32" name="TextBox 1">
              <a:extLst>
                <a:ext uri="{FF2B5EF4-FFF2-40B4-BE49-F238E27FC236}">
                  <a16:creationId xmlns:a16="http://schemas.microsoft.com/office/drawing/2014/main" id="{645D95AE-EE8E-104F-3DA4-D165DBFA81A6}"/>
                </a:ext>
              </a:extLst>
            </p:cNvPr>
            <p:cNvSpPr txBox="1"/>
            <p:nvPr/>
          </p:nvSpPr>
          <p:spPr>
            <a:xfrm>
              <a:off x="1114004" y="1108655"/>
              <a:ext cx="200902" cy="725249"/>
            </a:xfrm>
            <a:prstGeom prst="rect">
              <a:avLst/>
            </a:prstGeom>
            <a:noFill/>
          </p:spPr>
          <p:txBody>
            <a:bodyPr wrap="none" rtlCol="0">
              <a:spAutoFit/>
            </a:bodyPr>
            <a:lstStyle/>
            <a:p>
              <a:endParaRPr lang="ko-KR" altLang="en-US" sz="4000" b="1" dirty="0">
                <a:cs typeface="Arial" pitchFamily="34" charset="0"/>
              </a:endParaRPr>
            </a:p>
          </p:txBody>
        </p:sp>
        <p:sp>
          <p:nvSpPr>
            <p:cNvPr id="33" name="TextBox 12">
              <a:extLst>
                <a:ext uri="{FF2B5EF4-FFF2-40B4-BE49-F238E27FC236}">
                  <a16:creationId xmlns:a16="http://schemas.microsoft.com/office/drawing/2014/main" id="{0A8C2D9E-77DD-7163-9D8D-41698FCC7A3F}"/>
                </a:ext>
              </a:extLst>
            </p:cNvPr>
            <p:cNvSpPr txBox="1"/>
            <p:nvPr/>
          </p:nvSpPr>
          <p:spPr>
            <a:xfrm>
              <a:off x="1114004" y="2429648"/>
              <a:ext cx="2119047" cy="851380"/>
            </a:xfrm>
            <a:prstGeom prst="rect">
              <a:avLst/>
            </a:prstGeom>
            <a:noFill/>
          </p:spPr>
          <p:txBody>
            <a:bodyPr wrap="square" rtlCol="0">
              <a:spAutoFit/>
            </a:bodyPr>
            <a:lstStyle/>
            <a:p>
              <a:r>
                <a:rPr lang="fr-FR" altLang="ko-KR" sz="1200" dirty="0">
                  <a:cs typeface="Arial" pitchFamily="34" charset="0"/>
                </a:rPr>
                <a:t>Mise en place d'un système de chat ou d'un forum pour offrir un support efficace aux usagers à distance.</a:t>
              </a:r>
              <a:endParaRPr lang="en-US" altLang="ko-KR" sz="1200" dirty="0">
                <a:cs typeface="Arial" pitchFamily="34" charset="0"/>
              </a:endParaRPr>
            </a:p>
          </p:txBody>
        </p:sp>
        <p:sp>
          <p:nvSpPr>
            <p:cNvPr id="34" name="TextBox 14">
              <a:extLst>
                <a:ext uri="{FF2B5EF4-FFF2-40B4-BE49-F238E27FC236}">
                  <a16:creationId xmlns:a16="http://schemas.microsoft.com/office/drawing/2014/main" id="{A801C83D-C3CC-9F89-5802-22AC5CC75096}"/>
                </a:ext>
              </a:extLst>
            </p:cNvPr>
            <p:cNvSpPr txBox="1"/>
            <p:nvPr/>
          </p:nvSpPr>
          <p:spPr>
            <a:xfrm>
              <a:off x="1114004" y="1808772"/>
              <a:ext cx="2119047" cy="315326"/>
            </a:xfrm>
            <a:prstGeom prst="rect">
              <a:avLst/>
            </a:prstGeom>
            <a:noFill/>
          </p:spPr>
          <p:txBody>
            <a:bodyPr wrap="square" rtlCol="0">
              <a:spAutoFit/>
            </a:bodyPr>
            <a:lstStyle/>
            <a:p>
              <a:r>
                <a:rPr lang="fr-FR" altLang="ko-KR" sz="1400" b="1" dirty="0">
                  <a:cs typeface="Arial" pitchFamily="34" charset="0"/>
                </a:rPr>
                <a:t>Support à distance</a:t>
              </a:r>
              <a:endParaRPr lang="ko-KR" altLang="en-US" sz="1400" b="1" dirty="0">
                <a:cs typeface="Arial" pitchFamily="34" charset="0"/>
              </a:endParaRPr>
            </a:p>
          </p:txBody>
        </p:sp>
      </p:grpSp>
      <p:grpSp>
        <p:nvGrpSpPr>
          <p:cNvPr id="35" name="Group 19">
            <a:extLst>
              <a:ext uri="{FF2B5EF4-FFF2-40B4-BE49-F238E27FC236}">
                <a16:creationId xmlns:a16="http://schemas.microsoft.com/office/drawing/2014/main" id="{BF7E8AB4-1319-0377-9CC1-CFD36CB91562}"/>
              </a:ext>
            </a:extLst>
          </p:cNvPr>
          <p:cNvGrpSpPr/>
          <p:nvPr/>
        </p:nvGrpSpPr>
        <p:grpSpPr>
          <a:xfrm>
            <a:off x="2835524" y="4131140"/>
            <a:ext cx="1948480" cy="2305030"/>
            <a:chOff x="1114004" y="1108655"/>
            <a:chExt cx="2119047" cy="2361568"/>
          </a:xfrm>
        </p:grpSpPr>
        <p:sp>
          <p:nvSpPr>
            <p:cNvPr id="36" name="TextBox 1">
              <a:extLst>
                <a:ext uri="{FF2B5EF4-FFF2-40B4-BE49-F238E27FC236}">
                  <a16:creationId xmlns:a16="http://schemas.microsoft.com/office/drawing/2014/main" id="{F3F8AC69-5A27-4022-F147-C11575258968}"/>
                </a:ext>
              </a:extLst>
            </p:cNvPr>
            <p:cNvSpPr txBox="1"/>
            <p:nvPr/>
          </p:nvSpPr>
          <p:spPr>
            <a:xfrm>
              <a:off x="1114004" y="1108655"/>
              <a:ext cx="200902" cy="725249"/>
            </a:xfrm>
            <a:prstGeom prst="rect">
              <a:avLst/>
            </a:prstGeom>
            <a:noFill/>
          </p:spPr>
          <p:txBody>
            <a:bodyPr wrap="none" rtlCol="0">
              <a:spAutoFit/>
            </a:bodyPr>
            <a:lstStyle/>
            <a:p>
              <a:endParaRPr lang="ko-KR" altLang="en-US" sz="4000" b="1" dirty="0">
                <a:cs typeface="Arial" pitchFamily="34" charset="0"/>
              </a:endParaRPr>
            </a:p>
          </p:txBody>
        </p:sp>
        <p:sp>
          <p:nvSpPr>
            <p:cNvPr id="37" name="TextBox 12">
              <a:extLst>
                <a:ext uri="{FF2B5EF4-FFF2-40B4-BE49-F238E27FC236}">
                  <a16:creationId xmlns:a16="http://schemas.microsoft.com/office/drawing/2014/main" id="{BFF123E8-6081-98F6-91C4-421789C16E92}"/>
                </a:ext>
              </a:extLst>
            </p:cNvPr>
            <p:cNvSpPr txBox="1"/>
            <p:nvPr/>
          </p:nvSpPr>
          <p:spPr>
            <a:xfrm>
              <a:off x="1114004" y="2429648"/>
              <a:ext cx="2119047" cy="1040575"/>
            </a:xfrm>
            <a:prstGeom prst="rect">
              <a:avLst/>
            </a:prstGeom>
            <a:noFill/>
          </p:spPr>
          <p:txBody>
            <a:bodyPr wrap="square" rtlCol="0">
              <a:spAutoFit/>
            </a:bodyPr>
            <a:lstStyle/>
            <a:p>
              <a:r>
                <a:rPr lang="fr-FR" altLang="ko-KR" sz="1200" dirty="0">
                  <a:cs typeface="Arial" pitchFamily="34" charset="0"/>
                </a:rPr>
                <a:t>Création d'espaces de travail collaboratifs en ligne pour favoriser la collaboration entre les étudiants et les chercheurs.</a:t>
              </a:r>
              <a:endParaRPr lang="en-US" altLang="ko-KR" sz="1200" dirty="0">
                <a:cs typeface="Arial" pitchFamily="34" charset="0"/>
              </a:endParaRPr>
            </a:p>
          </p:txBody>
        </p:sp>
        <p:sp>
          <p:nvSpPr>
            <p:cNvPr id="38" name="TextBox 14">
              <a:extLst>
                <a:ext uri="{FF2B5EF4-FFF2-40B4-BE49-F238E27FC236}">
                  <a16:creationId xmlns:a16="http://schemas.microsoft.com/office/drawing/2014/main" id="{76CD3255-B113-DA18-5F66-544BD5F8D12D}"/>
                </a:ext>
              </a:extLst>
            </p:cNvPr>
            <p:cNvSpPr txBox="1"/>
            <p:nvPr/>
          </p:nvSpPr>
          <p:spPr>
            <a:xfrm>
              <a:off x="1114004" y="1808772"/>
              <a:ext cx="2119047" cy="536054"/>
            </a:xfrm>
            <a:prstGeom prst="rect">
              <a:avLst/>
            </a:prstGeom>
            <a:noFill/>
          </p:spPr>
          <p:txBody>
            <a:bodyPr wrap="square" rtlCol="0">
              <a:spAutoFit/>
            </a:bodyPr>
            <a:lstStyle/>
            <a:p>
              <a:r>
                <a:rPr lang="fr-FR" altLang="ko-KR" sz="1400" b="1" dirty="0">
                  <a:cs typeface="Arial" pitchFamily="34" charset="0"/>
                </a:rPr>
                <a:t>Espaces de travail virtuels</a:t>
              </a:r>
              <a:endParaRPr lang="ko-KR" altLang="en-US" sz="1400" b="1" dirty="0">
                <a:cs typeface="Arial" pitchFamily="34" charset="0"/>
              </a:endParaRPr>
            </a:p>
          </p:txBody>
        </p:sp>
      </p:grpSp>
      <p:grpSp>
        <p:nvGrpSpPr>
          <p:cNvPr id="39" name="Group 19">
            <a:extLst>
              <a:ext uri="{FF2B5EF4-FFF2-40B4-BE49-F238E27FC236}">
                <a16:creationId xmlns:a16="http://schemas.microsoft.com/office/drawing/2014/main" id="{66A4FAFC-34C7-B53F-48C5-3AF61DEE27B0}"/>
              </a:ext>
            </a:extLst>
          </p:cNvPr>
          <p:cNvGrpSpPr/>
          <p:nvPr/>
        </p:nvGrpSpPr>
        <p:grpSpPr>
          <a:xfrm>
            <a:off x="5262937" y="4228323"/>
            <a:ext cx="2239671" cy="2210288"/>
            <a:chOff x="1065935" y="1108655"/>
            <a:chExt cx="2435728" cy="2264502"/>
          </a:xfrm>
        </p:grpSpPr>
        <p:sp>
          <p:nvSpPr>
            <p:cNvPr id="40" name="TextBox 1">
              <a:extLst>
                <a:ext uri="{FF2B5EF4-FFF2-40B4-BE49-F238E27FC236}">
                  <a16:creationId xmlns:a16="http://schemas.microsoft.com/office/drawing/2014/main" id="{1B0C2D27-645D-24C4-8FBD-5BEBBB153198}"/>
                </a:ext>
              </a:extLst>
            </p:cNvPr>
            <p:cNvSpPr txBox="1"/>
            <p:nvPr/>
          </p:nvSpPr>
          <p:spPr>
            <a:xfrm>
              <a:off x="1114004" y="1108655"/>
              <a:ext cx="200902" cy="725249"/>
            </a:xfrm>
            <a:prstGeom prst="rect">
              <a:avLst/>
            </a:prstGeom>
            <a:noFill/>
          </p:spPr>
          <p:txBody>
            <a:bodyPr wrap="none" rtlCol="0">
              <a:spAutoFit/>
            </a:bodyPr>
            <a:lstStyle/>
            <a:p>
              <a:endParaRPr lang="ko-KR" altLang="en-US" sz="4000" b="1" dirty="0">
                <a:cs typeface="Arial" pitchFamily="34" charset="0"/>
              </a:endParaRPr>
            </a:p>
          </p:txBody>
        </p:sp>
        <p:sp>
          <p:nvSpPr>
            <p:cNvPr id="41" name="TextBox 12">
              <a:extLst>
                <a:ext uri="{FF2B5EF4-FFF2-40B4-BE49-F238E27FC236}">
                  <a16:creationId xmlns:a16="http://schemas.microsoft.com/office/drawing/2014/main" id="{BAF38532-525B-D0C7-3569-1A2732F168BF}"/>
                </a:ext>
              </a:extLst>
            </p:cNvPr>
            <p:cNvSpPr txBox="1"/>
            <p:nvPr/>
          </p:nvSpPr>
          <p:spPr>
            <a:xfrm>
              <a:off x="1065935" y="2332582"/>
              <a:ext cx="2119047" cy="1040575"/>
            </a:xfrm>
            <a:prstGeom prst="rect">
              <a:avLst/>
            </a:prstGeom>
            <a:noFill/>
          </p:spPr>
          <p:txBody>
            <a:bodyPr wrap="square" rtlCol="0">
              <a:spAutoFit/>
            </a:bodyPr>
            <a:lstStyle/>
            <a:p>
              <a:r>
                <a:rPr lang="fr-FR" altLang="ko-KR" sz="1200" dirty="0">
                  <a:cs typeface="Arial" pitchFamily="34" charset="0"/>
                </a:rPr>
                <a:t>Utilisation d'un système d'analyse de données pour optimiser l'utilisation des ressources et améliorer les services.</a:t>
              </a:r>
              <a:endParaRPr lang="en-US" altLang="ko-KR" sz="1200" dirty="0">
                <a:cs typeface="Arial" pitchFamily="34" charset="0"/>
              </a:endParaRPr>
            </a:p>
          </p:txBody>
        </p:sp>
        <p:sp>
          <p:nvSpPr>
            <p:cNvPr id="42" name="TextBox 14">
              <a:extLst>
                <a:ext uri="{FF2B5EF4-FFF2-40B4-BE49-F238E27FC236}">
                  <a16:creationId xmlns:a16="http://schemas.microsoft.com/office/drawing/2014/main" id="{9DC71BB5-E2D8-7741-B30A-EFD091A4907A}"/>
                </a:ext>
              </a:extLst>
            </p:cNvPr>
            <p:cNvSpPr txBox="1"/>
            <p:nvPr/>
          </p:nvSpPr>
          <p:spPr>
            <a:xfrm>
              <a:off x="1067645" y="1721679"/>
              <a:ext cx="2434018" cy="536054"/>
            </a:xfrm>
            <a:prstGeom prst="rect">
              <a:avLst/>
            </a:prstGeom>
            <a:noFill/>
          </p:spPr>
          <p:txBody>
            <a:bodyPr wrap="square" rtlCol="0">
              <a:spAutoFit/>
            </a:bodyPr>
            <a:lstStyle/>
            <a:p>
              <a:r>
                <a:rPr lang="fr-FR" altLang="ko-KR" sz="1400" b="1" dirty="0">
                  <a:cs typeface="Arial" pitchFamily="34" charset="0"/>
                </a:rPr>
                <a:t>Analyse et optimisation des ressources</a:t>
              </a:r>
              <a:endParaRPr lang="ko-KR" altLang="en-US" sz="1400" b="1" dirty="0">
                <a:cs typeface="Arial" pitchFamily="34" charset="0"/>
              </a:endParaRPr>
            </a:p>
          </p:txBody>
        </p:sp>
      </p:grpSp>
      <p:sp>
        <p:nvSpPr>
          <p:cNvPr id="43" name="Rectangle: Rounded Corners 15">
            <a:extLst>
              <a:ext uri="{FF2B5EF4-FFF2-40B4-BE49-F238E27FC236}">
                <a16:creationId xmlns:a16="http://schemas.microsoft.com/office/drawing/2014/main" id="{76002798-FFD7-A508-D6D1-BE4344B3C2B9}"/>
              </a:ext>
            </a:extLst>
          </p:cNvPr>
          <p:cNvSpPr/>
          <p:nvPr/>
        </p:nvSpPr>
        <p:spPr>
          <a:xfrm>
            <a:off x="2751954" y="4131140"/>
            <a:ext cx="2221326" cy="2560123"/>
          </a:xfrm>
          <a:prstGeom prst="roundRect">
            <a:avLst>
              <a:gd name="adj" fmla="val 3805"/>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Rounded Corners 15">
            <a:extLst>
              <a:ext uri="{FF2B5EF4-FFF2-40B4-BE49-F238E27FC236}">
                <a16:creationId xmlns:a16="http://schemas.microsoft.com/office/drawing/2014/main" id="{513B8125-B819-3D88-F4CE-D51011295B3A}"/>
              </a:ext>
            </a:extLst>
          </p:cNvPr>
          <p:cNvSpPr/>
          <p:nvPr/>
        </p:nvSpPr>
        <p:spPr>
          <a:xfrm>
            <a:off x="5206765" y="4121835"/>
            <a:ext cx="2221326" cy="2560123"/>
          </a:xfrm>
          <a:prstGeom prst="roundRect">
            <a:avLst>
              <a:gd name="adj" fmla="val 3805"/>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8" name="Group 96">
            <a:extLst>
              <a:ext uri="{FF2B5EF4-FFF2-40B4-BE49-F238E27FC236}">
                <a16:creationId xmlns:a16="http://schemas.microsoft.com/office/drawing/2014/main" id="{1D3859ED-4773-5DE7-2869-D81A14F28304}"/>
              </a:ext>
            </a:extLst>
          </p:cNvPr>
          <p:cNvGrpSpPr/>
          <p:nvPr/>
        </p:nvGrpSpPr>
        <p:grpSpPr>
          <a:xfrm>
            <a:off x="5920317" y="877603"/>
            <a:ext cx="4353399" cy="2995516"/>
            <a:chOff x="1198769" y="2422817"/>
            <a:chExt cx="3724936" cy="3580373"/>
          </a:xfrm>
        </p:grpSpPr>
        <p:sp>
          <p:nvSpPr>
            <p:cNvPr id="79" name="Freeform: Shape 110">
              <a:extLst>
                <a:ext uri="{FF2B5EF4-FFF2-40B4-BE49-F238E27FC236}">
                  <a16:creationId xmlns:a16="http://schemas.microsoft.com/office/drawing/2014/main" id="{F1C6E14C-147B-8E42-488F-469AA610962F}"/>
                </a:ext>
              </a:extLst>
            </p:cNvPr>
            <p:cNvSpPr/>
            <p:nvPr/>
          </p:nvSpPr>
          <p:spPr>
            <a:xfrm>
              <a:off x="1198769" y="3486057"/>
              <a:ext cx="3724936" cy="632161"/>
            </a:xfrm>
            <a:custGeom>
              <a:avLst/>
              <a:gdLst>
                <a:gd name="connsiteX0" fmla="*/ 6779895 w 6779894"/>
                <a:gd name="connsiteY0" fmla="*/ 1150620 h 1150620"/>
                <a:gd name="connsiteX1" fmla="*/ 0 w 6779894"/>
                <a:gd name="connsiteY1" fmla="*/ 1150620 h 1150620"/>
                <a:gd name="connsiteX2" fmla="*/ 619125 w 6779894"/>
                <a:gd name="connsiteY2" fmla="*/ 0 h 1150620"/>
                <a:gd name="connsiteX3" fmla="*/ 6132195 w 6779894"/>
                <a:gd name="connsiteY3" fmla="*/ 0 h 1150620"/>
              </a:gdLst>
              <a:ahLst/>
              <a:cxnLst>
                <a:cxn ang="0">
                  <a:pos x="connsiteX0" y="connsiteY0"/>
                </a:cxn>
                <a:cxn ang="0">
                  <a:pos x="connsiteX1" y="connsiteY1"/>
                </a:cxn>
                <a:cxn ang="0">
                  <a:pos x="connsiteX2" y="connsiteY2"/>
                </a:cxn>
                <a:cxn ang="0">
                  <a:pos x="connsiteX3" y="connsiteY3"/>
                </a:cxn>
              </a:cxnLst>
              <a:rect l="l" t="t" r="r" b="b"/>
              <a:pathLst>
                <a:path w="6779894" h="1150620">
                  <a:moveTo>
                    <a:pt x="6779895" y="1150620"/>
                  </a:moveTo>
                  <a:lnTo>
                    <a:pt x="0" y="1150620"/>
                  </a:lnTo>
                  <a:lnTo>
                    <a:pt x="619125" y="0"/>
                  </a:lnTo>
                  <a:lnTo>
                    <a:pt x="6132195" y="0"/>
                  </a:lnTo>
                  <a:close/>
                </a:path>
              </a:pathLst>
            </a:custGeom>
            <a:solidFill>
              <a:srgbClr val="218189"/>
            </a:solidFill>
            <a:ln w="9525"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Arial"/>
              </a:endParaRPr>
            </a:p>
          </p:txBody>
        </p:sp>
        <p:sp>
          <p:nvSpPr>
            <p:cNvPr id="80" name="Freeform: Shape 111">
              <a:extLst>
                <a:ext uri="{FF2B5EF4-FFF2-40B4-BE49-F238E27FC236}">
                  <a16:creationId xmlns:a16="http://schemas.microsoft.com/office/drawing/2014/main" id="{20F65FD4-5A97-1EB9-6422-75988C8B62E7}"/>
                </a:ext>
              </a:extLst>
            </p:cNvPr>
            <p:cNvSpPr/>
            <p:nvPr/>
          </p:nvSpPr>
          <p:spPr>
            <a:xfrm>
              <a:off x="1435306" y="3566124"/>
              <a:ext cx="3251862" cy="472551"/>
            </a:xfrm>
            <a:custGeom>
              <a:avLst/>
              <a:gdLst>
                <a:gd name="connsiteX0" fmla="*/ 5918835 w 5918834"/>
                <a:gd name="connsiteY0" fmla="*/ 860107 h 860107"/>
                <a:gd name="connsiteX1" fmla="*/ 0 w 5918834"/>
                <a:gd name="connsiteY1" fmla="*/ 860107 h 860107"/>
                <a:gd name="connsiteX2" fmla="*/ 435293 w 5918834"/>
                <a:gd name="connsiteY2" fmla="*/ 0 h 860107"/>
                <a:gd name="connsiteX3" fmla="*/ 5486400 w 5918834"/>
                <a:gd name="connsiteY3" fmla="*/ 0 h 860107"/>
              </a:gdLst>
              <a:ahLst/>
              <a:cxnLst>
                <a:cxn ang="0">
                  <a:pos x="connsiteX0" y="connsiteY0"/>
                </a:cxn>
                <a:cxn ang="0">
                  <a:pos x="connsiteX1" y="connsiteY1"/>
                </a:cxn>
                <a:cxn ang="0">
                  <a:pos x="connsiteX2" y="connsiteY2"/>
                </a:cxn>
                <a:cxn ang="0">
                  <a:pos x="connsiteX3" y="connsiteY3"/>
                </a:cxn>
              </a:cxnLst>
              <a:rect l="l" t="t" r="r" b="b"/>
              <a:pathLst>
                <a:path w="5918834" h="860107">
                  <a:moveTo>
                    <a:pt x="5918835" y="860107"/>
                  </a:moveTo>
                  <a:lnTo>
                    <a:pt x="0" y="860107"/>
                  </a:lnTo>
                  <a:lnTo>
                    <a:pt x="435293" y="0"/>
                  </a:lnTo>
                  <a:lnTo>
                    <a:pt x="5486400" y="0"/>
                  </a:lnTo>
                  <a:close/>
                </a:path>
              </a:pathLst>
            </a:custGeom>
            <a:solidFill>
              <a:srgbClr val="01484B"/>
            </a:solidFill>
            <a:ln w="9525"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Arial"/>
              </a:endParaRPr>
            </a:p>
          </p:txBody>
        </p:sp>
        <p:sp>
          <p:nvSpPr>
            <p:cNvPr id="81" name="Freeform: Shape 112">
              <a:extLst>
                <a:ext uri="{FF2B5EF4-FFF2-40B4-BE49-F238E27FC236}">
                  <a16:creationId xmlns:a16="http://schemas.microsoft.com/office/drawing/2014/main" id="{46FEA942-C651-F48D-6785-8E795FE5CE17}"/>
                </a:ext>
              </a:extLst>
            </p:cNvPr>
            <p:cNvSpPr/>
            <p:nvPr/>
          </p:nvSpPr>
          <p:spPr>
            <a:xfrm>
              <a:off x="1674460" y="3566124"/>
              <a:ext cx="2789777" cy="472551"/>
            </a:xfrm>
            <a:custGeom>
              <a:avLst/>
              <a:gdLst>
                <a:gd name="connsiteX0" fmla="*/ 0 w 5077777"/>
                <a:gd name="connsiteY0" fmla="*/ 0 h 860107"/>
                <a:gd name="connsiteX1" fmla="*/ 5077778 w 5077777"/>
                <a:gd name="connsiteY1" fmla="*/ 0 h 860107"/>
                <a:gd name="connsiteX2" fmla="*/ 5077778 w 5077777"/>
                <a:gd name="connsiteY2" fmla="*/ 860107 h 860107"/>
                <a:gd name="connsiteX3" fmla="*/ 0 w 5077777"/>
                <a:gd name="connsiteY3" fmla="*/ 860107 h 860107"/>
              </a:gdLst>
              <a:ahLst/>
              <a:cxnLst>
                <a:cxn ang="0">
                  <a:pos x="connsiteX0" y="connsiteY0"/>
                </a:cxn>
                <a:cxn ang="0">
                  <a:pos x="connsiteX1" y="connsiteY1"/>
                </a:cxn>
                <a:cxn ang="0">
                  <a:pos x="connsiteX2" y="connsiteY2"/>
                </a:cxn>
                <a:cxn ang="0">
                  <a:pos x="connsiteX3" y="connsiteY3"/>
                </a:cxn>
              </a:cxnLst>
              <a:rect l="l" t="t" r="r" b="b"/>
              <a:pathLst>
                <a:path w="5077777" h="860107">
                  <a:moveTo>
                    <a:pt x="0" y="0"/>
                  </a:moveTo>
                  <a:lnTo>
                    <a:pt x="5077778" y="0"/>
                  </a:lnTo>
                  <a:lnTo>
                    <a:pt x="5077778" y="860107"/>
                  </a:lnTo>
                  <a:lnTo>
                    <a:pt x="0" y="860107"/>
                  </a:lnTo>
                  <a:close/>
                </a:path>
              </a:pathLst>
            </a:custGeom>
            <a:solidFill>
              <a:srgbClr val="016E73"/>
            </a:solidFill>
            <a:ln w="9525"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a:endParaRPr>
            </a:p>
          </p:txBody>
        </p:sp>
        <p:grpSp>
          <p:nvGrpSpPr>
            <p:cNvPr id="82" name="Group 113">
              <a:extLst>
                <a:ext uri="{FF2B5EF4-FFF2-40B4-BE49-F238E27FC236}">
                  <a16:creationId xmlns:a16="http://schemas.microsoft.com/office/drawing/2014/main" id="{DEC0F2F8-3684-0834-8A80-14A21F1CE871}"/>
                </a:ext>
              </a:extLst>
            </p:cNvPr>
            <p:cNvGrpSpPr/>
            <p:nvPr/>
          </p:nvGrpSpPr>
          <p:grpSpPr>
            <a:xfrm>
              <a:off x="1835406" y="2733627"/>
              <a:ext cx="2628831" cy="2990020"/>
              <a:chOff x="9963493" y="1397328"/>
              <a:chExt cx="2628831" cy="2990020"/>
            </a:xfrm>
          </p:grpSpPr>
          <p:grpSp>
            <p:nvGrpSpPr>
              <p:cNvPr id="93" name="Group 124">
                <a:extLst>
                  <a:ext uri="{FF2B5EF4-FFF2-40B4-BE49-F238E27FC236}">
                    <a16:creationId xmlns:a16="http://schemas.microsoft.com/office/drawing/2014/main" id="{2CEC2543-E1F6-B3B0-BC5A-6ABBA0D073D7}"/>
                  </a:ext>
                </a:extLst>
              </p:cNvPr>
              <p:cNvGrpSpPr/>
              <p:nvPr/>
            </p:nvGrpSpPr>
            <p:grpSpPr>
              <a:xfrm rot="16200000">
                <a:off x="10748586" y="2543611"/>
                <a:ext cx="2886829" cy="800646"/>
                <a:chOff x="3622676" y="3492499"/>
                <a:chExt cx="2575763" cy="714375"/>
              </a:xfrm>
              <a:effectLst/>
            </p:grpSpPr>
            <p:sp>
              <p:nvSpPr>
                <p:cNvPr id="106" name="Freeform 15">
                  <a:extLst>
                    <a:ext uri="{FF2B5EF4-FFF2-40B4-BE49-F238E27FC236}">
                      <a16:creationId xmlns:a16="http://schemas.microsoft.com/office/drawing/2014/main" id="{EF066397-285D-14DF-939A-3AAE206B5348}"/>
                    </a:ext>
                  </a:extLst>
                </p:cNvPr>
                <p:cNvSpPr/>
                <p:nvPr/>
              </p:nvSpPr>
              <p:spPr>
                <a:xfrm>
                  <a:off x="3622676" y="3492499"/>
                  <a:ext cx="2575763" cy="714375"/>
                </a:xfrm>
                <a:custGeom>
                  <a:avLst/>
                  <a:gdLst>
                    <a:gd name="connsiteX0" fmla="*/ 190500 w 2559050"/>
                    <a:gd name="connsiteY0" fmla="*/ 0 h 698500"/>
                    <a:gd name="connsiteX1" fmla="*/ 0 w 2559050"/>
                    <a:gd name="connsiteY1" fmla="*/ 152400 h 698500"/>
                    <a:gd name="connsiteX2" fmla="*/ 6350 w 2559050"/>
                    <a:gd name="connsiteY2" fmla="*/ 215900 h 698500"/>
                    <a:gd name="connsiteX3" fmla="*/ 2501900 w 2559050"/>
                    <a:gd name="connsiteY3" fmla="*/ 241300 h 698500"/>
                    <a:gd name="connsiteX4" fmla="*/ 2470150 w 2559050"/>
                    <a:gd name="connsiteY4" fmla="*/ 552450 h 698500"/>
                    <a:gd name="connsiteX5" fmla="*/ 76200 w 2559050"/>
                    <a:gd name="connsiteY5" fmla="*/ 565150 h 698500"/>
                    <a:gd name="connsiteX6" fmla="*/ 101600 w 2559050"/>
                    <a:gd name="connsiteY6" fmla="*/ 520700 h 698500"/>
                    <a:gd name="connsiteX7" fmla="*/ 6350 w 2559050"/>
                    <a:gd name="connsiteY7" fmla="*/ 577850 h 698500"/>
                    <a:gd name="connsiteX8" fmla="*/ 44450 w 2559050"/>
                    <a:gd name="connsiteY8" fmla="*/ 666750 h 698500"/>
                    <a:gd name="connsiteX9" fmla="*/ 2400300 w 2559050"/>
                    <a:gd name="connsiteY9" fmla="*/ 692150 h 698500"/>
                    <a:gd name="connsiteX10" fmla="*/ 2432050 w 2559050"/>
                    <a:gd name="connsiteY10" fmla="*/ 666750 h 698500"/>
                    <a:gd name="connsiteX11" fmla="*/ 2501900 w 2559050"/>
                    <a:gd name="connsiteY11" fmla="*/ 698500 h 698500"/>
                    <a:gd name="connsiteX12" fmla="*/ 2552700 w 2559050"/>
                    <a:gd name="connsiteY12" fmla="*/ 685800 h 698500"/>
                    <a:gd name="connsiteX13" fmla="*/ 2559050 w 2559050"/>
                    <a:gd name="connsiteY13" fmla="*/ 158750 h 698500"/>
                    <a:gd name="connsiteX14" fmla="*/ 2476500 w 2559050"/>
                    <a:gd name="connsiteY14" fmla="*/ 95250 h 698500"/>
                    <a:gd name="connsiteX15" fmla="*/ 520700 w 2559050"/>
                    <a:gd name="connsiteY15" fmla="*/ 184150 h 698500"/>
                    <a:gd name="connsiteX16" fmla="*/ 190500 w 2559050"/>
                    <a:gd name="connsiteY16" fmla="*/ 0 h 698500"/>
                    <a:gd name="connsiteX0" fmla="*/ 190500 w 2559050"/>
                    <a:gd name="connsiteY0" fmla="*/ 0 h 698500"/>
                    <a:gd name="connsiteX1" fmla="*/ 0 w 2559050"/>
                    <a:gd name="connsiteY1" fmla="*/ 152400 h 698500"/>
                    <a:gd name="connsiteX2" fmla="*/ 19050 w 2559050"/>
                    <a:gd name="connsiteY2" fmla="*/ 241300 h 698500"/>
                    <a:gd name="connsiteX3" fmla="*/ 2501900 w 2559050"/>
                    <a:gd name="connsiteY3" fmla="*/ 241300 h 698500"/>
                    <a:gd name="connsiteX4" fmla="*/ 2470150 w 2559050"/>
                    <a:gd name="connsiteY4" fmla="*/ 552450 h 698500"/>
                    <a:gd name="connsiteX5" fmla="*/ 76200 w 2559050"/>
                    <a:gd name="connsiteY5" fmla="*/ 565150 h 698500"/>
                    <a:gd name="connsiteX6" fmla="*/ 101600 w 2559050"/>
                    <a:gd name="connsiteY6" fmla="*/ 520700 h 698500"/>
                    <a:gd name="connsiteX7" fmla="*/ 6350 w 2559050"/>
                    <a:gd name="connsiteY7" fmla="*/ 577850 h 698500"/>
                    <a:gd name="connsiteX8" fmla="*/ 44450 w 2559050"/>
                    <a:gd name="connsiteY8" fmla="*/ 666750 h 698500"/>
                    <a:gd name="connsiteX9" fmla="*/ 2400300 w 2559050"/>
                    <a:gd name="connsiteY9" fmla="*/ 692150 h 698500"/>
                    <a:gd name="connsiteX10" fmla="*/ 2432050 w 2559050"/>
                    <a:gd name="connsiteY10" fmla="*/ 666750 h 698500"/>
                    <a:gd name="connsiteX11" fmla="*/ 2501900 w 2559050"/>
                    <a:gd name="connsiteY11" fmla="*/ 698500 h 698500"/>
                    <a:gd name="connsiteX12" fmla="*/ 2552700 w 2559050"/>
                    <a:gd name="connsiteY12" fmla="*/ 685800 h 698500"/>
                    <a:gd name="connsiteX13" fmla="*/ 2559050 w 2559050"/>
                    <a:gd name="connsiteY13" fmla="*/ 158750 h 698500"/>
                    <a:gd name="connsiteX14" fmla="*/ 2476500 w 2559050"/>
                    <a:gd name="connsiteY14" fmla="*/ 95250 h 698500"/>
                    <a:gd name="connsiteX15" fmla="*/ 520700 w 2559050"/>
                    <a:gd name="connsiteY15" fmla="*/ 184150 h 698500"/>
                    <a:gd name="connsiteX16" fmla="*/ 190500 w 2559050"/>
                    <a:gd name="connsiteY16" fmla="*/ 0 h 698500"/>
                    <a:gd name="connsiteX0" fmla="*/ 184150 w 2552700"/>
                    <a:gd name="connsiteY0" fmla="*/ 0 h 698500"/>
                    <a:gd name="connsiteX1" fmla="*/ 9525 w 2552700"/>
                    <a:gd name="connsiteY1" fmla="*/ 152400 h 698500"/>
                    <a:gd name="connsiteX2" fmla="*/ 12700 w 2552700"/>
                    <a:gd name="connsiteY2" fmla="*/ 241300 h 698500"/>
                    <a:gd name="connsiteX3" fmla="*/ 2495550 w 2552700"/>
                    <a:gd name="connsiteY3" fmla="*/ 241300 h 698500"/>
                    <a:gd name="connsiteX4" fmla="*/ 2463800 w 2552700"/>
                    <a:gd name="connsiteY4" fmla="*/ 552450 h 698500"/>
                    <a:gd name="connsiteX5" fmla="*/ 69850 w 2552700"/>
                    <a:gd name="connsiteY5" fmla="*/ 565150 h 698500"/>
                    <a:gd name="connsiteX6" fmla="*/ 95250 w 2552700"/>
                    <a:gd name="connsiteY6" fmla="*/ 520700 h 698500"/>
                    <a:gd name="connsiteX7" fmla="*/ 0 w 2552700"/>
                    <a:gd name="connsiteY7" fmla="*/ 577850 h 698500"/>
                    <a:gd name="connsiteX8" fmla="*/ 38100 w 2552700"/>
                    <a:gd name="connsiteY8" fmla="*/ 666750 h 698500"/>
                    <a:gd name="connsiteX9" fmla="*/ 2393950 w 2552700"/>
                    <a:gd name="connsiteY9" fmla="*/ 692150 h 698500"/>
                    <a:gd name="connsiteX10" fmla="*/ 2425700 w 2552700"/>
                    <a:gd name="connsiteY10" fmla="*/ 666750 h 698500"/>
                    <a:gd name="connsiteX11" fmla="*/ 2495550 w 2552700"/>
                    <a:gd name="connsiteY11" fmla="*/ 698500 h 698500"/>
                    <a:gd name="connsiteX12" fmla="*/ 2546350 w 2552700"/>
                    <a:gd name="connsiteY12" fmla="*/ 685800 h 698500"/>
                    <a:gd name="connsiteX13" fmla="*/ 2552700 w 2552700"/>
                    <a:gd name="connsiteY13" fmla="*/ 158750 h 698500"/>
                    <a:gd name="connsiteX14" fmla="*/ 2470150 w 2552700"/>
                    <a:gd name="connsiteY14" fmla="*/ 95250 h 698500"/>
                    <a:gd name="connsiteX15" fmla="*/ 514350 w 2552700"/>
                    <a:gd name="connsiteY15" fmla="*/ 184150 h 698500"/>
                    <a:gd name="connsiteX16" fmla="*/ 184150 w 2552700"/>
                    <a:gd name="connsiteY16" fmla="*/ 0 h 698500"/>
                    <a:gd name="connsiteX0" fmla="*/ 184150 w 2571750"/>
                    <a:gd name="connsiteY0" fmla="*/ 0 h 698500"/>
                    <a:gd name="connsiteX1" fmla="*/ 9525 w 2571750"/>
                    <a:gd name="connsiteY1" fmla="*/ 152400 h 698500"/>
                    <a:gd name="connsiteX2" fmla="*/ 12700 w 2571750"/>
                    <a:gd name="connsiteY2" fmla="*/ 241300 h 698500"/>
                    <a:gd name="connsiteX3" fmla="*/ 2495550 w 2571750"/>
                    <a:gd name="connsiteY3" fmla="*/ 241300 h 698500"/>
                    <a:gd name="connsiteX4" fmla="*/ 2463800 w 2571750"/>
                    <a:gd name="connsiteY4" fmla="*/ 552450 h 698500"/>
                    <a:gd name="connsiteX5" fmla="*/ 69850 w 2571750"/>
                    <a:gd name="connsiteY5" fmla="*/ 565150 h 698500"/>
                    <a:gd name="connsiteX6" fmla="*/ 95250 w 2571750"/>
                    <a:gd name="connsiteY6" fmla="*/ 520700 h 698500"/>
                    <a:gd name="connsiteX7" fmla="*/ 0 w 2571750"/>
                    <a:gd name="connsiteY7" fmla="*/ 577850 h 698500"/>
                    <a:gd name="connsiteX8" fmla="*/ 38100 w 2571750"/>
                    <a:gd name="connsiteY8" fmla="*/ 666750 h 698500"/>
                    <a:gd name="connsiteX9" fmla="*/ 2393950 w 2571750"/>
                    <a:gd name="connsiteY9" fmla="*/ 692150 h 698500"/>
                    <a:gd name="connsiteX10" fmla="*/ 2425700 w 2571750"/>
                    <a:gd name="connsiteY10" fmla="*/ 666750 h 698500"/>
                    <a:gd name="connsiteX11" fmla="*/ 2495550 w 2571750"/>
                    <a:gd name="connsiteY11" fmla="*/ 698500 h 698500"/>
                    <a:gd name="connsiteX12" fmla="*/ 2546350 w 2571750"/>
                    <a:gd name="connsiteY12" fmla="*/ 685800 h 698500"/>
                    <a:gd name="connsiteX13" fmla="*/ 2571750 w 2571750"/>
                    <a:gd name="connsiteY13" fmla="*/ 193675 h 698500"/>
                    <a:gd name="connsiteX14" fmla="*/ 2470150 w 2571750"/>
                    <a:gd name="connsiteY14" fmla="*/ 95250 h 698500"/>
                    <a:gd name="connsiteX15" fmla="*/ 514350 w 2571750"/>
                    <a:gd name="connsiteY15" fmla="*/ 184150 h 698500"/>
                    <a:gd name="connsiteX16" fmla="*/ 184150 w 2571750"/>
                    <a:gd name="connsiteY16" fmla="*/ 0 h 698500"/>
                    <a:gd name="connsiteX0" fmla="*/ 184150 w 2555875"/>
                    <a:gd name="connsiteY0" fmla="*/ 0 h 698500"/>
                    <a:gd name="connsiteX1" fmla="*/ 9525 w 2555875"/>
                    <a:gd name="connsiteY1" fmla="*/ 152400 h 698500"/>
                    <a:gd name="connsiteX2" fmla="*/ 12700 w 2555875"/>
                    <a:gd name="connsiteY2" fmla="*/ 241300 h 698500"/>
                    <a:gd name="connsiteX3" fmla="*/ 2495550 w 2555875"/>
                    <a:gd name="connsiteY3" fmla="*/ 241300 h 698500"/>
                    <a:gd name="connsiteX4" fmla="*/ 2463800 w 2555875"/>
                    <a:gd name="connsiteY4" fmla="*/ 552450 h 698500"/>
                    <a:gd name="connsiteX5" fmla="*/ 69850 w 2555875"/>
                    <a:gd name="connsiteY5" fmla="*/ 565150 h 698500"/>
                    <a:gd name="connsiteX6" fmla="*/ 95250 w 2555875"/>
                    <a:gd name="connsiteY6" fmla="*/ 520700 h 698500"/>
                    <a:gd name="connsiteX7" fmla="*/ 0 w 2555875"/>
                    <a:gd name="connsiteY7" fmla="*/ 577850 h 698500"/>
                    <a:gd name="connsiteX8" fmla="*/ 38100 w 2555875"/>
                    <a:gd name="connsiteY8" fmla="*/ 666750 h 698500"/>
                    <a:gd name="connsiteX9" fmla="*/ 2393950 w 2555875"/>
                    <a:gd name="connsiteY9" fmla="*/ 692150 h 698500"/>
                    <a:gd name="connsiteX10" fmla="*/ 2425700 w 2555875"/>
                    <a:gd name="connsiteY10" fmla="*/ 666750 h 698500"/>
                    <a:gd name="connsiteX11" fmla="*/ 2495550 w 2555875"/>
                    <a:gd name="connsiteY11" fmla="*/ 698500 h 698500"/>
                    <a:gd name="connsiteX12" fmla="*/ 2546350 w 2555875"/>
                    <a:gd name="connsiteY12" fmla="*/ 685800 h 698500"/>
                    <a:gd name="connsiteX13" fmla="*/ 2555875 w 2555875"/>
                    <a:gd name="connsiteY13" fmla="*/ 171450 h 698500"/>
                    <a:gd name="connsiteX14" fmla="*/ 2470150 w 2555875"/>
                    <a:gd name="connsiteY14" fmla="*/ 95250 h 698500"/>
                    <a:gd name="connsiteX15" fmla="*/ 514350 w 2555875"/>
                    <a:gd name="connsiteY15" fmla="*/ 184150 h 698500"/>
                    <a:gd name="connsiteX16" fmla="*/ 184150 w 2555875"/>
                    <a:gd name="connsiteY16" fmla="*/ 0 h 698500"/>
                    <a:gd name="connsiteX0" fmla="*/ 184150 w 2562506"/>
                    <a:gd name="connsiteY0" fmla="*/ 0 h 698500"/>
                    <a:gd name="connsiteX1" fmla="*/ 9525 w 2562506"/>
                    <a:gd name="connsiteY1" fmla="*/ 152400 h 698500"/>
                    <a:gd name="connsiteX2" fmla="*/ 12700 w 2562506"/>
                    <a:gd name="connsiteY2" fmla="*/ 241300 h 698500"/>
                    <a:gd name="connsiteX3" fmla="*/ 2495550 w 2562506"/>
                    <a:gd name="connsiteY3" fmla="*/ 241300 h 698500"/>
                    <a:gd name="connsiteX4" fmla="*/ 2463800 w 2562506"/>
                    <a:gd name="connsiteY4" fmla="*/ 552450 h 698500"/>
                    <a:gd name="connsiteX5" fmla="*/ 69850 w 2562506"/>
                    <a:gd name="connsiteY5" fmla="*/ 565150 h 698500"/>
                    <a:gd name="connsiteX6" fmla="*/ 95250 w 2562506"/>
                    <a:gd name="connsiteY6" fmla="*/ 520700 h 698500"/>
                    <a:gd name="connsiteX7" fmla="*/ 0 w 2562506"/>
                    <a:gd name="connsiteY7" fmla="*/ 577850 h 698500"/>
                    <a:gd name="connsiteX8" fmla="*/ 38100 w 2562506"/>
                    <a:gd name="connsiteY8" fmla="*/ 666750 h 698500"/>
                    <a:gd name="connsiteX9" fmla="*/ 2393950 w 2562506"/>
                    <a:gd name="connsiteY9" fmla="*/ 692150 h 698500"/>
                    <a:gd name="connsiteX10" fmla="*/ 2425700 w 2562506"/>
                    <a:gd name="connsiteY10" fmla="*/ 666750 h 698500"/>
                    <a:gd name="connsiteX11" fmla="*/ 2495550 w 2562506"/>
                    <a:gd name="connsiteY11" fmla="*/ 698500 h 698500"/>
                    <a:gd name="connsiteX12" fmla="*/ 2562225 w 2562506"/>
                    <a:gd name="connsiteY12" fmla="*/ 685800 h 698500"/>
                    <a:gd name="connsiteX13" fmla="*/ 2555875 w 2562506"/>
                    <a:gd name="connsiteY13" fmla="*/ 171450 h 698500"/>
                    <a:gd name="connsiteX14" fmla="*/ 2470150 w 2562506"/>
                    <a:gd name="connsiteY14" fmla="*/ 95250 h 698500"/>
                    <a:gd name="connsiteX15" fmla="*/ 514350 w 2562506"/>
                    <a:gd name="connsiteY15" fmla="*/ 184150 h 698500"/>
                    <a:gd name="connsiteX16" fmla="*/ 184150 w 2562506"/>
                    <a:gd name="connsiteY16" fmla="*/ 0 h 698500"/>
                    <a:gd name="connsiteX0" fmla="*/ 184150 w 2562506"/>
                    <a:gd name="connsiteY0" fmla="*/ 0 h 692150"/>
                    <a:gd name="connsiteX1" fmla="*/ 9525 w 2562506"/>
                    <a:gd name="connsiteY1" fmla="*/ 152400 h 692150"/>
                    <a:gd name="connsiteX2" fmla="*/ 12700 w 2562506"/>
                    <a:gd name="connsiteY2" fmla="*/ 241300 h 692150"/>
                    <a:gd name="connsiteX3" fmla="*/ 2495550 w 2562506"/>
                    <a:gd name="connsiteY3" fmla="*/ 241300 h 692150"/>
                    <a:gd name="connsiteX4" fmla="*/ 2463800 w 2562506"/>
                    <a:gd name="connsiteY4" fmla="*/ 552450 h 692150"/>
                    <a:gd name="connsiteX5" fmla="*/ 69850 w 2562506"/>
                    <a:gd name="connsiteY5" fmla="*/ 565150 h 692150"/>
                    <a:gd name="connsiteX6" fmla="*/ 95250 w 2562506"/>
                    <a:gd name="connsiteY6" fmla="*/ 520700 h 692150"/>
                    <a:gd name="connsiteX7" fmla="*/ 0 w 2562506"/>
                    <a:gd name="connsiteY7" fmla="*/ 577850 h 692150"/>
                    <a:gd name="connsiteX8" fmla="*/ 38100 w 2562506"/>
                    <a:gd name="connsiteY8" fmla="*/ 666750 h 692150"/>
                    <a:gd name="connsiteX9" fmla="*/ 2393950 w 2562506"/>
                    <a:gd name="connsiteY9" fmla="*/ 692150 h 692150"/>
                    <a:gd name="connsiteX10" fmla="*/ 2425700 w 2562506"/>
                    <a:gd name="connsiteY10" fmla="*/ 666750 h 692150"/>
                    <a:gd name="connsiteX11" fmla="*/ 2479675 w 2562506"/>
                    <a:gd name="connsiteY11" fmla="*/ 692150 h 692150"/>
                    <a:gd name="connsiteX12" fmla="*/ 2562225 w 2562506"/>
                    <a:gd name="connsiteY12" fmla="*/ 685800 h 692150"/>
                    <a:gd name="connsiteX13" fmla="*/ 2555875 w 2562506"/>
                    <a:gd name="connsiteY13" fmla="*/ 171450 h 692150"/>
                    <a:gd name="connsiteX14" fmla="*/ 2470150 w 2562506"/>
                    <a:gd name="connsiteY14" fmla="*/ 95250 h 692150"/>
                    <a:gd name="connsiteX15" fmla="*/ 514350 w 2562506"/>
                    <a:gd name="connsiteY15" fmla="*/ 184150 h 692150"/>
                    <a:gd name="connsiteX16" fmla="*/ 184150 w 2562506"/>
                    <a:gd name="connsiteY16" fmla="*/ 0 h 692150"/>
                    <a:gd name="connsiteX0" fmla="*/ 184150 w 2562506"/>
                    <a:gd name="connsiteY0" fmla="*/ 0 h 692150"/>
                    <a:gd name="connsiteX1" fmla="*/ 9525 w 2562506"/>
                    <a:gd name="connsiteY1" fmla="*/ 152400 h 692150"/>
                    <a:gd name="connsiteX2" fmla="*/ 12700 w 2562506"/>
                    <a:gd name="connsiteY2" fmla="*/ 241300 h 692150"/>
                    <a:gd name="connsiteX3" fmla="*/ 2495550 w 2562506"/>
                    <a:gd name="connsiteY3" fmla="*/ 241300 h 692150"/>
                    <a:gd name="connsiteX4" fmla="*/ 2463800 w 2562506"/>
                    <a:gd name="connsiteY4" fmla="*/ 552450 h 692150"/>
                    <a:gd name="connsiteX5" fmla="*/ 69850 w 2562506"/>
                    <a:gd name="connsiteY5" fmla="*/ 565150 h 692150"/>
                    <a:gd name="connsiteX6" fmla="*/ 95250 w 2562506"/>
                    <a:gd name="connsiteY6" fmla="*/ 520700 h 692150"/>
                    <a:gd name="connsiteX7" fmla="*/ 0 w 2562506"/>
                    <a:gd name="connsiteY7" fmla="*/ 577850 h 692150"/>
                    <a:gd name="connsiteX8" fmla="*/ 38100 w 2562506"/>
                    <a:gd name="connsiteY8" fmla="*/ 666750 h 692150"/>
                    <a:gd name="connsiteX9" fmla="*/ 2393950 w 2562506"/>
                    <a:gd name="connsiteY9" fmla="*/ 692150 h 692150"/>
                    <a:gd name="connsiteX10" fmla="*/ 2435225 w 2562506"/>
                    <a:gd name="connsiteY10" fmla="*/ 666750 h 692150"/>
                    <a:gd name="connsiteX11" fmla="*/ 2479675 w 2562506"/>
                    <a:gd name="connsiteY11" fmla="*/ 692150 h 692150"/>
                    <a:gd name="connsiteX12" fmla="*/ 2562225 w 2562506"/>
                    <a:gd name="connsiteY12" fmla="*/ 685800 h 692150"/>
                    <a:gd name="connsiteX13" fmla="*/ 2555875 w 2562506"/>
                    <a:gd name="connsiteY13" fmla="*/ 171450 h 692150"/>
                    <a:gd name="connsiteX14" fmla="*/ 2470150 w 2562506"/>
                    <a:gd name="connsiteY14" fmla="*/ 95250 h 692150"/>
                    <a:gd name="connsiteX15" fmla="*/ 514350 w 2562506"/>
                    <a:gd name="connsiteY15" fmla="*/ 184150 h 692150"/>
                    <a:gd name="connsiteX16" fmla="*/ 184150 w 2562506"/>
                    <a:gd name="connsiteY16" fmla="*/ 0 h 692150"/>
                    <a:gd name="connsiteX0" fmla="*/ 184150 w 2562506"/>
                    <a:gd name="connsiteY0" fmla="*/ 0 h 692150"/>
                    <a:gd name="connsiteX1" fmla="*/ 9525 w 2562506"/>
                    <a:gd name="connsiteY1" fmla="*/ 152400 h 692150"/>
                    <a:gd name="connsiteX2" fmla="*/ 12700 w 2562506"/>
                    <a:gd name="connsiteY2" fmla="*/ 241300 h 692150"/>
                    <a:gd name="connsiteX3" fmla="*/ 2495550 w 2562506"/>
                    <a:gd name="connsiteY3" fmla="*/ 241300 h 692150"/>
                    <a:gd name="connsiteX4" fmla="*/ 2463800 w 2562506"/>
                    <a:gd name="connsiteY4" fmla="*/ 552450 h 692150"/>
                    <a:gd name="connsiteX5" fmla="*/ 69850 w 2562506"/>
                    <a:gd name="connsiteY5" fmla="*/ 565150 h 692150"/>
                    <a:gd name="connsiteX6" fmla="*/ 95250 w 2562506"/>
                    <a:gd name="connsiteY6" fmla="*/ 520700 h 692150"/>
                    <a:gd name="connsiteX7" fmla="*/ 0 w 2562506"/>
                    <a:gd name="connsiteY7" fmla="*/ 577850 h 692150"/>
                    <a:gd name="connsiteX8" fmla="*/ 9525 w 2562506"/>
                    <a:gd name="connsiteY8" fmla="*/ 688975 h 692150"/>
                    <a:gd name="connsiteX9" fmla="*/ 2393950 w 2562506"/>
                    <a:gd name="connsiteY9" fmla="*/ 692150 h 692150"/>
                    <a:gd name="connsiteX10" fmla="*/ 2435225 w 2562506"/>
                    <a:gd name="connsiteY10" fmla="*/ 666750 h 692150"/>
                    <a:gd name="connsiteX11" fmla="*/ 2479675 w 2562506"/>
                    <a:gd name="connsiteY11" fmla="*/ 692150 h 692150"/>
                    <a:gd name="connsiteX12" fmla="*/ 2562225 w 2562506"/>
                    <a:gd name="connsiteY12" fmla="*/ 685800 h 692150"/>
                    <a:gd name="connsiteX13" fmla="*/ 2555875 w 2562506"/>
                    <a:gd name="connsiteY13" fmla="*/ 171450 h 692150"/>
                    <a:gd name="connsiteX14" fmla="*/ 2470150 w 2562506"/>
                    <a:gd name="connsiteY14" fmla="*/ 95250 h 692150"/>
                    <a:gd name="connsiteX15" fmla="*/ 514350 w 2562506"/>
                    <a:gd name="connsiteY15" fmla="*/ 184150 h 692150"/>
                    <a:gd name="connsiteX16" fmla="*/ 184150 w 2562506"/>
                    <a:gd name="connsiteY16" fmla="*/ 0 h 692150"/>
                    <a:gd name="connsiteX0" fmla="*/ 180975 w 2559331"/>
                    <a:gd name="connsiteY0" fmla="*/ 0 h 692150"/>
                    <a:gd name="connsiteX1" fmla="*/ 6350 w 2559331"/>
                    <a:gd name="connsiteY1" fmla="*/ 152400 h 692150"/>
                    <a:gd name="connsiteX2" fmla="*/ 9525 w 2559331"/>
                    <a:gd name="connsiteY2" fmla="*/ 241300 h 692150"/>
                    <a:gd name="connsiteX3" fmla="*/ 2492375 w 2559331"/>
                    <a:gd name="connsiteY3" fmla="*/ 241300 h 692150"/>
                    <a:gd name="connsiteX4" fmla="*/ 2460625 w 2559331"/>
                    <a:gd name="connsiteY4" fmla="*/ 552450 h 692150"/>
                    <a:gd name="connsiteX5" fmla="*/ 66675 w 2559331"/>
                    <a:gd name="connsiteY5" fmla="*/ 565150 h 692150"/>
                    <a:gd name="connsiteX6" fmla="*/ 92075 w 2559331"/>
                    <a:gd name="connsiteY6" fmla="*/ 520700 h 692150"/>
                    <a:gd name="connsiteX7" fmla="*/ 0 w 2559331"/>
                    <a:gd name="connsiteY7" fmla="*/ 593725 h 692150"/>
                    <a:gd name="connsiteX8" fmla="*/ 6350 w 2559331"/>
                    <a:gd name="connsiteY8" fmla="*/ 688975 h 692150"/>
                    <a:gd name="connsiteX9" fmla="*/ 2390775 w 2559331"/>
                    <a:gd name="connsiteY9" fmla="*/ 692150 h 692150"/>
                    <a:gd name="connsiteX10" fmla="*/ 2432050 w 2559331"/>
                    <a:gd name="connsiteY10" fmla="*/ 666750 h 692150"/>
                    <a:gd name="connsiteX11" fmla="*/ 2476500 w 2559331"/>
                    <a:gd name="connsiteY11" fmla="*/ 692150 h 692150"/>
                    <a:gd name="connsiteX12" fmla="*/ 2559050 w 2559331"/>
                    <a:gd name="connsiteY12" fmla="*/ 685800 h 692150"/>
                    <a:gd name="connsiteX13" fmla="*/ 2552700 w 2559331"/>
                    <a:gd name="connsiteY13" fmla="*/ 171450 h 692150"/>
                    <a:gd name="connsiteX14" fmla="*/ 2466975 w 2559331"/>
                    <a:gd name="connsiteY14" fmla="*/ 95250 h 692150"/>
                    <a:gd name="connsiteX15" fmla="*/ 511175 w 2559331"/>
                    <a:gd name="connsiteY15" fmla="*/ 184150 h 692150"/>
                    <a:gd name="connsiteX16" fmla="*/ 180975 w 2559331"/>
                    <a:gd name="connsiteY16" fmla="*/ 0 h 692150"/>
                    <a:gd name="connsiteX0" fmla="*/ 180975 w 2559331"/>
                    <a:gd name="connsiteY0" fmla="*/ 0 h 692150"/>
                    <a:gd name="connsiteX1" fmla="*/ 6350 w 2559331"/>
                    <a:gd name="connsiteY1" fmla="*/ 152400 h 692150"/>
                    <a:gd name="connsiteX2" fmla="*/ 9525 w 2559331"/>
                    <a:gd name="connsiteY2" fmla="*/ 241300 h 692150"/>
                    <a:gd name="connsiteX3" fmla="*/ 2492375 w 2559331"/>
                    <a:gd name="connsiteY3" fmla="*/ 241300 h 692150"/>
                    <a:gd name="connsiteX4" fmla="*/ 2460625 w 2559331"/>
                    <a:gd name="connsiteY4" fmla="*/ 552450 h 692150"/>
                    <a:gd name="connsiteX5" fmla="*/ 66675 w 2559331"/>
                    <a:gd name="connsiteY5" fmla="*/ 565150 h 692150"/>
                    <a:gd name="connsiteX6" fmla="*/ 88900 w 2559331"/>
                    <a:gd name="connsiteY6" fmla="*/ 568325 h 692150"/>
                    <a:gd name="connsiteX7" fmla="*/ 92075 w 2559331"/>
                    <a:gd name="connsiteY7" fmla="*/ 520700 h 692150"/>
                    <a:gd name="connsiteX8" fmla="*/ 0 w 2559331"/>
                    <a:gd name="connsiteY8" fmla="*/ 593725 h 692150"/>
                    <a:gd name="connsiteX9" fmla="*/ 6350 w 2559331"/>
                    <a:gd name="connsiteY9" fmla="*/ 688975 h 692150"/>
                    <a:gd name="connsiteX10" fmla="*/ 2390775 w 2559331"/>
                    <a:gd name="connsiteY10" fmla="*/ 692150 h 692150"/>
                    <a:gd name="connsiteX11" fmla="*/ 2432050 w 2559331"/>
                    <a:gd name="connsiteY11" fmla="*/ 666750 h 692150"/>
                    <a:gd name="connsiteX12" fmla="*/ 2476500 w 2559331"/>
                    <a:gd name="connsiteY12" fmla="*/ 692150 h 692150"/>
                    <a:gd name="connsiteX13" fmla="*/ 2559050 w 2559331"/>
                    <a:gd name="connsiteY13" fmla="*/ 685800 h 692150"/>
                    <a:gd name="connsiteX14" fmla="*/ 2552700 w 2559331"/>
                    <a:gd name="connsiteY14" fmla="*/ 171450 h 692150"/>
                    <a:gd name="connsiteX15" fmla="*/ 2466975 w 2559331"/>
                    <a:gd name="connsiteY15" fmla="*/ 95250 h 692150"/>
                    <a:gd name="connsiteX16" fmla="*/ 511175 w 2559331"/>
                    <a:gd name="connsiteY16" fmla="*/ 184150 h 692150"/>
                    <a:gd name="connsiteX17" fmla="*/ 180975 w 2559331"/>
                    <a:gd name="connsiteY17" fmla="*/ 0 h 692150"/>
                    <a:gd name="connsiteX0" fmla="*/ 180975 w 2559331"/>
                    <a:gd name="connsiteY0" fmla="*/ 0 h 692150"/>
                    <a:gd name="connsiteX1" fmla="*/ 6350 w 2559331"/>
                    <a:gd name="connsiteY1" fmla="*/ 152400 h 692150"/>
                    <a:gd name="connsiteX2" fmla="*/ 9525 w 2559331"/>
                    <a:gd name="connsiteY2" fmla="*/ 241300 h 692150"/>
                    <a:gd name="connsiteX3" fmla="*/ 2454275 w 2559331"/>
                    <a:gd name="connsiteY3" fmla="*/ 234950 h 692150"/>
                    <a:gd name="connsiteX4" fmla="*/ 2460625 w 2559331"/>
                    <a:gd name="connsiteY4" fmla="*/ 552450 h 692150"/>
                    <a:gd name="connsiteX5" fmla="*/ 66675 w 2559331"/>
                    <a:gd name="connsiteY5" fmla="*/ 565150 h 692150"/>
                    <a:gd name="connsiteX6" fmla="*/ 88900 w 2559331"/>
                    <a:gd name="connsiteY6" fmla="*/ 568325 h 692150"/>
                    <a:gd name="connsiteX7" fmla="*/ 92075 w 2559331"/>
                    <a:gd name="connsiteY7" fmla="*/ 520700 h 692150"/>
                    <a:gd name="connsiteX8" fmla="*/ 0 w 2559331"/>
                    <a:gd name="connsiteY8" fmla="*/ 593725 h 692150"/>
                    <a:gd name="connsiteX9" fmla="*/ 6350 w 2559331"/>
                    <a:gd name="connsiteY9" fmla="*/ 688975 h 692150"/>
                    <a:gd name="connsiteX10" fmla="*/ 2390775 w 2559331"/>
                    <a:gd name="connsiteY10" fmla="*/ 692150 h 692150"/>
                    <a:gd name="connsiteX11" fmla="*/ 2432050 w 2559331"/>
                    <a:gd name="connsiteY11" fmla="*/ 666750 h 692150"/>
                    <a:gd name="connsiteX12" fmla="*/ 2476500 w 2559331"/>
                    <a:gd name="connsiteY12" fmla="*/ 692150 h 692150"/>
                    <a:gd name="connsiteX13" fmla="*/ 2559050 w 2559331"/>
                    <a:gd name="connsiteY13" fmla="*/ 685800 h 692150"/>
                    <a:gd name="connsiteX14" fmla="*/ 2552700 w 2559331"/>
                    <a:gd name="connsiteY14" fmla="*/ 171450 h 692150"/>
                    <a:gd name="connsiteX15" fmla="*/ 2466975 w 2559331"/>
                    <a:gd name="connsiteY15" fmla="*/ 95250 h 692150"/>
                    <a:gd name="connsiteX16" fmla="*/ 511175 w 2559331"/>
                    <a:gd name="connsiteY16" fmla="*/ 184150 h 692150"/>
                    <a:gd name="connsiteX17" fmla="*/ 180975 w 2559331"/>
                    <a:gd name="connsiteY17" fmla="*/ 0 h 692150"/>
                    <a:gd name="connsiteX0" fmla="*/ 180975 w 2559331"/>
                    <a:gd name="connsiteY0" fmla="*/ 0 h 692150"/>
                    <a:gd name="connsiteX1" fmla="*/ 6350 w 2559331"/>
                    <a:gd name="connsiteY1" fmla="*/ 152400 h 692150"/>
                    <a:gd name="connsiteX2" fmla="*/ 9525 w 2559331"/>
                    <a:gd name="connsiteY2" fmla="*/ 241300 h 692150"/>
                    <a:gd name="connsiteX3" fmla="*/ 2454275 w 2559331"/>
                    <a:gd name="connsiteY3" fmla="*/ 234950 h 692150"/>
                    <a:gd name="connsiteX4" fmla="*/ 2454275 w 2559331"/>
                    <a:gd name="connsiteY4" fmla="*/ 552450 h 692150"/>
                    <a:gd name="connsiteX5" fmla="*/ 66675 w 2559331"/>
                    <a:gd name="connsiteY5" fmla="*/ 565150 h 692150"/>
                    <a:gd name="connsiteX6" fmla="*/ 88900 w 2559331"/>
                    <a:gd name="connsiteY6" fmla="*/ 568325 h 692150"/>
                    <a:gd name="connsiteX7" fmla="*/ 92075 w 2559331"/>
                    <a:gd name="connsiteY7" fmla="*/ 520700 h 692150"/>
                    <a:gd name="connsiteX8" fmla="*/ 0 w 2559331"/>
                    <a:gd name="connsiteY8" fmla="*/ 593725 h 692150"/>
                    <a:gd name="connsiteX9" fmla="*/ 6350 w 2559331"/>
                    <a:gd name="connsiteY9" fmla="*/ 688975 h 692150"/>
                    <a:gd name="connsiteX10" fmla="*/ 2390775 w 2559331"/>
                    <a:gd name="connsiteY10" fmla="*/ 692150 h 692150"/>
                    <a:gd name="connsiteX11" fmla="*/ 2432050 w 2559331"/>
                    <a:gd name="connsiteY11" fmla="*/ 666750 h 692150"/>
                    <a:gd name="connsiteX12" fmla="*/ 2476500 w 2559331"/>
                    <a:gd name="connsiteY12" fmla="*/ 692150 h 692150"/>
                    <a:gd name="connsiteX13" fmla="*/ 2559050 w 2559331"/>
                    <a:gd name="connsiteY13" fmla="*/ 685800 h 692150"/>
                    <a:gd name="connsiteX14" fmla="*/ 2552700 w 2559331"/>
                    <a:gd name="connsiteY14" fmla="*/ 171450 h 692150"/>
                    <a:gd name="connsiteX15" fmla="*/ 2466975 w 2559331"/>
                    <a:gd name="connsiteY15" fmla="*/ 95250 h 692150"/>
                    <a:gd name="connsiteX16" fmla="*/ 511175 w 2559331"/>
                    <a:gd name="connsiteY16" fmla="*/ 184150 h 692150"/>
                    <a:gd name="connsiteX17" fmla="*/ 180975 w 2559331"/>
                    <a:gd name="connsiteY17" fmla="*/ 0 h 692150"/>
                    <a:gd name="connsiteX0" fmla="*/ 180975 w 2559331"/>
                    <a:gd name="connsiteY0" fmla="*/ 0 h 692150"/>
                    <a:gd name="connsiteX1" fmla="*/ 6350 w 2559331"/>
                    <a:gd name="connsiteY1" fmla="*/ 152400 h 692150"/>
                    <a:gd name="connsiteX2" fmla="*/ 9525 w 2559331"/>
                    <a:gd name="connsiteY2" fmla="*/ 241300 h 692150"/>
                    <a:gd name="connsiteX3" fmla="*/ 2454275 w 2559331"/>
                    <a:gd name="connsiteY3" fmla="*/ 234950 h 692150"/>
                    <a:gd name="connsiteX4" fmla="*/ 2454275 w 2559331"/>
                    <a:gd name="connsiteY4" fmla="*/ 552450 h 692150"/>
                    <a:gd name="connsiteX5" fmla="*/ 66675 w 2559331"/>
                    <a:gd name="connsiteY5" fmla="*/ 565150 h 692150"/>
                    <a:gd name="connsiteX6" fmla="*/ 88900 w 2559331"/>
                    <a:gd name="connsiteY6" fmla="*/ 568325 h 692150"/>
                    <a:gd name="connsiteX7" fmla="*/ 92075 w 2559331"/>
                    <a:gd name="connsiteY7" fmla="*/ 520700 h 692150"/>
                    <a:gd name="connsiteX8" fmla="*/ 0 w 2559331"/>
                    <a:gd name="connsiteY8" fmla="*/ 593725 h 692150"/>
                    <a:gd name="connsiteX9" fmla="*/ 6350 w 2559331"/>
                    <a:gd name="connsiteY9" fmla="*/ 688975 h 692150"/>
                    <a:gd name="connsiteX10" fmla="*/ 2390775 w 2559331"/>
                    <a:gd name="connsiteY10" fmla="*/ 692150 h 692150"/>
                    <a:gd name="connsiteX11" fmla="*/ 2432050 w 2559331"/>
                    <a:gd name="connsiteY11" fmla="*/ 666750 h 692150"/>
                    <a:gd name="connsiteX12" fmla="*/ 2476500 w 2559331"/>
                    <a:gd name="connsiteY12" fmla="*/ 692150 h 692150"/>
                    <a:gd name="connsiteX13" fmla="*/ 2559050 w 2559331"/>
                    <a:gd name="connsiteY13" fmla="*/ 685800 h 692150"/>
                    <a:gd name="connsiteX14" fmla="*/ 2552700 w 2559331"/>
                    <a:gd name="connsiteY14" fmla="*/ 171450 h 692150"/>
                    <a:gd name="connsiteX15" fmla="*/ 2466975 w 2559331"/>
                    <a:gd name="connsiteY15" fmla="*/ 95250 h 692150"/>
                    <a:gd name="connsiteX16" fmla="*/ 511175 w 2559331"/>
                    <a:gd name="connsiteY16" fmla="*/ 184150 h 692150"/>
                    <a:gd name="connsiteX17" fmla="*/ 180975 w 2559331"/>
                    <a:gd name="connsiteY17" fmla="*/ 0 h 692150"/>
                    <a:gd name="connsiteX0" fmla="*/ 180975 w 2559331"/>
                    <a:gd name="connsiteY0" fmla="*/ 0 h 692150"/>
                    <a:gd name="connsiteX1" fmla="*/ 6350 w 2559331"/>
                    <a:gd name="connsiteY1" fmla="*/ 152400 h 692150"/>
                    <a:gd name="connsiteX2" fmla="*/ 9525 w 2559331"/>
                    <a:gd name="connsiteY2" fmla="*/ 241300 h 692150"/>
                    <a:gd name="connsiteX3" fmla="*/ 2454275 w 2559331"/>
                    <a:gd name="connsiteY3" fmla="*/ 234950 h 692150"/>
                    <a:gd name="connsiteX4" fmla="*/ 2454275 w 2559331"/>
                    <a:gd name="connsiteY4" fmla="*/ 552450 h 692150"/>
                    <a:gd name="connsiteX5" fmla="*/ 66675 w 2559331"/>
                    <a:gd name="connsiteY5" fmla="*/ 565150 h 692150"/>
                    <a:gd name="connsiteX6" fmla="*/ 88900 w 2559331"/>
                    <a:gd name="connsiteY6" fmla="*/ 568325 h 692150"/>
                    <a:gd name="connsiteX7" fmla="*/ 92075 w 2559331"/>
                    <a:gd name="connsiteY7" fmla="*/ 520700 h 692150"/>
                    <a:gd name="connsiteX8" fmla="*/ 0 w 2559331"/>
                    <a:gd name="connsiteY8" fmla="*/ 593725 h 692150"/>
                    <a:gd name="connsiteX9" fmla="*/ 6350 w 2559331"/>
                    <a:gd name="connsiteY9" fmla="*/ 688975 h 692150"/>
                    <a:gd name="connsiteX10" fmla="*/ 2390775 w 2559331"/>
                    <a:gd name="connsiteY10" fmla="*/ 692150 h 692150"/>
                    <a:gd name="connsiteX11" fmla="*/ 2476500 w 2559331"/>
                    <a:gd name="connsiteY11" fmla="*/ 692150 h 692150"/>
                    <a:gd name="connsiteX12" fmla="*/ 2559050 w 2559331"/>
                    <a:gd name="connsiteY12" fmla="*/ 685800 h 692150"/>
                    <a:gd name="connsiteX13" fmla="*/ 2552700 w 2559331"/>
                    <a:gd name="connsiteY13" fmla="*/ 171450 h 692150"/>
                    <a:gd name="connsiteX14" fmla="*/ 2466975 w 2559331"/>
                    <a:gd name="connsiteY14" fmla="*/ 95250 h 692150"/>
                    <a:gd name="connsiteX15" fmla="*/ 511175 w 2559331"/>
                    <a:gd name="connsiteY15" fmla="*/ 184150 h 692150"/>
                    <a:gd name="connsiteX16" fmla="*/ 180975 w 2559331"/>
                    <a:gd name="connsiteY16" fmla="*/ 0 h 692150"/>
                    <a:gd name="connsiteX0" fmla="*/ 180975 w 2559331"/>
                    <a:gd name="connsiteY0" fmla="*/ 0 h 692150"/>
                    <a:gd name="connsiteX1" fmla="*/ 6350 w 2559331"/>
                    <a:gd name="connsiteY1" fmla="*/ 152400 h 692150"/>
                    <a:gd name="connsiteX2" fmla="*/ 9525 w 2559331"/>
                    <a:gd name="connsiteY2" fmla="*/ 241300 h 692150"/>
                    <a:gd name="connsiteX3" fmla="*/ 2454275 w 2559331"/>
                    <a:gd name="connsiteY3" fmla="*/ 234950 h 692150"/>
                    <a:gd name="connsiteX4" fmla="*/ 2454275 w 2559331"/>
                    <a:gd name="connsiteY4" fmla="*/ 552450 h 692150"/>
                    <a:gd name="connsiteX5" fmla="*/ 66675 w 2559331"/>
                    <a:gd name="connsiteY5" fmla="*/ 565150 h 692150"/>
                    <a:gd name="connsiteX6" fmla="*/ 88900 w 2559331"/>
                    <a:gd name="connsiteY6" fmla="*/ 568325 h 692150"/>
                    <a:gd name="connsiteX7" fmla="*/ 92075 w 2559331"/>
                    <a:gd name="connsiteY7" fmla="*/ 520700 h 692150"/>
                    <a:gd name="connsiteX8" fmla="*/ 0 w 2559331"/>
                    <a:gd name="connsiteY8" fmla="*/ 593725 h 692150"/>
                    <a:gd name="connsiteX9" fmla="*/ 6350 w 2559331"/>
                    <a:gd name="connsiteY9" fmla="*/ 688975 h 692150"/>
                    <a:gd name="connsiteX10" fmla="*/ 2390775 w 2559331"/>
                    <a:gd name="connsiteY10" fmla="*/ 692150 h 692150"/>
                    <a:gd name="connsiteX11" fmla="*/ 2559050 w 2559331"/>
                    <a:gd name="connsiteY11" fmla="*/ 685800 h 692150"/>
                    <a:gd name="connsiteX12" fmla="*/ 2552700 w 2559331"/>
                    <a:gd name="connsiteY12" fmla="*/ 171450 h 692150"/>
                    <a:gd name="connsiteX13" fmla="*/ 2466975 w 2559331"/>
                    <a:gd name="connsiteY13" fmla="*/ 95250 h 692150"/>
                    <a:gd name="connsiteX14" fmla="*/ 511175 w 2559331"/>
                    <a:gd name="connsiteY14" fmla="*/ 184150 h 692150"/>
                    <a:gd name="connsiteX15" fmla="*/ 180975 w 2559331"/>
                    <a:gd name="connsiteY15" fmla="*/ 0 h 692150"/>
                    <a:gd name="connsiteX0" fmla="*/ 180975 w 2559331"/>
                    <a:gd name="connsiteY0" fmla="*/ 0 h 688975"/>
                    <a:gd name="connsiteX1" fmla="*/ 6350 w 2559331"/>
                    <a:gd name="connsiteY1" fmla="*/ 152400 h 688975"/>
                    <a:gd name="connsiteX2" fmla="*/ 9525 w 2559331"/>
                    <a:gd name="connsiteY2" fmla="*/ 241300 h 688975"/>
                    <a:gd name="connsiteX3" fmla="*/ 2454275 w 2559331"/>
                    <a:gd name="connsiteY3" fmla="*/ 234950 h 688975"/>
                    <a:gd name="connsiteX4" fmla="*/ 2454275 w 2559331"/>
                    <a:gd name="connsiteY4" fmla="*/ 552450 h 688975"/>
                    <a:gd name="connsiteX5" fmla="*/ 66675 w 2559331"/>
                    <a:gd name="connsiteY5" fmla="*/ 565150 h 688975"/>
                    <a:gd name="connsiteX6" fmla="*/ 88900 w 2559331"/>
                    <a:gd name="connsiteY6" fmla="*/ 568325 h 688975"/>
                    <a:gd name="connsiteX7" fmla="*/ 92075 w 2559331"/>
                    <a:gd name="connsiteY7" fmla="*/ 520700 h 688975"/>
                    <a:gd name="connsiteX8" fmla="*/ 0 w 2559331"/>
                    <a:gd name="connsiteY8" fmla="*/ 593725 h 688975"/>
                    <a:gd name="connsiteX9" fmla="*/ 6350 w 2559331"/>
                    <a:gd name="connsiteY9" fmla="*/ 688975 h 688975"/>
                    <a:gd name="connsiteX10" fmla="*/ 2559050 w 2559331"/>
                    <a:gd name="connsiteY10" fmla="*/ 685800 h 688975"/>
                    <a:gd name="connsiteX11" fmla="*/ 2552700 w 2559331"/>
                    <a:gd name="connsiteY11" fmla="*/ 171450 h 688975"/>
                    <a:gd name="connsiteX12" fmla="*/ 2466975 w 2559331"/>
                    <a:gd name="connsiteY12" fmla="*/ 95250 h 688975"/>
                    <a:gd name="connsiteX13" fmla="*/ 511175 w 2559331"/>
                    <a:gd name="connsiteY13" fmla="*/ 184150 h 688975"/>
                    <a:gd name="connsiteX14" fmla="*/ 180975 w 2559331"/>
                    <a:gd name="connsiteY14" fmla="*/ 0 h 688975"/>
                    <a:gd name="connsiteX0" fmla="*/ 180975 w 2572231"/>
                    <a:gd name="connsiteY0" fmla="*/ 0 h 688975"/>
                    <a:gd name="connsiteX1" fmla="*/ 6350 w 2572231"/>
                    <a:gd name="connsiteY1" fmla="*/ 152400 h 688975"/>
                    <a:gd name="connsiteX2" fmla="*/ 9525 w 2572231"/>
                    <a:gd name="connsiteY2" fmla="*/ 241300 h 688975"/>
                    <a:gd name="connsiteX3" fmla="*/ 2454275 w 2572231"/>
                    <a:gd name="connsiteY3" fmla="*/ 234950 h 688975"/>
                    <a:gd name="connsiteX4" fmla="*/ 2454275 w 2572231"/>
                    <a:gd name="connsiteY4" fmla="*/ 552450 h 688975"/>
                    <a:gd name="connsiteX5" fmla="*/ 66675 w 2572231"/>
                    <a:gd name="connsiteY5" fmla="*/ 565150 h 688975"/>
                    <a:gd name="connsiteX6" fmla="*/ 88900 w 2572231"/>
                    <a:gd name="connsiteY6" fmla="*/ 568325 h 688975"/>
                    <a:gd name="connsiteX7" fmla="*/ 92075 w 2572231"/>
                    <a:gd name="connsiteY7" fmla="*/ 520700 h 688975"/>
                    <a:gd name="connsiteX8" fmla="*/ 0 w 2572231"/>
                    <a:gd name="connsiteY8" fmla="*/ 593725 h 688975"/>
                    <a:gd name="connsiteX9" fmla="*/ 6350 w 2572231"/>
                    <a:gd name="connsiteY9" fmla="*/ 688975 h 688975"/>
                    <a:gd name="connsiteX10" fmla="*/ 2559050 w 2572231"/>
                    <a:gd name="connsiteY10" fmla="*/ 685800 h 688975"/>
                    <a:gd name="connsiteX11" fmla="*/ 2552700 w 2572231"/>
                    <a:gd name="connsiteY11" fmla="*/ 171450 h 688975"/>
                    <a:gd name="connsiteX12" fmla="*/ 2466975 w 2572231"/>
                    <a:gd name="connsiteY12" fmla="*/ 95250 h 688975"/>
                    <a:gd name="connsiteX13" fmla="*/ 511175 w 2572231"/>
                    <a:gd name="connsiteY13" fmla="*/ 184150 h 688975"/>
                    <a:gd name="connsiteX14" fmla="*/ 180975 w 2572231"/>
                    <a:gd name="connsiteY14" fmla="*/ 0 h 688975"/>
                    <a:gd name="connsiteX0" fmla="*/ 180975 w 2572231"/>
                    <a:gd name="connsiteY0" fmla="*/ 0 h 688975"/>
                    <a:gd name="connsiteX1" fmla="*/ 6350 w 2572231"/>
                    <a:gd name="connsiteY1" fmla="*/ 152400 h 688975"/>
                    <a:gd name="connsiteX2" fmla="*/ 9525 w 2572231"/>
                    <a:gd name="connsiteY2" fmla="*/ 241300 h 688975"/>
                    <a:gd name="connsiteX3" fmla="*/ 2454275 w 2572231"/>
                    <a:gd name="connsiteY3" fmla="*/ 234950 h 688975"/>
                    <a:gd name="connsiteX4" fmla="*/ 2454275 w 2572231"/>
                    <a:gd name="connsiteY4" fmla="*/ 552450 h 688975"/>
                    <a:gd name="connsiteX5" fmla="*/ 66675 w 2572231"/>
                    <a:gd name="connsiteY5" fmla="*/ 565150 h 688975"/>
                    <a:gd name="connsiteX6" fmla="*/ 88900 w 2572231"/>
                    <a:gd name="connsiteY6" fmla="*/ 568325 h 688975"/>
                    <a:gd name="connsiteX7" fmla="*/ 92075 w 2572231"/>
                    <a:gd name="connsiteY7" fmla="*/ 520700 h 688975"/>
                    <a:gd name="connsiteX8" fmla="*/ 0 w 2572231"/>
                    <a:gd name="connsiteY8" fmla="*/ 593725 h 688975"/>
                    <a:gd name="connsiteX9" fmla="*/ 6350 w 2572231"/>
                    <a:gd name="connsiteY9" fmla="*/ 688975 h 688975"/>
                    <a:gd name="connsiteX10" fmla="*/ 2559050 w 2572231"/>
                    <a:gd name="connsiteY10" fmla="*/ 685800 h 688975"/>
                    <a:gd name="connsiteX11" fmla="*/ 2552700 w 2572231"/>
                    <a:gd name="connsiteY11" fmla="*/ 171450 h 688975"/>
                    <a:gd name="connsiteX12" fmla="*/ 2466975 w 2572231"/>
                    <a:gd name="connsiteY12" fmla="*/ 95250 h 688975"/>
                    <a:gd name="connsiteX13" fmla="*/ 511175 w 2572231"/>
                    <a:gd name="connsiteY13" fmla="*/ 184150 h 688975"/>
                    <a:gd name="connsiteX14" fmla="*/ 180975 w 2572231"/>
                    <a:gd name="connsiteY14" fmla="*/ 0 h 688975"/>
                    <a:gd name="connsiteX0" fmla="*/ 180975 w 2574798"/>
                    <a:gd name="connsiteY0" fmla="*/ 0 h 688975"/>
                    <a:gd name="connsiteX1" fmla="*/ 6350 w 2574798"/>
                    <a:gd name="connsiteY1" fmla="*/ 152400 h 688975"/>
                    <a:gd name="connsiteX2" fmla="*/ 9525 w 2574798"/>
                    <a:gd name="connsiteY2" fmla="*/ 241300 h 688975"/>
                    <a:gd name="connsiteX3" fmla="*/ 2454275 w 2574798"/>
                    <a:gd name="connsiteY3" fmla="*/ 234950 h 688975"/>
                    <a:gd name="connsiteX4" fmla="*/ 2454275 w 2574798"/>
                    <a:gd name="connsiteY4" fmla="*/ 552450 h 688975"/>
                    <a:gd name="connsiteX5" fmla="*/ 66675 w 2574798"/>
                    <a:gd name="connsiteY5" fmla="*/ 565150 h 688975"/>
                    <a:gd name="connsiteX6" fmla="*/ 88900 w 2574798"/>
                    <a:gd name="connsiteY6" fmla="*/ 568325 h 688975"/>
                    <a:gd name="connsiteX7" fmla="*/ 92075 w 2574798"/>
                    <a:gd name="connsiteY7" fmla="*/ 520700 h 688975"/>
                    <a:gd name="connsiteX8" fmla="*/ 0 w 2574798"/>
                    <a:gd name="connsiteY8" fmla="*/ 593725 h 688975"/>
                    <a:gd name="connsiteX9" fmla="*/ 6350 w 2574798"/>
                    <a:gd name="connsiteY9" fmla="*/ 688975 h 688975"/>
                    <a:gd name="connsiteX10" fmla="*/ 2562225 w 2574798"/>
                    <a:gd name="connsiteY10" fmla="*/ 666750 h 688975"/>
                    <a:gd name="connsiteX11" fmla="*/ 2552700 w 2574798"/>
                    <a:gd name="connsiteY11" fmla="*/ 171450 h 688975"/>
                    <a:gd name="connsiteX12" fmla="*/ 2466975 w 2574798"/>
                    <a:gd name="connsiteY12" fmla="*/ 95250 h 688975"/>
                    <a:gd name="connsiteX13" fmla="*/ 511175 w 2574798"/>
                    <a:gd name="connsiteY13" fmla="*/ 184150 h 688975"/>
                    <a:gd name="connsiteX14" fmla="*/ 180975 w 2574798"/>
                    <a:gd name="connsiteY14" fmla="*/ 0 h 688975"/>
                    <a:gd name="connsiteX0" fmla="*/ 180975 w 2574798"/>
                    <a:gd name="connsiteY0" fmla="*/ 0 h 688975"/>
                    <a:gd name="connsiteX1" fmla="*/ 6350 w 2574798"/>
                    <a:gd name="connsiteY1" fmla="*/ 152400 h 688975"/>
                    <a:gd name="connsiteX2" fmla="*/ 9525 w 2574798"/>
                    <a:gd name="connsiteY2" fmla="*/ 241300 h 688975"/>
                    <a:gd name="connsiteX3" fmla="*/ 2454275 w 2574798"/>
                    <a:gd name="connsiteY3" fmla="*/ 234950 h 688975"/>
                    <a:gd name="connsiteX4" fmla="*/ 2454275 w 2574798"/>
                    <a:gd name="connsiteY4" fmla="*/ 552450 h 688975"/>
                    <a:gd name="connsiteX5" fmla="*/ 66675 w 2574798"/>
                    <a:gd name="connsiteY5" fmla="*/ 565150 h 688975"/>
                    <a:gd name="connsiteX6" fmla="*/ 88900 w 2574798"/>
                    <a:gd name="connsiteY6" fmla="*/ 568325 h 688975"/>
                    <a:gd name="connsiteX7" fmla="*/ 92075 w 2574798"/>
                    <a:gd name="connsiteY7" fmla="*/ 520700 h 688975"/>
                    <a:gd name="connsiteX8" fmla="*/ 0 w 2574798"/>
                    <a:gd name="connsiteY8" fmla="*/ 593725 h 688975"/>
                    <a:gd name="connsiteX9" fmla="*/ 6350 w 2574798"/>
                    <a:gd name="connsiteY9" fmla="*/ 688975 h 688975"/>
                    <a:gd name="connsiteX10" fmla="*/ 2562225 w 2574798"/>
                    <a:gd name="connsiteY10" fmla="*/ 666750 h 688975"/>
                    <a:gd name="connsiteX11" fmla="*/ 2552700 w 2574798"/>
                    <a:gd name="connsiteY11" fmla="*/ 171450 h 688975"/>
                    <a:gd name="connsiteX12" fmla="*/ 2466975 w 2574798"/>
                    <a:gd name="connsiteY12" fmla="*/ 95250 h 688975"/>
                    <a:gd name="connsiteX13" fmla="*/ 511175 w 2574798"/>
                    <a:gd name="connsiteY13" fmla="*/ 184150 h 688975"/>
                    <a:gd name="connsiteX14" fmla="*/ 180975 w 2574798"/>
                    <a:gd name="connsiteY14" fmla="*/ 0 h 688975"/>
                    <a:gd name="connsiteX0" fmla="*/ 180975 w 2577418"/>
                    <a:gd name="connsiteY0" fmla="*/ 0 h 688975"/>
                    <a:gd name="connsiteX1" fmla="*/ 6350 w 2577418"/>
                    <a:gd name="connsiteY1" fmla="*/ 152400 h 688975"/>
                    <a:gd name="connsiteX2" fmla="*/ 9525 w 2577418"/>
                    <a:gd name="connsiteY2" fmla="*/ 241300 h 688975"/>
                    <a:gd name="connsiteX3" fmla="*/ 2454275 w 2577418"/>
                    <a:gd name="connsiteY3" fmla="*/ 234950 h 688975"/>
                    <a:gd name="connsiteX4" fmla="*/ 2454275 w 2577418"/>
                    <a:gd name="connsiteY4" fmla="*/ 552450 h 688975"/>
                    <a:gd name="connsiteX5" fmla="*/ 66675 w 2577418"/>
                    <a:gd name="connsiteY5" fmla="*/ 565150 h 688975"/>
                    <a:gd name="connsiteX6" fmla="*/ 88900 w 2577418"/>
                    <a:gd name="connsiteY6" fmla="*/ 568325 h 688975"/>
                    <a:gd name="connsiteX7" fmla="*/ 92075 w 2577418"/>
                    <a:gd name="connsiteY7" fmla="*/ 520700 h 688975"/>
                    <a:gd name="connsiteX8" fmla="*/ 0 w 2577418"/>
                    <a:gd name="connsiteY8" fmla="*/ 593725 h 688975"/>
                    <a:gd name="connsiteX9" fmla="*/ 6350 w 2577418"/>
                    <a:gd name="connsiteY9" fmla="*/ 688975 h 688975"/>
                    <a:gd name="connsiteX10" fmla="*/ 2565400 w 2577418"/>
                    <a:gd name="connsiteY10" fmla="*/ 688975 h 688975"/>
                    <a:gd name="connsiteX11" fmla="*/ 2552700 w 2577418"/>
                    <a:gd name="connsiteY11" fmla="*/ 171450 h 688975"/>
                    <a:gd name="connsiteX12" fmla="*/ 2466975 w 2577418"/>
                    <a:gd name="connsiteY12" fmla="*/ 95250 h 688975"/>
                    <a:gd name="connsiteX13" fmla="*/ 511175 w 2577418"/>
                    <a:gd name="connsiteY13" fmla="*/ 184150 h 688975"/>
                    <a:gd name="connsiteX14" fmla="*/ 180975 w 2577418"/>
                    <a:gd name="connsiteY14" fmla="*/ 0 h 688975"/>
                    <a:gd name="connsiteX0" fmla="*/ 180975 w 2577418"/>
                    <a:gd name="connsiteY0" fmla="*/ 0 h 688975"/>
                    <a:gd name="connsiteX1" fmla="*/ 6350 w 2577418"/>
                    <a:gd name="connsiteY1" fmla="*/ 152400 h 688975"/>
                    <a:gd name="connsiteX2" fmla="*/ 9525 w 2577418"/>
                    <a:gd name="connsiteY2" fmla="*/ 241300 h 688975"/>
                    <a:gd name="connsiteX3" fmla="*/ 2454275 w 2577418"/>
                    <a:gd name="connsiteY3" fmla="*/ 234950 h 688975"/>
                    <a:gd name="connsiteX4" fmla="*/ 2454275 w 2577418"/>
                    <a:gd name="connsiteY4" fmla="*/ 552450 h 688975"/>
                    <a:gd name="connsiteX5" fmla="*/ 66675 w 2577418"/>
                    <a:gd name="connsiteY5" fmla="*/ 565150 h 688975"/>
                    <a:gd name="connsiteX6" fmla="*/ 88900 w 2577418"/>
                    <a:gd name="connsiteY6" fmla="*/ 568325 h 688975"/>
                    <a:gd name="connsiteX7" fmla="*/ 92075 w 2577418"/>
                    <a:gd name="connsiteY7" fmla="*/ 520700 h 688975"/>
                    <a:gd name="connsiteX8" fmla="*/ 0 w 2577418"/>
                    <a:gd name="connsiteY8" fmla="*/ 593725 h 688975"/>
                    <a:gd name="connsiteX9" fmla="*/ 6350 w 2577418"/>
                    <a:gd name="connsiteY9" fmla="*/ 688975 h 688975"/>
                    <a:gd name="connsiteX10" fmla="*/ 2565400 w 2577418"/>
                    <a:gd name="connsiteY10" fmla="*/ 688975 h 688975"/>
                    <a:gd name="connsiteX11" fmla="*/ 2552700 w 2577418"/>
                    <a:gd name="connsiteY11" fmla="*/ 171450 h 688975"/>
                    <a:gd name="connsiteX12" fmla="*/ 2466975 w 2577418"/>
                    <a:gd name="connsiteY12" fmla="*/ 95250 h 688975"/>
                    <a:gd name="connsiteX13" fmla="*/ 511175 w 2577418"/>
                    <a:gd name="connsiteY13" fmla="*/ 184150 h 688975"/>
                    <a:gd name="connsiteX14" fmla="*/ 180975 w 2577418"/>
                    <a:gd name="connsiteY14" fmla="*/ 0 h 688975"/>
                    <a:gd name="connsiteX0" fmla="*/ 180975 w 2570812"/>
                    <a:gd name="connsiteY0" fmla="*/ 0 h 688975"/>
                    <a:gd name="connsiteX1" fmla="*/ 6350 w 2570812"/>
                    <a:gd name="connsiteY1" fmla="*/ 152400 h 688975"/>
                    <a:gd name="connsiteX2" fmla="*/ 9525 w 2570812"/>
                    <a:gd name="connsiteY2" fmla="*/ 241300 h 688975"/>
                    <a:gd name="connsiteX3" fmla="*/ 2454275 w 2570812"/>
                    <a:gd name="connsiteY3" fmla="*/ 234950 h 688975"/>
                    <a:gd name="connsiteX4" fmla="*/ 2454275 w 2570812"/>
                    <a:gd name="connsiteY4" fmla="*/ 552450 h 688975"/>
                    <a:gd name="connsiteX5" fmla="*/ 66675 w 2570812"/>
                    <a:gd name="connsiteY5" fmla="*/ 565150 h 688975"/>
                    <a:gd name="connsiteX6" fmla="*/ 88900 w 2570812"/>
                    <a:gd name="connsiteY6" fmla="*/ 568325 h 688975"/>
                    <a:gd name="connsiteX7" fmla="*/ 92075 w 2570812"/>
                    <a:gd name="connsiteY7" fmla="*/ 520700 h 688975"/>
                    <a:gd name="connsiteX8" fmla="*/ 0 w 2570812"/>
                    <a:gd name="connsiteY8" fmla="*/ 593725 h 688975"/>
                    <a:gd name="connsiteX9" fmla="*/ 6350 w 2570812"/>
                    <a:gd name="connsiteY9" fmla="*/ 688975 h 688975"/>
                    <a:gd name="connsiteX10" fmla="*/ 2565400 w 2570812"/>
                    <a:gd name="connsiteY10" fmla="*/ 688975 h 688975"/>
                    <a:gd name="connsiteX11" fmla="*/ 2552700 w 2570812"/>
                    <a:gd name="connsiteY11" fmla="*/ 171450 h 688975"/>
                    <a:gd name="connsiteX12" fmla="*/ 2466975 w 2570812"/>
                    <a:gd name="connsiteY12" fmla="*/ 95250 h 688975"/>
                    <a:gd name="connsiteX13" fmla="*/ 511175 w 2570812"/>
                    <a:gd name="connsiteY13" fmla="*/ 184150 h 688975"/>
                    <a:gd name="connsiteX14" fmla="*/ 180975 w 2570812"/>
                    <a:gd name="connsiteY14" fmla="*/ 0 h 688975"/>
                    <a:gd name="connsiteX0" fmla="*/ 180975 w 2570812"/>
                    <a:gd name="connsiteY0" fmla="*/ 0 h 688975"/>
                    <a:gd name="connsiteX1" fmla="*/ 6350 w 2570812"/>
                    <a:gd name="connsiteY1" fmla="*/ 152400 h 688975"/>
                    <a:gd name="connsiteX2" fmla="*/ 9525 w 2570812"/>
                    <a:gd name="connsiteY2" fmla="*/ 241300 h 688975"/>
                    <a:gd name="connsiteX3" fmla="*/ 2460625 w 2570812"/>
                    <a:gd name="connsiteY3" fmla="*/ 247650 h 688975"/>
                    <a:gd name="connsiteX4" fmla="*/ 2454275 w 2570812"/>
                    <a:gd name="connsiteY4" fmla="*/ 552450 h 688975"/>
                    <a:gd name="connsiteX5" fmla="*/ 66675 w 2570812"/>
                    <a:gd name="connsiteY5" fmla="*/ 565150 h 688975"/>
                    <a:gd name="connsiteX6" fmla="*/ 88900 w 2570812"/>
                    <a:gd name="connsiteY6" fmla="*/ 568325 h 688975"/>
                    <a:gd name="connsiteX7" fmla="*/ 92075 w 2570812"/>
                    <a:gd name="connsiteY7" fmla="*/ 520700 h 688975"/>
                    <a:gd name="connsiteX8" fmla="*/ 0 w 2570812"/>
                    <a:gd name="connsiteY8" fmla="*/ 593725 h 688975"/>
                    <a:gd name="connsiteX9" fmla="*/ 6350 w 2570812"/>
                    <a:gd name="connsiteY9" fmla="*/ 688975 h 688975"/>
                    <a:gd name="connsiteX10" fmla="*/ 2565400 w 2570812"/>
                    <a:gd name="connsiteY10" fmla="*/ 688975 h 688975"/>
                    <a:gd name="connsiteX11" fmla="*/ 2552700 w 2570812"/>
                    <a:gd name="connsiteY11" fmla="*/ 171450 h 688975"/>
                    <a:gd name="connsiteX12" fmla="*/ 2466975 w 2570812"/>
                    <a:gd name="connsiteY12" fmla="*/ 95250 h 688975"/>
                    <a:gd name="connsiteX13" fmla="*/ 511175 w 2570812"/>
                    <a:gd name="connsiteY13" fmla="*/ 184150 h 688975"/>
                    <a:gd name="connsiteX14" fmla="*/ 180975 w 2570812"/>
                    <a:gd name="connsiteY14" fmla="*/ 0 h 688975"/>
                    <a:gd name="connsiteX0" fmla="*/ 180975 w 2570812"/>
                    <a:gd name="connsiteY0" fmla="*/ 0 h 688975"/>
                    <a:gd name="connsiteX1" fmla="*/ 6350 w 2570812"/>
                    <a:gd name="connsiteY1" fmla="*/ 152400 h 688975"/>
                    <a:gd name="connsiteX2" fmla="*/ 9525 w 2570812"/>
                    <a:gd name="connsiteY2" fmla="*/ 241300 h 688975"/>
                    <a:gd name="connsiteX3" fmla="*/ 2460625 w 2570812"/>
                    <a:gd name="connsiteY3" fmla="*/ 247650 h 688975"/>
                    <a:gd name="connsiteX4" fmla="*/ 2457450 w 2570812"/>
                    <a:gd name="connsiteY4" fmla="*/ 561975 h 688975"/>
                    <a:gd name="connsiteX5" fmla="*/ 66675 w 2570812"/>
                    <a:gd name="connsiteY5" fmla="*/ 565150 h 688975"/>
                    <a:gd name="connsiteX6" fmla="*/ 88900 w 2570812"/>
                    <a:gd name="connsiteY6" fmla="*/ 568325 h 688975"/>
                    <a:gd name="connsiteX7" fmla="*/ 92075 w 2570812"/>
                    <a:gd name="connsiteY7" fmla="*/ 520700 h 688975"/>
                    <a:gd name="connsiteX8" fmla="*/ 0 w 2570812"/>
                    <a:gd name="connsiteY8" fmla="*/ 593725 h 688975"/>
                    <a:gd name="connsiteX9" fmla="*/ 6350 w 2570812"/>
                    <a:gd name="connsiteY9" fmla="*/ 688975 h 688975"/>
                    <a:gd name="connsiteX10" fmla="*/ 2565400 w 2570812"/>
                    <a:gd name="connsiteY10" fmla="*/ 688975 h 688975"/>
                    <a:gd name="connsiteX11" fmla="*/ 2552700 w 2570812"/>
                    <a:gd name="connsiteY11" fmla="*/ 171450 h 688975"/>
                    <a:gd name="connsiteX12" fmla="*/ 2466975 w 2570812"/>
                    <a:gd name="connsiteY12" fmla="*/ 95250 h 688975"/>
                    <a:gd name="connsiteX13" fmla="*/ 511175 w 2570812"/>
                    <a:gd name="connsiteY13" fmla="*/ 184150 h 688975"/>
                    <a:gd name="connsiteX14" fmla="*/ 180975 w 2570812"/>
                    <a:gd name="connsiteY14" fmla="*/ 0 h 688975"/>
                    <a:gd name="connsiteX0" fmla="*/ 180975 w 2570812"/>
                    <a:gd name="connsiteY0" fmla="*/ 0 h 688975"/>
                    <a:gd name="connsiteX1" fmla="*/ 6350 w 2570812"/>
                    <a:gd name="connsiteY1" fmla="*/ 152400 h 688975"/>
                    <a:gd name="connsiteX2" fmla="*/ 9525 w 2570812"/>
                    <a:gd name="connsiteY2" fmla="*/ 241300 h 688975"/>
                    <a:gd name="connsiteX3" fmla="*/ 2460625 w 2570812"/>
                    <a:gd name="connsiteY3" fmla="*/ 247650 h 688975"/>
                    <a:gd name="connsiteX4" fmla="*/ 2457450 w 2570812"/>
                    <a:gd name="connsiteY4" fmla="*/ 561975 h 688975"/>
                    <a:gd name="connsiteX5" fmla="*/ 66675 w 2570812"/>
                    <a:gd name="connsiteY5" fmla="*/ 565150 h 688975"/>
                    <a:gd name="connsiteX6" fmla="*/ 88900 w 2570812"/>
                    <a:gd name="connsiteY6" fmla="*/ 568325 h 688975"/>
                    <a:gd name="connsiteX7" fmla="*/ 92075 w 2570812"/>
                    <a:gd name="connsiteY7" fmla="*/ 520700 h 688975"/>
                    <a:gd name="connsiteX8" fmla="*/ 0 w 2570812"/>
                    <a:gd name="connsiteY8" fmla="*/ 593725 h 688975"/>
                    <a:gd name="connsiteX9" fmla="*/ 6350 w 2570812"/>
                    <a:gd name="connsiteY9" fmla="*/ 688975 h 688975"/>
                    <a:gd name="connsiteX10" fmla="*/ 2565400 w 2570812"/>
                    <a:gd name="connsiteY10" fmla="*/ 688975 h 688975"/>
                    <a:gd name="connsiteX11" fmla="*/ 2552700 w 2570812"/>
                    <a:gd name="connsiteY11" fmla="*/ 171450 h 688975"/>
                    <a:gd name="connsiteX12" fmla="*/ 2466975 w 2570812"/>
                    <a:gd name="connsiteY12" fmla="*/ 95250 h 688975"/>
                    <a:gd name="connsiteX13" fmla="*/ 485775 w 2570812"/>
                    <a:gd name="connsiteY13" fmla="*/ 171450 h 688975"/>
                    <a:gd name="connsiteX14" fmla="*/ 180975 w 2570812"/>
                    <a:gd name="connsiteY14" fmla="*/ 0 h 688975"/>
                    <a:gd name="connsiteX0" fmla="*/ 180975 w 2570812"/>
                    <a:gd name="connsiteY0" fmla="*/ 0 h 688975"/>
                    <a:gd name="connsiteX1" fmla="*/ 6350 w 2570812"/>
                    <a:gd name="connsiteY1" fmla="*/ 152400 h 688975"/>
                    <a:gd name="connsiteX2" fmla="*/ 9525 w 2570812"/>
                    <a:gd name="connsiteY2" fmla="*/ 241300 h 688975"/>
                    <a:gd name="connsiteX3" fmla="*/ 2460625 w 2570812"/>
                    <a:gd name="connsiteY3" fmla="*/ 247650 h 688975"/>
                    <a:gd name="connsiteX4" fmla="*/ 2457450 w 2570812"/>
                    <a:gd name="connsiteY4" fmla="*/ 561975 h 688975"/>
                    <a:gd name="connsiteX5" fmla="*/ 66675 w 2570812"/>
                    <a:gd name="connsiteY5" fmla="*/ 565150 h 688975"/>
                    <a:gd name="connsiteX6" fmla="*/ 88900 w 2570812"/>
                    <a:gd name="connsiteY6" fmla="*/ 568325 h 688975"/>
                    <a:gd name="connsiteX7" fmla="*/ 92075 w 2570812"/>
                    <a:gd name="connsiteY7" fmla="*/ 520700 h 688975"/>
                    <a:gd name="connsiteX8" fmla="*/ 0 w 2570812"/>
                    <a:gd name="connsiteY8" fmla="*/ 593725 h 688975"/>
                    <a:gd name="connsiteX9" fmla="*/ 6350 w 2570812"/>
                    <a:gd name="connsiteY9" fmla="*/ 688975 h 688975"/>
                    <a:gd name="connsiteX10" fmla="*/ 2565400 w 2570812"/>
                    <a:gd name="connsiteY10" fmla="*/ 688975 h 688975"/>
                    <a:gd name="connsiteX11" fmla="*/ 2552700 w 2570812"/>
                    <a:gd name="connsiteY11" fmla="*/ 171450 h 688975"/>
                    <a:gd name="connsiteX12" fmla="*/ 2466975 w 2570812"/>
                    <a:gd name="connsiteY12" fmla="*/ 95250 h 688975"/>
                    <a:gd name="connsiteX13" fmla="*/ 180975 w 2570812"/>
                    <a:gd name="connsiteY13" fmla="*/ 0 h 688975"/>
                    <a:gd name="connsiteX0" fmla="*/ 180975 w 2570812"/>
                    <a:gd name="connsiteY0" fmla="*/ 31750 h 720725"/>
                    <a:gd name="connsiteX1" fmla="*/ 6350 w 2570812"/>
                    <a:gd name="connsiteY1" fmla="*/ 184150 h 720725"/>
                    <a:gd name="connsiteX2" fmla="*/ 9525 w 2570812"/>
                    <a:gd name="connsiteY2" fmla="*/ 273050 h 720725"/>
                    <a:gd name="connsiteX3" fmla="*/ 2460625 w 2570812"/>
                    <a:gd name="connsiteY3" fmla="*/ 279400 h 720725"/>
                    <a:gd name="connsiteX4" fmla="*/ 2457450 w 2570812"/>
                    <a:gd name="connsiteY4" fmla="*/ 593725 h 720725"/>
                    <a:gd name="connsiteX5" fmla="*/ 66675 w 2570812"/>
                    <a:gd name="connsiteY5" fmla="*/ 596900 h 720725"/>
                    <a:gd name="connsiteX6" fmla="*/ 88900 w 2570812"/>
                    <a:gd name="connsiteY6" fmla="*/ 600075 h 720725"/>
                    <a:gd name="connsiteX7" fmla="*/ 92075 w 2570812"/>
                    <a:gd name="connsiteY7" fmla="*/ 552450 h 720725"/>
                    <a:gd name="connsiteX8" fmla="*/ 0 w 2570812"/>
                    <a:gd name="connsiteY8" fmla="*/ 625475 h 720725"/>
                    <a:gd name="connsiteX9" fmla="*/ 6350 w 2570812"/>
                    <a:gd name="connsiteY9" fmla="*/ 720725 h 720725"/>
                    <a:gd name="connsiteX10" fmla="*/ 2565400 w 2570812"/>
                    <a:gd name="connsiteY10" fmla="*/ 720725 h 720725"/>
                    <a:gd name="connsiteX11" fmla="*/ 2552700 w 2570812"/>
                    <a:gd name="connsiteY11" fmla="*/ 203200 h 720725"/>
                    <a:gd name="connsiteX12" fmla="*/ 2336800 w 2570812"/>
                    <a:gd name="connsiteY12" fmla="*/ 0 h 720725"/>
                    <a:gd name="connsiteX13" fmla="*/ 180975 w 2570812"/>
                    <a:gd name="connsiteY13" fmla="*/ 31750 h 720725"/>
                    <a:gd name="connsiteX0" fmla="*/ 180975 w 2570812"/>
                    <a:gd name="connsiteY0" fmla="*/ 0 h 688975"/>
                    <a:gd name="connsiteX1" fmla="*/ 6350 w 2570812"/>
                    <a:gd name="connsiteY1" fmla="*/ 152400 h 688975"/>
                    <a:gd name="connsiteX2" fmla="*/ 9525 w 2570812"/>
                    <a:gd name="connsiteY2" fmla="*/ 241300 h 688975"/>
                    <a:gd name="connsiteX3" fmla="*/ 2460625 w 2570812"/>
                    <a:gd name="connsiteY3" fmla="*/ 247650 h 688975"/>
                    <a:gd name="connsiteX4" fmla="*/ 2457450 w 2570812"/>
                    <a:gd name="connsiteY4" fmla="*/ 561975 h 688975"/>
                    <a:gd name="connsiteX5" fmla="*/ 66675 w 2570812"/>
                    <a:gd name="connsiteY5" fmla="*/ 565150 h 688975"/>
                    <a:gd name="connsiteX6" fmla="*/ 88900 w 2570812"/>
                    <a:gd name="connsiteY6" fmla="*/ 568325 h 688975"/>
                    <a:gd name="connsiteX7" fmla="*/ 92075 w 2570812"/>
                    <a:gd name="connsiteY7" fmla="*/ 520700 h 688975"/>
                    <a:gd name="connsiteX8" fmla="*/ 0 w 2570812"/>
                    <a:gd name="connsiteY8" fmla="*/ 593725 h 688975"/>
                    <a:gd name="connsiteX9" fmla="*/ 6350 w 2570812"/>
                    <a:gd name="connsiteY9" fmla="*/ 688975 h 688975"/>
                    <a:gd name="connsiteX10" fmla="*/ 2565400 w 2570812"/>
                    <a:gd name="connsiteY10" fmla="*/ 688975 h 688975"/>
                    <a:gd name="connsiteX11" fmla="*/ 2552700 w 2570812"/>
                    <a:gd name="connsiteY11" fmla="*/ 171450 h 688975"/>
                    <a:gd name="connsiteX12" fmla="*/ 2352675 w 2570812"/>
                    <a:gd name="connsiteY12" fmla="*/ 19050 h 688975"/>
                    <a:gd name="connsiteX13" fmla="*/ 180975 w 2570812"/>
                    <a:gd name="connsiteY13" fmla="*/ 0 h 688975"/>
                    <a:gd name="connsiteX0" fmla="*/ 225425 w 2570812"/>
                    <a:gd name="connsiteY0" fmla="*/ 0 h 714375"/>
                    <a:gd name="connsiteX1" fmla="*/ 6350 w 2570812"/>
                    <a:gd name="connsiteY1" fmla="*/ 177800 h 714375"/>
                    <a:gd name="connsiteX2" fmla="*/ 9525 w 2570812"/>
                    <a:gd name="connsiteY2" fmla="*/ 266700 h 714375"/>
                    <a:gd name="connsiteX3" fmla="*/ 2460625 w 2570812"/>
                    <a:gd name="connsiteY3" fmla="*/ 273050 h 714375"/>
                    <a:gd name="connsiteX4" fmla="*/ 2457450 w 2570812"/>
                    <a:gd name="connsiteY4" fmla="*/ 587375 h 714375"/>
                    <a:gd name="connsiteX5" fmla="*/ 66675 w 2570812"/>
                    <a:gd name="connsiteY5" fmla="*/ 590550 h 714375"/>
                    <a:gd name="connsiteX6" fmla="*/ 88900 w 2570812"/>
                    <a:gd name="connsiteY6" fmla="*/ 593725 h 714375"/>
                    <a:gd name="connsiteX7" fmla="*/ 92075 w 2570812"/>
                    <a:gd name="connsiteY7" fmla="*/ 546100 h 714375"/>
                    <a:gd name="connsiteX8" fmla="*/ 0 w 2570812"/>
                    <a:gd name="connsiteY8" fmla="*/ 619125 h 714375"/>
                    <a:gd name="connsiteX9" fmla="*/ 6350 w 2570812"/>
                    <a:gd name="connsiteY9" fmla="*/ 714375 h 714375"/>
                    <a:gd name="connsiteX10" fmla="*/ 2565400 w 2570812"/>
                    <a:gd name="connsiteY10" fmla="*/ 714375 h 714375"/>
                    <a:gd name="connsiteX11" fmla="*/ 2552700 w 2570812"/>
                    <a:gd name="connsiteY11" fmla="*/ 196850 h 714375"/>
                    <a:gd name="connsiteX12" fmla="*/ 2352675 w 2570812"/>
                    <a:gd name="connsiteY12" fmla="*/ 44450 h 714375"/>
                    <a:gd name="connsiteX13" fmla="*/ 225425 w 2570812"/>
                    <a:gd name="connsiteY13" fmla="*/ 0 h 714375"/>
                    <a:gd name="connsiteX0" fmla="*/ 225425 w 2570812"/>
                    <a:gd name="connsiteY0" fmla="*/ 0 h 714375"/>
                    <a:gd name="connsiteX1" fmla="*/ 6350 w 2570812"/>
                    <a:gd name="connsiteY1" fmla="*/ 177800 h 714375"/>
                    <a:gd name="connsiteX2" fmla="*/ 9525 w 2570812"/>
                    <a:gd name="connsiteY2" fmla="*/ 266700 h 714375"/>
                    <a:gd name="connsiteX3" fmla="*/ 2460625 w 2570812"/>
                    <a:gd name="connsiteY3" fmla="*/ 273050 h 714375"/>
                    <a:gd name="connsiteX4" fmla="*/ 2457450 w 2570812"/>
                    <a:gd name="connsiteY4" fmla="*/ 587375 h 714375"/>
                    <a:gd name="connsiteX5" fmla="*/ 66675 w 2570812"/>
                    <a:gd name="connsiteY5" fmla="*/ 590550 h 714375"/>
                    <a:gd name="connsiteX6" fmla="*/ 88900 w 2570812"/>
                    <a:gd name="connsiteY6" fmla="*/ 593725 h 714375"/>
                    <a:gd name="connsiteX7" fmla="*/ 92075 w 2570812"/>
                    <a:gd name="connsiteY7" fmla="*/ 546100 h 714375"/>
                    <a:gd name="connsiteX8" fmla="*/ 0 w 2570812"/>
                    <a:gd name="connsiteY8" fmla="*/ 619125 h 714375"/>
                    <a:gd name="connsiteX9" fmla="*/ 6350 w 2570812"/>
                    <a:gd name="connsiteY9" fmla="*/ 714375 h 714375"/>
                    <a:gd name="connsiteX10" fmla="*/ 2565400 w 2570812"/>
                    <a:gd name="connsiteY10" fmla="*/ 714375 h 714375"/>
                    <a:gd name="connsiteX11" fmla="*/ 2552700 w 2570812"/>
                    <a:gd name="connsiteY11" fmla="*/ 196850 h 714375"/>
                    <a:gd name="connsiteX12" fmla="*/ 2308225 w 2570812"/>
                    <a:gd name="connsiteY12" fmla="*/ 12700 h 714375"/>
                    <a:gd name="connsiteX13" fmla="*/ 225425 w 2570812"/>
                    <a:gd name="connsiteY13" fmla="*/ 0 h 714375"/>
                    <a:gd name="connsiteX0" fmla="*/ 225425 w 2570812"/>
                    <a:gd name="connsiteY0" fmla="*/ 0 h 714375"/>
                    <a:gd name="connsiteX1" fmla="*/ 6350 w 2570812"/>
                    <a:gd name="connsiteY1" fmla="*/ 177800 h 714375"/>
                    <a:gd name="connsiteX2" fmla="*/ 9525 w 2570812"/>
                    <a:gd name="connsiteY2" fmla="*/ 266700 h 714375"/>
                    <a:gd name="connsiteX3" fmla="*/ 2460625 w 2570812"/>
                    <a:gd name="connsiteY3" fmla="*/ 273050 h 714375"/>
                    <a:gd name="connsiteX4" fmla="*/ 2457450 w 2570812"/>
                    <a:gd name="connsiteY4" fmla="*/ 587375 h 714375"/>
                    <a:gd name="connsiteX5" fmla="*/ 66675 w 2570812"/>
                    <a:gd name="connsiteY5" fmla="*/ 590550 h 714375"/>
                    <a:gd name="connsiteX6" fmla="*/ 88900 w 2570812"/>
                    <a:gd name="connsiteY6" fmla="*/ 593725 h 714375"/>
                    <a:gd name="connsiteX7" fmla="*/ 92075 w 2570812"/>
                    <a:gd name="connsiteY7" fmla="*/ 546100 h 714375"/>
                    <a:gd name="connsiteX8" fmla="*/ 0 w 2570812"/>
                    <a:gd name="connsiteY8" fmla="*/ 619125 h 714375"/>
                    <a:gd name="connsiteX9" fmla="*/ 6350 w 2570812"/>
                    <a:gd name="connsiteY9" fmla="*/ 714375 h 714375"/>
                    <a:gd name="connsiteX10" fmla="*/ 2565400 w 2570812"/>
                    <a:gd name="connsiteY10" fmla="*/ 714375 h 714375"/>
                    <a:gd name="connsiteX11" fmla="*/ 2552700 w 2570812"/>
                    <a:gd name="connsiteY11" fmla="*/ 196850 h 714375"/>
                    <a:gd name="connsiteX12" fmla="*/ 2295525 w 2570812"/>
                    <a:gd name="connsiteY12" fmla="*/ 0 h 714375"/>
                    <a:gd name="connsiteX13" fmla="*/ 225425 w 2570812"/>
                    <a:gd name="connsiteY13" fmla="*/ 0 h 714375"/>
                    <a:gd name="connsiteX0" fmla="*/ 225425 w 2570812"/>
                    <a:gd name="connsiteY0" fmla="*/ 0 h 714375"/>
                    <a:gd name="connsiteX1" fmla="*/ 6350 w 2570812"/>
                    <a:gd name="connsiteY1" fmla="*/ 177800 h 714375"/>
                    <a:gd name="connsiteX2" fmla="*/ 9525 w 2570812"/>
                    <a:gd name="connsiteY2" fmla="*/ 266700 h 714375"/>
                    <a:gd name="connsiteX3" fmla="*/ 2460625 w 2570812"/>
                    <a:gd name="connsiteY3" fmla="*/ 273050 h 714375"/>
                    <a:gd name="connsiteX4" fmla="*/ 2457450 w 2570812"/>
                    <a:gd name="connsiteY4" fmla="*/ 587375 h 714375"/>
                    <a:gd name="connsiteX5" fmla="*/ 66675 w 2570812"/>
                    <a:gd name="connsiteY5" fmla="*/ 590550 h 714375"/>
                    <a:gd name="connsiteX6" fmla="*/ 88900 w 2570812"/>
                    <a:gd name="connsiteY6" fmla="*/ 593725 h 714375"/>
                    <a:gd name="connsiteX7" fmla="*/ 92075 w 2570812"/>
                    <a:gd name="connsiteY7" fmla="*/ 546100 h 714375"/>
                    <a:gd name="connsiteX8" fmla="*/ 0 w 2570812"/>
                    <a:gd name="connsiteY8" fmla="*/ 619125 h 714375"/>
                    <a:gd name="connsiteX9" fmla="*/ 6350 w 2570812"/>
                    <a:gd name="connsiteY9" fmla="*/ 714375 h 714375"/>
                    <a:gd name="connsiteX10" fmla="*/ 2565400 w 2570812"/>
                    <a:gd name="connsiteY10" fmla="*/ 714375 h 714375"/>
                    <a:gd name="connsiteX11" fmla="*/ 2552700 w 2570812"/>
                    <a:gd name="connsiteY11" fmla="*/ 196850 h 714375"/>
                    <a:gd name="connsiteX12" fmla="*/ 2295525 w 2570812"/>
                    <a:gd name="connsiteY12" fmla="*/ 0 h 714375"/>
                    <a:gd name="connsiteX13" fmla="*/ 225425 w 2570812"/>
                    <a:gd name="connsiteY13" fmla="*/ 0 h 714375"/>
                    <a:gd name="connsiteX0" fmla="*/ 225425 w 2572985"/>
                    <a:gd name="connsiteY0" fmla="*/ 0 h 714375"/>
                    <a:gd name="connsiteX1" fmla="*/ 6350 w 2572985"/>
                    <a:gd name="connsiteY1" fmla="*/ 177800 h 714375"/>
                    <a:gd name="connsiteX2" fmla="*/ 9525 w 2572985"/>
                    <a:gd name="connsiteY2" fmla="*/ 266700 h 714375"/>
                    <a:gd name="connsiteX3" fmla="*/ 2460625 w 2572985"/>
                    <a:gd name="connsiteY3" fmla="*/ 273050 h 714375"/>
                    <a:gd name="connsiteX4" fmla="*/ 2457450 w 2572985"/>
                    <a:gd name="connsiteY4" fmla="*/ 587375 h 714375"/>
                    <a:gd name="connsiteX5" fmla="*/ 66675 w 2572985"/>
                    <a:gd name="connsiteY5" fmla="*/ 590550 h 714375"/>
                    <a:gd name="connsiteX6" fmla="*/ 88900 w 2572985"/>
                    <a:gd name="connsiteY6" fmla="*/ 593725 h 714375"/>
                    <a:gd name="connsiteX7" fmla="*/ 92075 w 2572985"/>
                    <a:gd name="connsiteY7" fmla="*/ 546100 h 714375"/>
                    <a:gd name="connsiteX8" fmla="*/ 0 w 2572985"/>
                    <a:gd name="connsiteY8" fmla="*/ 619125 h 714375"/>
                    <a:gd name="connsiteX9" fmla="*/ 6350 w 2572985"/>
                    <a:gd name="connsiteY9" fmla="*/ 714375 h 714375"/>
                    <a:gd name="connsiteX10" fmla="*/ 2565400 w 2572985"/>
                    <a:gd name="connsiteY10" fmla="*/ 714375 h 714375"/>
                    <a:gd name="connsiteX11" fmla="*/ 2565567 w 2572985"/>
                    <a:gd name="connsiteY11" fmla="*/ 205427 h 714375"/>
                    <a:gd name="connsiteX12" fmla="*/ 2295525 w 2572985"/>
                    <a:gd name="connsiteY12" fmla="*/ 0 h 714375"/>
                    <a:gd name="connsiteX13" fmla="*/ 225425 w 2572985"/>
                    <a:gd name="connsiteY13" fmla="*/ 0 h 714375"/>
                    <a:gd name="connsiteX0" fmla="*/ 225425 w 2575763"/>
                    <a:gd name="connsiteY0" fmla="*/ 0 h 714375"/>
                    <a:gd name="connsiteX1" fmla="*/ 6350 w 2575763"/>
                    <a:gd name="connsiteY1" fmla="*/ 177800 h 714375"/>
                    <a:gd name="connsiteX2" fmla="*/ 9525 w 2575763"/>
                    <a:gd name="connsiteY2" fmla="*/ 266700 h 714375"/>
                    <a:gd name="connsiteX3" fmla="*/ 2460625 w 2575763"/>
                    <a:gd name="connsiteY3" fmla="*/ 273050 h 714375"/>
                    <a:gd name="connsiteX4" fmla="*/ 2457450 w 2575763"/>
                    <a:gd name="connsiteY4" fmla="*/ 587375 h 714375"/>
                    <a:gd name="connsiteX5" fmla="*/ 66675 w 2575763"/>
                    <a:gd name="connsiteY5" fmla="*/ 590550 h 714375"/>
                    <a:gd name="connsiteX6" fmla="*/ 88900 w 2575763"/>
                    <a:gd name="connsiteY6" fmla="*/ 593725 h 714375"/>
                    <a:gd name="connsiteX7" fmla="*/ 92075 w 2575763"/>
                    <a:gd name="connsiteY7" fmla="*/ 546100 h 714375"/>
                    <a:gd name="connsiteX8" fmla="*/ 0 w 2575763"/>
                    <a:gd name="connsiteY8" fmla="*/ 619125 h 714375"/>
                    <a:gd name="connsiteX9" fmla="*/ 6350 w 2575763"/>
                    <a:gd name="connsiteY9" fmla="*/ 714375 h 714375"/>
                    <a:gd name="connsiteX10" fmla="*/ 2565400 w 2575763"/>
                    <a:gd name="connsiteY10" fmla="*/ 714375 h 714375"/>
                    <a:gd name="connsiteX11" fmla="*/ 2574145 w 2575763"/>
                    <a:gd name="connsiteY11" fmla="*/ 205427 h 714375"/>
                    <a:gd name="connsiteX12" fmla="*/ 2295525 w 2575763"/>
                    <a:gd name="connsiteY12" fmla="*/ 0 h 714375"/>
                    <a:gd name="connsiteX13" fmla="*/ 225425 w 2575763"/>
                    <a:gd name="connsiteY13" fmla="*/ 0 h 714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575763" h="714375">
                      <a:moveTo>
                        <a:pt x="225425" y="0"/>
                      </a:moveTo>
                      <a:lnTo>
                        <a:pt x="6350" y="177800"/>
                      </a:lnTo>
                      <a:lnTo>
                        <a:pt x="9525" y="266700"/>
                      </a:lnTo>
                      <a:lnTo>
                        <a:pt x="2460625" y="273050"/>
                      </a:lnTo>
                      <a:cubicBezTo>
                        <a:pt x="2459567" y="377825"/>
                        <a:pt x="2458508" y="482600"/>
                        <a:pt x="2457450" y="587375"/>
                      </a:cubicBezTo>
                      <a:lnTo>
                        <a:pt x="66675" y="590550"/>
                      </a:lnTo>
                      <a:cubicBezTo>
                        <a:pt x="69850" y="588433"/>
                        <a:pt x="85725" y="595842"/>
                        <a:pt x="88900" y="593725"/>
                      </a:cubicBezTo>
                      <a:lnTo>
                        <a:pt x="92075" y="546100"/>
                      </a:lnTo>
                      <a:lnTo>
                        <a:pt x="0" y="619125"/>
                      </a:lnTo>
                      <a:lnTo>
                        <a:pt x="6350" y="714375"/>
                      </a:lnTo>
                      <a:lnTo>
                        <a:pt x="2565400" y="714375"/>
                      </a:lnTo>
                      <a:cubicBezTo>
                        <a:pt x="2583392" y="672042"/>
                        <a:pt x="2572028" y="381110"/>
                        <a:pt x="2574145" y="205427"/>
                      </a:cubicBezTo>
                      <a:cubicBezTo>
                        <a:pt x="2488420" y="123935"/>
                        <a:pt x="2381250" y="65617"/>
                        <a:pt x="2295525" y="0"/>
                      </a:cubicBezTo>
                      <a:lnTo>
                        <a:pt x="225425" y="0"/>
                      </a:lnTo>
                      <a:close/>
                    </a:path>
                  </a:pathLst>
                </a:custGeom>
                <a:solidFill>
                  <a:srgbClr val="507C89"/>
                </a:solidFill>
                <a:ln w="12700" cap="flat" cmpd="sng" algn="ctr">
                  <a:no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2701" b="0" i="0" u="none" strike="noStrike" kern="0" cap="none" spc="0" normalizeH="0" baseline="0" noProof="0" dirty="0">
                    <a:ln>
                      <a:noFill/>
                    </a:ln>
                    <a:solidFill>
                      <a:prstClr val="white"/>
                    </a:solidFill>
                    <a:effectLst/>
                    <a:uLnTx/>
                    <a:uFillTx/>
                    <a:latin typeface="Arial"/>
                    <a:cs typeface="+mn-cs"/>
                  </a:endParaRPr>
                </a:p>
              </p:txBody>
            </p:sp>
            <p:sp>
              <p:nvSpPr>
                <p:cNvPr id="107" name="Rectangle 22">
                  <a:extLst>
                    <a:ext uri="{FF2B5EF4-FFF2-40B4-BE49-F238E27FC236}">
                      <a16:creationId xmlns:a16="http://schemas.microsoft.com/office/drawing/2014/main" id="{0E74478E-8991-F099-5BCE-DB0E86A5A421}"/>
                    </a:ext>
                  </a:extLst>
                </p:cNvPr>
                <p:cNvSpPr/>
                <p:nvPr/>
              </p:nvSpPr>
              <p:spPr>
                <a:xfrm>
                  <a:off x="3707904" y="3762375"/>
                  <a:ext cx="2376264" cy="321543"/>
                </a:xfrm>
                <a:custGeom>
                  <a:avLst/>
                  <a:gdLst>
                    <a:gd name="connsiteX0" fmla="*/ 0 w 2376264"/>
                    <a:gd name="connsiteY0" fmla="*/ 0 h 321543"/>
                    <a:gd name="connsiteX1" fmla="*/ 2376264 w 2376264"/>
                    <a:gd name="connsiteY1" fmla="*/ 0 h 321543"/>
                    <a:gd name="connsiteX2" fmla="*/ 2376264 w 2376264"/>
                    <a:gd name="connsiteY2" fmla="*/ 321543 h 321543"/>
                    <a:gd name="connsiteX3" fmla="*/ 0 w 2376264"/>
                    <a:gd name="connsiteY3" fmla="*/ 321543 h 321543"/>
                    <a:gd name="connsiteX4" fmla="*/ 0 w 2376264"/>
                    <a:gd name="connsiteY4" fmla="*/ 0 h 321543"/>
                    <a:gd name="connsiteX0" fmla="*/ 0 w 2376264"/>
                    <a:gd name="connsiteY0" fmla="*/ 0 h 321543"/>
                    <a:gd name="connsiteX1" fmla="*/ 2376264 w 2376264"/>
                    <a:gd name="connsiteY1" fmla="*/ 0 h 321543"/>
                    <a:gd name="connsiteX2" fmla="*/ 2376264 w 2376264"/>
                    <a:gd name="connsiteY2" fmla="*/ 321543 h 321543"/>
                    <a:gd name="connsiteX3" fmla="*/ 0 w 2376264"/>
                    <a:gd name="connsiteY3" fmla="*/ 321543 h 321543"/>
                    <a:gd name="connsiteX4" fmla="*/ 0 w 2376264"/>
                    <a:gd name="connsiteY4" fmla="*/ 0 h 321543"/>
                    <a:gd name="connsiteX0" fmla="*/ 0 w 2376264"/>
                    <a:gd name="connsiteY0" fmla="*/ 0 h 321543"/>
                    <a:gd name="connsiteX1" fmla="*/ 2376264 w 2376264"/>
                    <a:gd name="connsiteY1" fmla="*/ 0 h 321543"/>
                    <a:gd name="connsiteX2" fmla="*/ 2376264 w 2376264"/>
                    <a:gd name="connsiteY2" fmla="*/ 321543 h 321543"/>
                    <a:gd name="connsiteX3" fmla="*/ 0 w 2376264"/>
                    <a:gd name="connsiteY3" fmla="*/ 321543 h 321543"/>
                    <a:gd name="connsiteX4" fmla="*/ 0 w 2376264"/>
                    <a:gd name="connsiteY4" fmla="*/ 0 h 321543"/>
                    <a:gd name="connsiteX0" fmla="*/ 0 w 2376264"/>
                    <a:gd name="connsiteY0" fmla="*/ 0 h 321543"/>
                    <a:gd name="connsiteX1" fmla="*/ 2376264 w 2376264"/>
                    <a:gd name="connsiteY1" fmla="*/ 0 h 321543"/>
                    <a:gd name="connsiteX2" fmla="*/ 2376264 w 2376264"/>
                    <a:gd name="connsiteY2" fmla="*/ 321543 h 321543"/>
                    <a:gd name="connsiteX3" fmla="*/ 0 w 2376264"/>
                    <a:gd name="connsiteY3" fmla="*/ 321543 h 321543"/>
                    <a:gd name="connsiteX4" fmla="*/ 0 w 2376264"/>
                    <a:gd name="connsiteY4" fmla="*/ 0 h 3215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6264" h="321543">
                      <a:moveTo>
                        <a:pt x="0" y="0"/>
                      </a:moveTo>
                      <a:lnTo>
                        <a:pt x="2376264" y="0"/>
                      </a:lnTo>
                      <a:lnTo>
                        <a:pt x="2376264" y="321543"/>
                      </a:lnTo>
                      <a:lnTo>
                        <a:pt x="0" y="321543"/>
                      </a:lnTo>
                      <a:cubicBezTo>
                        <a:pt x="34925" y="258812"/>
                        <a:pt x="50800" y="110356"/>
                        <a:pt x="0" y="0"/>
                      </a:cubicBezTo>
                      <a:close/>
                    </a:path>
                  </a:pathLst>
                </a:custGeom>
                <a:solidFill>
                  <a:sysClr val="window" lastClr="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2701" b="0" i="0" u="none" strike="noStrike" kern="0" cap="none" spc="0" normalizeH="0" baseline="0" noProof="0">
                    <a:ln>
                      <a:noFill/>
                    </a:ln>
                    <a:solidFill>
                      <a:prstClr val="white"/>
                    </a:solidFill>
                    <a:effectLst/>
                    <a:uLnTx/>
                    <a:uFillTx/>
                    <a:latin typeface="Arial"/>
                    <a:cs typeface="+mn-cs"/>
                  </a:endParaRPr>
                </a:p>
              </p:txBody>
            </p:sp>
          </p:grpSp>
          <p:grpSp>
            <p:nvGrpSpPr>
              <p:cNvPr id="94" name="Group 125">
                <a:extLst>
                  <a:ext uri="{FF2B5EF4-FFF2-40B4-BE49-F238E27FC236}">
                    <a16:creationId xmlns:a16="http://schemas.microsoft.com/office/drawing/2014/main" id="{4EC872A5-8C25-9EFD-B215-B0A1C7417741}"/>
                  </a:ext>
                </a:extLst>
              </p:cNvPr>
              <p:cNvGrpSpPr/>
              <p:nvPr/>
            </p:nvGrpSpPr>
            <p:grpSpPr>
              <a:xfrm rot="16200000">
                <a:off x="10255929" y="2544833"/>
                <a:ext cx="2917736" cy="622725"/>
                <a:chOff x="3644106" y="3130550"/>
                <a:chExt cx="2603340" cy="555625"/>
              </a:xfrm>
              <a:effectLst/>
            </p:grpSpPr>
            <p:sp>
              <p:nvSpPr>
                <p:cNvPr id="104" name="Freeform 18">
                  <a:extLst>
                    <a:ext uri="{FF2B5EF4-FFF2-40B4-BE49-F238E27FC236}">
                      <a16:creationId xmlns:a16="http://schemas.microsoft.com/office/drawing/2014/main" id="{E3698A60-F3DE-0327-CDA3-BC1B017D78FC}"/>
                    </a:ext>
                  </a:extLst>
                </p:cNvPr>
                <p:cNvSpPr/>
                <p:nvPr/>
              </p:nvSpPr>
              <p:spPr>
                <a:xfrm>
                  <a:off x="3644106" y="3130550"/>
                  <a:ext cx="2603340" cy="555625"/>
                </a:xfrm>
                <a:custGeom>
                  <a:avLst/>
                  <a:gdLst>
                    <a:gd name="connsiteX0" fmla="*/ 47625 w 2552700"/>
                    <a:gd name="connsiteY0" fmla="*/ 374650 h 685800"/>
                    <a:gd name="connsiteX1" fmla="*/ 0 w 2552700"/>
                    <a:gd name="connsiteY1" fmla="*/ 422275 h 685800"/>
                    <a:gd name="connsiteX2" fmla="*/ 447675 w 2552700"/>
                    <a:gd name="connsiteY2" fmla="*/ 685800 h 685800"/>
                    <a:gd name="connsiteX3" fmla="*/ 2549525 w 2552700"/>
                    <a:gd name="connsiteY3" fmla="*/ 615950 h 685800"/>
                    <a:gd name="connsiteX4" fmla="*/ 2552700 w 2552700"/>
                    <a:gd name="connsiteY4" fmla="*/ 273050 h 685800"/>
                    <a:gd name="connsiteX5" fmla="*/ 1384300 w 2552700"/>
                    <a:gd name="connsiteY5" fmla="*/ 0 h 685800"/>
                    <a:gd name="connsiteX6" fmla="*/ 6350 w 2552700"/>
                    <a:gd name="connsiteY6" fmla="*/ 168275 h 685800"/>
                    <a:gd name="connsiteX7" fmla="*/ 3175 w 2552700"/>
                    <a:gd name="connsiteY7" fmla="*/ 206375 h 685800"/>
                    <a:gd name="connsiteX8" fmla="*/ 463550 w 2552700"/>
                    <a:gd name="connsiteY8" fmla="*/ 374650 h 685800"/>
                    <a:gd name="connsiteX9" fmla="*/ 2520950 w 2552700"/>
                    <a:gd name="connsiteY9" fmla="*/ 333375 h 685800"/>
                    <a:gd name="connsiteX10" fmla="*/ 2501900 w 2552700"/>
                    <a:gd name="connsiteY10" fmla="*/ 549275 h 685800"/>
                    <a:gd name="connsiteX11" fmla="*/ 473075 w 2552700"/>
                    <a:gd name="connsiteY11" fmla="*/ 622300 h 685800"/>
                    <a:gd name="connsiteX12" fmla="*/ 47625 w 2552700"/>
                    <a:gd name="connsiteY12" fmla="*/ 374650 h 685800"/>
                    <a:gd name="connsiteX0" fmla="*/ 47625 w 2552700"/>
                    <a:gd name="connsiteY0" fmla="*/ 263525 h 574675"/>
                    <a:gd name="connsiteX1" fmla="*/ 0 w 2552700"/>
                    <a:gd name="connsiteY1" fmla="*/ 311150 h 574675"/>
                    <a:gd name="connsiteX2" fmla="*/ 447675 w 2552700"/>
                    <a:gd name="connsiteY2" fmla="*/ 574675 h 574675"/>
                    <a:gd name="connsiteX3" fmla="*/ 2549525 w 2552700"/>
                    <a:gd name="connsiteY3" fmla="*/ 504825 h 574675"/>
                    <a:gd name="connsiteX4" fmla="*/ 2552700 w 2552700"/>
                    <a:gd name="connsiteY4" fmla="*/ 161925 h 574675"/>
                    <a:gd name="connsiteX5" fmla="*/ 1552575 w 2552700"/>
                    <a:gd name="connsiteY5" fmla="*/ 0 h 574675"/>
                    <a:gd name="connsiteX6" fmla="*/ 6350 w 2552700"/>
                    <a:gd name="connsiteY6" fmla="*/ 57150 h 574675"/>
                    <a:gd name="connsiteX7" fmla="*/ 3175 w 2552700"/>
                    <a:gd name="connsiteY7" fmla="*/ 95250 h 574675"/>
                    <a:gd name="connsiteX8" fmla="*/ 463550 w 2552700"/>
                    <a:gd name="connsiteY8" fmla="*/ 263525 h 574675"/>
                    <a:gd name="connsiteX9" fmla="*/ 2520950 w 2552700"/>
                    <a:gd name="connsiteY9" fmla="*/ 222250 h 574675"/>
                    <a:gd name="connsiteX10" fmla="*/ 2501900 w 2552700"/>
                    <a:gd name="connsiteY10" fmla="*/ 438150 h 574675"/>
                    <a:gd name="connsiteX11" fmla="*/ 473075 w 2552700"/>
                    <a:gd name="connsiteY11" fmla="*/ 511175 h 574675"/>
                    <a:gd name="connsiteX12" fmla="*/ 47625 w 2552700"/>
                    <a:gd name="connsiteY12" fmla="*/ 263525 h 574675"/>
                    <a:gd name="connsiteX0" fmla="*/ 47625 w 2552700"/>
                    <a:gd name="connsiteY0" fmla="*/ 244475 h 555625"/>
                    <a:gd name="connsiteX1" fmla="*/ 0 w 2552700"/>
                    <a:gd name="connsiteY1" fmla="*/ 292100 h 555625"/>
                    <a:gd name="connsiteX2" fmla="*/ 447675 w 2552700"/>
                    <a:gd name="connsiteY2" fmla="*/ 555625 h 555625"/>
                    <a:gd name="connsiteX3" fmla="*/ 2549525 w 2552700"/>
                    <a:gd name="connsiteY3" fmla="*/ 485775 h 555625"/>
                    <a:gd name="connsiteX4" fmla="*/ 2552700 w 2552700"/>
                    <a:gd name="connsiteY4" fmla="*/ 142875 h 555625"/>
                    <a:gd name="connsiteX5" fmla="*/ 1606550 w 2552700"/>
                    <a:gd name="connsiteY5" fmla="*/ 0 h 555625"/>
                    <a:gd name="connsiteX6" fmla="*/ 6350 w 2552700"/>
                    <a:gd name="connsiteY6" fmla="*/ 38100 h 555625"/>
                    <a:gd name="connsiteX7" fmla="*/ 3175 w 2552700"/>
                    <a:gd name="connsiteY7" fmla="*/ 76200 h 555625"/>
                    <a:gd name="connsiteX8" fmla="*/ 463550 w 2552700"/>
                    <a:gd name="connsiteY8" fmla="*/ 244475 h 555625"/>
                    <a:gd name="connsiteX9" fmla="*/ 2520950 w 2552700"/>
                    <a:gd name="connsiteY9" fmla="*/ 203200 h 555625"/>
                    <a:gd name="connsiteX10" fmla="*/ 2501900 w 2552700"/>
                    <a:gd name="connsiteY10" fmla="*/ 419100 h 555625"/>
                    <a:gd name="connsiteX11" fmla="*/ 473075 w 2552700"/>
                    <a:gd name="connsiteY11" fmla="*/ 492125 h 555625"/>
                    <a:gd name="connsiteX12" fmla="*/ 47625 w 2552700"/>
                    <a:gd name="connsiteY12" fmla="*/ 244475 h 555625"/>
                    <a:gd name="connsiteX0" fmla="*/ 47625 w 2585519"/>
                    <a:gd name="connsiteY0" fmla="*/ 244475 h 555625"/>
                    <a:gd name="connsiteX1" fmla="*/ 0 w 2585519"/>
                    <a:gd name="connsiteY1" fmla="*/ 292100 h 555625"/>
                    <a:gd name="connsiteX2" fmla="*/ 447675 w 2585519"/>
                    <a:gd name="connsiteY2" fmla="*/ 555625 h 555625"/>
                    <a:gd name="connsiteX3" fmla="*/ 2549525 w 2585519"/>
                    <a:gd name="connsiteY3" fmla="*/ 485775 h 555625"/>
                    <a:gd name="connsiteX4" fmla="*/ 2552700 w 2585519"/>
                    <a:gd name="connsiteY4" fmla="*/ 142875 h 555625"/>
                    <a:gd name="connsiteX5" fmla="*/ 1606550 w 2585519"/>
                    <a:gd name="connsiteY5" fmla="*/ 0 h 555625"/>
                    <a:gd name="connsiteX6" fmla="*/ 6350 w 2585519"/>
                    <a:gd name="connsiteY6" fmla="*/ 38100 h 555625"/>
                    <a:gd name="connsiteX7" fmla="*/ 3175 w 2585519"/>
                    <a:gd name="connsiteY7" fmla="*/ 76200 h 555625"/>
                    <a:gd name="connsiteX8" fmla="*/ 463550 w 2585519"/>
                    <a:gd name="connsiteY8" fmla="*/ 244475 h 555625"/>
                    <a:gd name="connsiteX9" fmla="*/ 2520950 w 2585519"/>
                    <a:gd name="connsiteY9" fmla="*/ 203200 h 555625"/>
                    <a:gd name="connsiteX10" fmla="*/ 2501900 w 2585519"/>
                    <a:gd name="connsiteY10" fmla="*/ 419100 h 555625"/>
                    <a:gd name="connsiteX11" fmla="*/ 473075 w 2585519"/>
                    <a:gd name="connsiteY11" fmla="*/ 492125 h 555625"/>
                    <a:gd name="connsiteX12" fmla="*/ 47625 w 2585519"/>
                    <a:gd name="connsiteY12" fmla="*/ 244475 h 555625"/>
                    <a:gd name="connsiteX0" fmla="*/ 47625 w 2599371"/>
                    <a:gd name="connsiteY0" fmla="*/ 244475 h 555625"/>
                    <a:gd name="connsiteX1" fmla="*/ 0 w 2599371"/>
                    <a:gd name="connsiteY1" fmla="*/ 292100 h 555625"/>
                    <a:gd name="connsiteX2" fmla="*/ 447675 w 2599371"/>
                    <a:gd name="connsiteY2" fmla="*/ 555625 h 555625"/>
                    <a:gd name="connsiteX3" fmla="*/ 2549525 w 2599371"/>
                    <a:gd name="connsiteY3" fmla="*/ 485775 h 555625"/>
                    <a:gd name="connsiteX4" fmla="*/ 2552700 w 2599371"/>
                    <a:gd name="connsiteY4" fmla="*/ 142875 h 555625"/>
                    <a:gd name="connsiteX5" fmla="*/ 1606550 w 2599371"/>
                    <a:gd name="connsiteY5" fmla="*/ 0 h 555625"/>
                    <a:gd name="connsiteX6" fmla="*/ 6350 w 2599371"/>
                    <a:gd name="connsiteY6" fmla="*/ 38100 h 555625"/>
                    <a:gd name="connsiteX7" fmla="*/ 3175 w 2599371"/>
                    <a:gd name="connsiteY7" fmla="*/ 76200 h 555625"/>
                    <a:gd name="connsiteX8" fmla="*/ 463550 w 2599371"/>
                    <a:gd name="connsiteY8" fmla="*/ 244475 h 555625"/>
                    <a:gd name="connsiteX9" fmla="*/ 2520950 w 2599371"/>
                    <a:gd name="connsiteY9" fmla="*/ 203200 h 555625"/>
                    <a:gd name="connsiteX10" fmla="*/ 2501900 w 2599371"/>
                    <a:gd name="connsiteY10" fmla="*/ 419100 h 555625"/>
                    <a:gd name="connsiteX11" fmla="*/ 473075 w 2599371"/>
                    <a:gd name="connsiteY11" fmla="*/ 492125 h 555625"/>
                    <a:gd name="connsiteX12" fmla="*/ 47625 w 2599371"/>
                    <a:gd name="connsiteY12" fmla="*/ 244475 h 555625"/>
                    <a:gd name="connsiteX0" fmla="*/ 47625 w 2599371"/>
                    <a:gd name="connsiteY0" fmla="*/ 244475 h 555625"/>
                    <a:gd name="connsiteX1" fmla="*/ 0 w 2599371"/>
                    <a:gd name="connsiteY1" fmla="*/ 292100 h 555625"/>
                    <a:gd name="connsiteX2" fmla="*/ 447675 w 2599371"/>
                    <a:gd name="connsiteY2" fmla="*/ 555625 h 555625"/>
                    <a:gd name="connsiteX3" fmla="*/ 2549525 w 2599371"/>
                    <a:gd name="connsiteY3" fmla="*/ 485775 h 555625"/>
                    <a:gd name="connsiteX4" fmla="*/ 2552700 w 2599371"/>
                    <a:gd name="connsiteY4" fmla="*/ 142875 h 555625"/>
                    <a:gd name="connsiteX5" fmla="*/ 1606550 w 2599371"/>
                    <a:gd name="connsiteY5" fmla="*/ 0 h 555625"/>
                    <a:gd name="connsiteX6" fmla="*/ 6350 w 2599371"/>
                    <a:gd name="connsiteY6" fmla="*/ 38100 h 555625"/>
                    <a:gd name="connsiteX7" fmla="*/ 3175 w 2599371"/>
                    <a:gd name="connsiteY7" fmla="*/ 76200 h 555625"/>
                    <a:gd name="connsiteX8" fmla="*/ 463550 w 2599371"/>
                    <a:gd name="connsiteY8" fmla="*/ 244475 h 555625"/>
                    <a:gd name="connsiteX9" fmla="*/ 2495550 w 2599371"/>
                    <a:gd name="connsiteY9" fmla="*/ 206375 h 555625"/>
                    <a:gd name="connsiteX10" fmla="*/ 2501900 w 2599371"/>
                    <a:gd name="connsiteY10" fmla="*/ 419100 h 555625"/>
                    <a:gd name="connsiteX11" fmla="*/ 473075 w 2599371"/>
                    <a:gd name="connsiteY11" fmla="*/ 492125 h 555625"/>
                    <a:gd name="connsiteX12" fmla="*/ 47625 w 2599371"/>
                    <a:gd name="connsiteY12" fmla="*/ 244475 h 555625"/>
                    <a:gd name="connsiteX0" fmla="*/ 47625 w 2599371"/>
                    <a:gd name="connsiteY0" fmla="*/ 244475 h 555625"/>
                    <a:gd name="connsiteX1" fmla="*/ 0 w 2599371"/>
                    <a:gd name="connsiteY1" fmla="*/ 292100 h 555625"/>
                    <a:gd name="connsiteX2" fmla="*/ 447675 w 2599371"/>
                    <a:gd name="connsiteY2" fmla="*/ 555625 h 555625"/>
                    <a:gd name="connsiteX3" fmla="*/ 2549525 w 2599371"/>
                    <a:gd name="connsiteY3" fmla="*/ 485775 h 555625"/>
                    <a:gd name="connsiteX4" fmla="*/ 2552700 w 2599371"/>
                    <a:gd name="connsiteY4" fmla="*/ 142875 h 555625"/>
                    <a:gd name="connsiteX5" fmla="*/ 1606550 w 2599371"/>
                    <a:gd name="connsiteY5" fmla="*/ 0 h 555625"/>
                    <a:gd name="connsiteX6" fmla="*/ 6350 w 2599371"/>
                    <a:gd name="connsiteY6" fmla="*/ 38100 h 555625"/>
                    <a:gd name="connsiteX7" fmla="*/ 3175 w 2599371"/>
                    <a:gd name="connsiteY7" fmla="*/ 76200 h 555625"/>
                    <a:gd name="connsiteX8" fmla="*/ 463550 w 2599371"/>
                    <a:gd name="connsiteY8" fmla="*/ 244475 h 555625"/>
                    <a:gd name="connsiteX9" fmla="*/ 2495550 w 2599371"/>
                    <a:gd name="connsiteY9" fmla="*/ 206375 h 555625"/>
                    <a:gd name="connsiteX10" fmla="*/ 2527300 w 2599371"/>
                    <a:gd name="connsiteY10" fmla="*/ 307975 h 555625"/>
                    <a:gd name="connsiteX11" fmla="*/ 2501900 w 2599371"/>
                    <a:gd name="connsiteY11" fmla="*/ 419100 h 555625"/>
                    <a:gd name="connsiteX12" fmla="*/ 473075 w 2599371"/>
                    <a:gd name="connsiteY12" fmla="*/ 492125 h 555625"/>
                    <a:gd name="connsiteX13" fmla="*/ 47625 w 2599371"/>
                    <a:gd name="connsiteY13" fmla="*/ 244475 h 555625"/>
                    <a:gd name="connsiteX0" fmla="*/ 47625 w 2599371"/>
                    <a:gd name="connsiteY0" fmla="*/ 244475 h 555625"/>
                    <a:gd name="connsiteX1" fmla="*/ 0 w 2599371"/>
                    <a:gd name="connsiteY1" fmla="*/ 292100 h 555625"/>
                    <a:gd name="connsiteX2" fmla="*/ 447675 w 2599371"/>
                    <a:gd name="connsiteY2" fmla="*/ 555625 h 555625"/>
                    <a:gd name="connsiteX3" fmla="*/ 2549525 w 2599371"/>
                    <a:gd name="connsiteY3" fmla="*/ 485775 h 555625"/>
                    <a:gd name="connsiteX4" fmla="*/ 2552700 w 2599371"/>
                    <a:gd name="connsiteY4" fmla="*/ 142875 h 555625"/>
                    <a:gd name="connsiteX5" fmla="*/ 1606550 w 2599371"/>
                    <a:gd name="connsiteY5" fmla="*/ 0 h 555625"/>
                    <a:gd name="connsiteX6" fmla="*/ 6350 w 2599371"/>
                    <a:gd name="connsiteY6" fmla="*/ 38100 h 555625"/>
                    <a:gd name="connsiteX7" fmla="*/ 3175 w 2599371"/>
                    <a:gd name="connsiteY7" fmla="*/ 76200 h 555625"/>
                    <a:gd name="connsiteX8" fmla="*/ 463550 w 2599371"/>
                    <a:gd name="connsiteY8" fmla="*/ 244475 h 555625"/>
                    <a:gd name="connsiteX9" fmla="*/ 2495550 w 2599371"/>
                    <a:gd name="connsiteY9" fmla="*/ 206375 h 555625"/>
                    <a:gd name="connsiteX10" fmla="*/ 2527300 w 2599371"/>
                    <a:gd name="connsiteY10" fmla="*/ 307975 h 555625"/>
                    <a:gd name="connsiteX11" fmla="*/ 2479675 w 2599371"/>
                    <a:gd name="connsiteY11" fmla="*/ 425450 h 555625"/>
                    <a:gd name="connsiteX12" fmla="*/ 473075 w 2599371"/>
                    <a:gd name="connsiteY12" fmla="*/ 492125 h 555625"/>
                    <a:gd name="connsiteX13" fmla="*/ 47625 w 2599371"/>
                    <a:gd name="connsiteY13" fmla="*/ 244475 h 555625"/>
                    <a:gd name="connsiteX0" fmla="*/ 47625 w 2740156"/>
                    <a:gd name="connsiteY0" fmla="*/ 244475 h 555625"/>
                    <a:gd name="connsiteX1" fmla="*/ 0 w 2740156"/>
                    <a:gd name="connsiteY1" fmla="*/ 292100 h 555625"/>
                    <a:gd name="connsiteX2" fmla="*/ 447675 w 2740156"/>
                    <a:gd name="connsiteY2" fmla="*/ 555625 h 555625"/>
                    <a:gd name="connsiteX3" fmla="*/ 2549525 w 2740156"/>
                    <a:gd name="connsiteY3" fmla="*/ 485775 h 555625"/>
                    <a:gd name="connsiteX4" fmla="*/ 2552700 w 2740156"/>
                    <a:gd name="connsiteY4" fmla="*/ 142875 h 555625"/>
                    <a:gd name="connsiteX5" fmla="*/ 1606550 w 2740156"/>
                    <a:gd name="connsiteY5" fmla="*/ 0 h 555625"/>
                    <a:gd name="connsiteX6" fmla="*/ 6350 w 2740156"/>
                    <a:gd name="connsiteY6" fmla="*/ 38100 h 555625"/>
                    <a:gd name="connsiteX7" fmla="*/ 3175 w 2740156"/>
                    <a:gd name="connsiteY7" fmla="*/ 76200 h 555625"/>
                    <a:gd name="connsiteX8" fmla="*/ 463550 w 2740156"/>
                    <a:gd name="connsiteY8" fmla="*/ 244475 h 555625"/>
                    <a:gd name="connsiteX9" fmla="*/ 2495550 w 2740156"/>
                    <a:gd name="connsiteY9" fmla="*/ 206375 h 555625"/>
                    <a:gd name="connsiteX10" fmla="*/ 2479675 w 2740156"/>
                    <a:gd name="connsiteY10" fmla="*/ 425450 h 555625"/>
                    <a:gd name="connsiteX11" fmla="*/ 473075 w 2740156"/>
                    <a:gd name="connsiteY11" fmla="*/ 492125 h 555625"/>
                    <a:gd name="connsiteX12" fmla="*/ 47625 w 2740156"/>
                    <a:gd name="connsiteY12" fmla="*/ 244475 h 555625"/>
                    <a:gd name="connsiteX0" fmla="*/ 47625 w 2646925"/>
                    <a:gd name="connsiteY0" fmla="*/ 244475 h 555625"/>
                    <a:gd name="connsiteX1" fmla="*/ 0 w 2646925"/>
                    <a:gd name="connsiteY1" fmla="*/ 292100 h 555625"/>
                    <a:gd name="connsiteX2" fmla="*/ 447675 w 2646925"/>
                    <a:gd name="connsiteY2" fmla="*/ 555625 h 555625"/>
                    <a:gd name="connsiteX3" fmla="*/ 2549525 w 2646925"/>
                    <a:gd name="connsiteY3" fmla="*/ 485775 h 555625"/>
                    <a:gd name="connsiteX4" fmla="*/ 2552700 w 2646925"/>
                    <a:gd name="connsiteY4" fmla="*/ 142875 h 555625"/>
                    <a:gd name="connsiteX5" fmla="*/ 1606550 w 2646925"/>
                    <a:gd name="connsiteY5" fmla="*/ 0 h 555625"/>
                    <a:gd name="connsiteX6" fmla="*/ 6350 w 2646925"/>
                    <a:gd name="connsiteY6" fmla="*/ 38100 h 555625"/>
                    <a:gd name="connsiteX7" fmla="*/ 3175 w 2646925"/>
                    <a:gd name="connsiteY7" fmla="*/ 76200 h 555625"/>
                    <a:gd name="connsiteX8" fmla="*/ 463550 w 2646925"/>
                    <a:gd name="connsiteY8" fmla="*/ 244475 h 555625"/>
                    <a:gd name="connsiteX9" fmla="*/ 2495550 w 2646925"/>
                    <a:gd name="connsiteY9" fmla="*/ 206375 h 555625"/>
                    <a:gd name="connsiteX10" fmla="*/ 2479675 w 2646925"/>
                    <a:gd name="connsiteY10" fmla="*/ 425450 h 555625"/>
                    <a:gd name="connsiteX11" fmla="*/ 473075 w 2646925"/>
                    <a:gd name="connsiteY11" fmla="*/ 492125 h 555625"/>
                    <a:gd name="connsiteX12" fmla="*/ 47625 w 2646925"/>
                    <a:gd name="connsiteY12" fmla="*/ 244475 h 555625"/>
                    <a:gd name="connsiteX0" fmla="*/ 47625 w 2599371"/>
                    <a:gd name="connsiteY0" fmla="*/ 244475 h 555625"/>
                    <a:gd name="connsiteX1" fmla="*/ 0 w 2599371"/>
                    <a:gd name="connsiteY1" fmla="*/ 292100 h 555625"/>
                    <a:gd name="connsiteX2" fmla="*/ 447675 w 2599371"/>
                    <a:gd name="connsiteY2" fmla="*/ 555625 h 555625"/>
                    <a:gd name="connsiteX3" fmla="*/ 2549525 w 2599371"/>
                    <a:gd name="connsiteY3" fmla="*/ 485775 h 555625"/>
                    <a:gd name="connsiteX4" fmla="*/ 2552700 w 2599371"/>
                    <a:gd name="connsiteY4" fmla="*/ 142875 h 555625"/>
                    <a:gd name="connsiteX5" fmla="*/ 1606550 w 2599371"/>
                    <a:gd name="connsiteY5" fmla="*/ 0 h 555625"/>
                    <a:gd name="connsiteX6" fmla="*/ 6350 w 2599371"/>
                    <a:gd name="connsiteY6" fmla="*/ 38100 h 555625"/>
                    <a:gd name="connsiteX7" fmla="*/ 3175 w 2599371"/>
                    <a:gd name="connsiteY7" fmla="*/ 76200 h 555625"/>
                    <a:gd name="connsiteX8" fmla="*/ 463550 w 2599371"/>
                    <a:gd name="connsiteY8" fmla="*/ 244475 h 555625"/>
                    <a:gd name="connsiteX9" fmla="*/ 2495550 w 2599371"/>
                    <a:gd name="connsiteY9" fmla="*/ 206375 h 555625"/>
                    <a:gd name="connsiteX10" fmla="*/ 2479675 w 2599371"/>
                    <a:gd name="connsiteY10" fmla="*/ 425450 h 555625"/>
                    <a:gd name="connsiteX11" fmla="*/ 473075 w 2599371"/>
                    <a:gd name="connsiteY11" fmla="*/ 492125 h 555625"/>
                    <a:gd name="connsiteX12" fmla="*/ 47625 w 2599371"/>
                    <a:gd name="connsiteY12" fmla="*/ 244475 h 555625"/>
                    <a:gd name="connsiteX0" fmla="*/ 47625 w 2599371"/>
                    <a:gd name="connsiteY0" fmla="*/ 244475 h 555625"/>
                    <a:gd name="connsiteX1" fmla="*/ 0 w 2599371"/>
                    <a:gd name="connsiteY1" fmla="*/ 292100 h 555625"/>
                    <a:gd name="connsiteX2" fmla="*/ 447675 w 2599371"/>
                    <a:gd name="connsiteY2" fmla="*/ 555625 h 555625"/>
                    <a:gd name="connsiteX3" fmla="*/ 2549525 w 2599371"/>
                    <a:gd name="connsiteY3" fmla="*/ 485775 h 555625"/>
                    <a:gd name="connsiteX4" fmla="*/ 2552700 w 2599371"/>
                    <a:gd name="connsiteY4" fmla="*/ 142875 h 555625"/>
                    <a:gd name="connsiteX5" fmla="*/ 1606550 w 2599371"/>
                    <a:gd name="connsiteY5" fmla="*/ 0 h 555625"/>
                    <a:gd name="connsiteX6" fmla="*/ 6350 w 2599371"/>
                    <a:gd name="connsiteY6" fmla="*/ 38100 h 555625"/>
                    <a:gd name="connsiteX7" fmla="*/ 3175 w 2599371"/>
                    <a:gd name="connsiteY7" fmla="*/ 76200 h 555625"/>
                    <a:gd name="connsiteX8" fmla="*/ 463550 w 2599371"/>
                    <a:gd name="connsiteY8" fmla="*/ 244475 h 555625"/>
                    <a:gd name="connsiteX9" fmla="*/ 2470150 w 2599371"/>
                    <a:gd name="connsiteY9" fmla="*/ 209550 h 555625"/>
                    <a:gd name="connsiteX10" fmla="*/ 2479675 w 2599371"/>
                    <a:gd name="connsiteY10" fmla="*/ 425450 h 555625"/>
                    <a:gd name="connsiteX11" fmla="*/ 473075 w 2599371"/>
                    <a:gd name="connsiteY11" fmla="*/ 492125 h 555625"/>
                    <a:gd name="connsiteX12" fmla="*/ 47625 w 2599371"/>
                    <a:gd name="connsiteY12" fmla="*/ 244475 h 555625"/>
                    <a:gd name="connsiteX0" fmla="*/ 47625 w 2599371"/>
                    <a:gd name="connsiteY0" fmla="*/ 244475 h 555625"/>
                    <a:gd name="connsiteX1" fmla="*/ 0 w 2599371"/>
                    <a:gd name="connsiteY1" fmla="*/ 292100 h 555625"/>
                    <a:gd name="connsiteX2" fmla="*/ 447675 w 2599371"/>
                    <a:gd name="connsiteY2" fmla="*/ 555625 h 555625"/>
                    <a:gd name="connsiteX3" fmla="*/ 2549525 w 2599371"/>
                    <a:gd name="connsiteY3" fmla="*/ 485775 h 555625"/>
                    <a:gd name="connsiteX4" fmla="*/ 2552700 w 2599371"/>
                    <a:gd name="connsiteY4" fmla="*/ 142875 h 555625"/>
                    <a:gd name="connsiteX5" fmla="*/ 1606550 w 2599371"/>
                    <a:gd name="connsiteY5" fmla="*/ 0 h 555625"/>
                    <a:gd name="connsiteX6" fmla="*/ 6350 w 2599371"/>
                    <a:gd name="connsiteY6" fmla="*/ 38100 h 555625"/>
                    <a:gd name="connsiteX7" fmla="*/ 3175 w 2599371"/>
                    <a:gd name="connsiteY7" fmla="*/ 76200 h 555625"/>
                    <a:gd name="connsiteX8" fmla="*/ 463550 w 2599371"/>
                    <a:gd name="connsiteY8" fmla="*/ 244475 h 555625"/>
                    <a:gd name="connsiteX9" fmla="*/ 2470150 w 2599371"/>
                    <a:gd name="connsiteY9" fmla="*/ 209550 h 555625"/>
                    <a:gd name="connsiteX10" fmla="*/ 2479675 w 2599371"/>
                    <a:gd name="connsiteY10" fmla="*/ 425450 h 555625"/>
                    <a:gd name="connsiteX11" fmla="*/ 473075 w 2599371"/>
                    <a:gd name="connsiteY11" fmla="*/ 492125 h 555625"/>
                    <a:gd name="connsiteX12" fmla="*/ 47625 w 2599371"/>
                    <a:gd name="connsiteY12" fmla="*/ 244475 h 555625"/>
                    <a:gd name="connsiteX0" fmla="*/ 47625 w 2599371"/>
                    <a:gd name="connsiteY0" fmla="*/ 244475 h 555625"/>
                    <a:gd name="connsiteX1" fmla="*/ 0 w 2599371"/>
                    <a:gd name="connsiteY1" fmla="*/ 292100 h 555625"/>
                    <a:gd name="connsiteX2" fmla="*/ 447675 w 2599371"/>
                    <a:gd name="connsiteY2" fmla="*/ 555625 h 555625"/>
                    <a:gd name="connsiteX3" fmla="*/ 2549525 w 2599371"/>
                    <a:gd name="connsiteY3" fmla="*/ 485775 h 555625"/>
                    <a:gd name="connsiteX4" fmla="*/ 2552700 w 2599371"/>
                    <a:gd name="connsiteY4" fmla="*/ 142875 h 555625"/>
                    <a:gd name="connsiteX5" fmla="*/ 1606550 w 2599371"/>
                    <a:gd name="connsiteY5" fmla="*/ 0 h 555625"/>
                    <a:gd name="connsiteX6" fmla="*/ 6350 w 2599371"/>
                    <a:gd name="connsiteY6" fmla="*/ 38100 h 555625"/>
                    <a:gd name="connsiteX7" fmla="*/ 3175 w 2599371"/>
                    <a:gd name="connsiteY7" fmla="*/ 76200 h 555625"/>
                    <a:gd name="connsiteX8" fmla="*/ 463550 w 2599371"/>
                    <a:gd name="connsiteY8" fmla="*/ 244475 h 555625"/>
                    <a:gd name="connsiteX9" fmla="*/ 2470150 w 2599371"/>
                    <a:gd name="connsiteY9" fmla="*/ 209550 h 555625"/>
                    <a:gd name="connsiteX10" fmla="*/ 2479675 w 2599371"/>
                    <a:gd name="connsiteY10" fmla="*/ 425450 h 555625"/>
                    <a:gd name="connsiteX11" fmla="*/ 473075 w 2599371"/>
                    <a:gd name="connsiteY11" fmla="*/ 492125 h 555625"/>
                    <a:gd name="connsiteX12" fmla="*/ 47625 w 2599371"/>
                    <a:gd name="connsiteY12" fmla="*/ 244475 h 555625"/>
                    <a:gd name="connsiteX0" fmla="*/ 24625 w 2608121"/>
                    <a:gd name="connsiteY0" fmla="*/ 244475 h 555625"/>
                    <a:gd name="connsiteX1" fmla="*/ 8750 w 2608121"/>
                    <a:gd name="connsiteY1" fmla="*/ 292100 h 555625"/>
                    <a:gd name="connsiteX2" fmla="*/ 456425 w 2608121"/>
                    <a:gd name="connsiteY2" fmla="*/ 555625 h 555625"/>
                    <a:gd name="connsiteX3" fmla="*/ 2558275 w 2608121"/>
                    <a:gd name="connsiteY3" fmla="*/ 485775 h 555625"/>
                    <a:gd name="connsiteX4" fmla="*/ 2561450 w 2608121"/>
                    <a:gd name="connsiteY4" fmla="*/ 142875 h 555625"/>
                    <a:gd name="connsiteX5" fmla="*/ 1615300 w 2608121"/>
                    <a:gd name="connsiteY5" fmla="*/ 0 h 555625"/>
                    <a:gd name="connsiteX6" fmla="*/ 15100 w 2608121"/>
                    <a:gd name="connsiteY6" fmla="*/ 38100 h 555625"/>
                    <a:gd name="connsiteX7" fmla="*/ 11925 w 2608121"/>
                    <a:gd name="connsiteY7" fmla="*/ 76200 h 555625"/>
                    <a:gd name="connsiteX8" fmla="*/ 472300 w 2608121"/>
                    <a:gd name="connsiteY8" fmla="*/ 244475 h 555625"/>
                    <a:gd name="connsiteX9" fmla="*/ 2478900 w 2608121"/>
                    <a:gd name="connsiteY9" fmla="*/ 209550 h 555625"/>
                    <a:gd name="connsiteX10" fmla="*/ 2488425 w 2608121"/>
                    <a:gd name="connsiteY10" fmla="*/ 425450 h 555625"/>
                    <a:gd name="connsiteX11" fmla="*/ 481825 w 2608121"/>
                    <a:gd name="connsiteY11" fmla="*/ 492125 h 555625"/>
                    <a:gd name="connsiteX12" fmla="*/ 24625 w 2608121"/>
                    <a:gd name="connsiteY12" fmla="*/ 244475 h 555625"/>
                    <a:gd name="connsiteX0" fmla="*/ 20208 w 2622754"/>
                    <a:gd name="connsiteY0" fmla="*/ 244475 h 555625"/>
                    <a:gd name="connsiteX1" fmla="*/ 23383 w 2622754"/>
                    <a:gd name="connsiteY1" fmla="*/ 292100 h 555625"/>
                    <a:gd name="connsiteX2" fmla="*/ 471058 w 2622754"/>
                    <a:gd name="connsiteY2" fmla="*/ 555625 h 555625"/>
                    <a:gd name="connsiteX3" fmla="*/ 2572908 w 2622754"/>
                    <a:gd name="connsiteY3" fmla="*/ 485775 h 555625"/>
                    <a:gd name="connsiteX4" fmla="*/ 2576083 w 2622754"/>
                    <a:gd name="connsiteY4" fmla="*/ 142875 h 555625"/>
                    <a:gd name="connsiteX5" fmla="*/ 1629933 w 2622754"/>
                    <a:gd name="connsiteY5" fmla="*/ 0 h 555625"/>
                    <a:gd name="connsiteX6" fmla="*/ 29733 w 2622754"/>
                    <a:gd name="connsiteY6" fmla="*/ 38100 h 555625"/>
                    <a:gd name="connsiteX7" fmla="*/ 26558 w 2622754"/>
                    <a:gd name="connsiteY7" fmla="*/ 76200 h 555625"/>
                    <a:gd name="connsiteX8" fmla="*/ 486933 w 2622754"/>
                    <a:gd name="connsiteY8" fmla="*/ 244475 h 555625"/>
                    <a:gd name="connsiteX9" fmla="*/ 2493533 w 2622754"/>
                    <a:gd name="connsiteY9" fmla="*/ 209550 h 555625"/>
                    <a:gd name="connsiteX10" fmla="*/ 2503058 w 2622754"/>
                    <a:gd name="connsiteY10" fmla="*/ 425450 h 555625"/>
                    <a:gd name="connsiteX11" fmla="*/ 496458 w 2622754"/>
                    <a:gd name="connsiteY11" fmla="*/ 492125 h 555625"/>
                    <a:gd name="connsiteX12" fmla="*/ 20208 w 2622754"/>
                    <a:gd name="connsiteY12" fmla="*/ 244475 h 555625"/>
                    <a:gd name="connsiteX0" fmla="*/ 63500 w 2599371"/>
                    <a:gd name="connsiteY0" fmla="*/ 244475 h 555625"/>
                    <a:gd name="connsiteX1" fmla="*/ 0 w 2599371"/>
                    <a:gd name="connsiteY1" fmla="*/ 292100 h 555625"/>
                    <a:gd name="connsiteX2" fmla="*/ 447675 w 2599371"/>
                    <a:gd name="connsiteY2" fmla="*/ 555625 h 555625"/>
                    <a:gd name="connsiteX3" fmla="*/ 2549525 w 2599371"/>
                    <a:gd name="connsiteY3" fmla="*/ 485775 h 555625"/>
                    <a:gd name="connsiteX4" fmla="*/ 2552700 w 2599371"/>
                    <a:gd name="connsiteY4" fmla="*/ 142875 h 555625"/>
                    <a:gd name="connsiteX5" fmla="*/ 1606550 w 2599371"/>
                    <a:gd name="connsiteY5" fmla="*/ 0 h 555625"/>
                    <a:gd name="connsiteX6" fmla="*/ 6350 w 2599371"/>
                    <a:gd name="connsiteY6" fmla="*/ 38100 h 555625"/>
                    <a:gd name="connsiteX7" fmla="*/ 3175 w 2599371"/>
                    <a:gd name="connsiteY7" fmla="*/ 76200 h 555625"/>
                    <a:gd name="connsiteX8" fmla="*/ 463550 w 2599371"/>
                    <a:gd name="connsiteY8" fmla="*/ 244475 h 555625"/>
                    <a:gd name="connsiteX9" fmla="*/ 2470150 w 2599371"/>
                    <a:gd name="connsiteY9" fmla="*/ 209550 h 555625"/>
                    <a:gd name="connsiteX10" fmla="*/ 2479675 w 2599371"/>
                    <a:gd name="connsiteY10" fmla="*/ 425450 h 555625"/>
                    <a:gd name="connsiteX11" fmla="*/ 473075 w 2599371"/>
                    <a:gd name="connsiteY11" fmla="*/ 492125 h 555625"/>
                    <a:gd name="connsiteX12" fmla="*/ 63500 w 2599371"/>
                    <a:gd name="connsiteY12" fmla="*/ 244475 h 555625"/>
                    <a:gd name="connsiteX0" fmla="*/ 63500 w 2599371"/>
                    <a:gd name="connsiteY0" fmla="*/ 244475 h 555625"/>
                    <a:gd name="connsiteX1" fmla="*/ 0 w 2599371"/>
                    <a:gd name="connsiteY1" fmla="*/ 292100 h 555625"/>
                    <a:gd name="connsiteX2" fmla="*/ 447675 w 2599371"/>
                    <a:gd name="connsiteY2" fmla="*/ 555625 h 555625"/>
                    <a:gd name="connsiteX3" fmla="*/ 2549525 w 2599371"/>
                    <a:gd name="connsiteY3" fmla="*/ 485775 h 555625"/>
                    <a:gd name="connsiteX4" fmla="*/ 2552700 w 2599371"/>
                    <a:gd name="connsiteY4" fmla="*/ 142875 h 555625"/>
                    <a:gd name="connsiteX5" fmla="*/ 1606550 w 2599371"/>
                    <a:gd name="connsiteY5" fmla="*/ 0 h 555625"/>
                    <a:gd name="connsiteX6" fmla="*/ 6350 w 2599371"/>
                    <a:gd name="connsiteY6" fmla="*/ 38100 h 555625"/>
                    <a:gd name="connsiteX7" fmla="*/ 3175 w 2599371"/>
                    <a:gd name="connsiteY7" fmla="*/ 76200 h 555625"/>
                    <a:gd name="connsiteX8" fmla="*/ 463550 w 2599371"/>
                    <a:gd name="connsiteY8" fmla="*/ 244475 h 555625"/>
                    <a:gd name="connsiteX9" fmla="*/ 2470150 w 2599371"/>
                    <a:gd name="connsiteY9" fmla="*/ 209550 h 555625"/>
                    <a:gd name="connsiteX10" fmla="*/ 2479675 w 2599371"/>
                    <a:gd name="connsiteY10" fmla="*/ 425450 h 555625"/>
                    <a:gd name="connsiteX11" fmla="*/ 485775 w 2599371"/>
                    <a:gd name="connsiteY11" fmla="*/ 488950 h 555625"/>
                    <a:gd name="connsiteX12" fmla="*/ 63500 w 2599371"/>
                    <a:gd name="connsiteY12" fmla="*/ 244475 h 555625"/>
                    <a:gd name="connsiteX0" fmla="*/ 96355 w 2632226"/>
                    <a:gd name="connsiteY0" fmla="*/ 244475 h 555625"/>
                    <a:gd name="connsiteX1" fmla="*/ 36030 w 2632226"/>
                    <a:gd name="connsiteY1" fmla="*/ 247650 h 555625"/>
                    <a:gd name="connsiteX2" fmla="*/ 32855 w 2632226"/>
                    <a:gd name="connsiteY2" fmla="*/ 292100 h 555625"/>
                    <a:gd name="connsiteX3" fmla="*/ 480530 w 2632226"/>
                    <a:gd name="connsiteY3" fmla="*/ 555625 h 555625"/>
                    <a:gd name="connsiteX4" fmla="*/ 2582380 w 2632226"/>
                    <a:gd name="connsiteY4" fmla="*/ 485775 h 555625"/>
                    <a:gd name="connsiteX5" fmla="*/ 2585555 w 2632226"/>
                    <a:gd name="connsiteY5" fmla="*/ 142875 h 555625"/>
                    <a:gd name="connsiteX6" fmla="*/ 1639405 w 2632226"/>
                    <a:gd name="connsiteY6" fmla="*/ 0 h 555625"/>
                    <a:gd name="connsiteX7" fmla="*/ 39205 w 2632226"/>
                    <a:gd name="connsiteY7" fmla="*/ 38100 h 555625"/>
                    <a:gd name="connsiteX8" fmla="*/ 36030 w 2632226"/>
                    <a:gd name="connsiteY8" fmla="*/ 76200 h 555625"/>
                    <a:gd name="connsiteX9" fmla="*/ 496405 w 2632226"/>
                    <a:gd name="connsiteY9" fmla="*/ 244475 h 555625"/>
                    <a:gd name="connsiteX10" fmla="*/ 2503005 w 2632226"/>
                    <a:gd name="connsiteY10" fmla="*/ 209550 h 555625"/>
                    <a:gd name="connsiteX11" fmla="*/ 2512530 w 2632226"/>
                    <a:gd name="connsiteY11" fmla="*/ 425450 h 555625"/>
                    <a:gd name="connsiteX12" fmla="*/ 518630 w 2632226"/>
                    <a:gd name="connsiteY12" fmla="*/ 488950 h 555625"/>
                    <a:gd name="connsiteX13" fmla="*/ 96355 w 2632226"/>
                    <a:gd name="connsiteY13" fmla="*/ 244475 h 555625"/>
                    <a:gd name="connsiteX0" fmla="*/ 105580 w 2641451"/>
                    <a:gd name="connsiteY0" fmla="*/ 244475 h 555625"/>
                    <a:gd name="connsiteX1" fmla="*/ 19061 w 2641451"/>
                    <a:gd name="connsiteY1" fmla="*/ 226218 h 555625"/>
                    <a:gd name="connsiteX2" fmla="*/ 42080 w 2641451"/>
                    <a:gd name="connsiteY2" fmla="*/ 292100 h 555625"/>
                    <a:gd name="connsiteX3" fmla="*/ 489755 w 2641451"/>
                    <a:gd name="connsiteY3" fmla="*/ 555625 h 555625"/>
                    <a:gd name="connsiteX4" fmla="*/ 2591605 w 2641451"/>
                    <a:gd name="connsiteY4" fmla="*/ 485775 h 555625"/>
                    <a:gd name="connsiteX5" fmla="*/ 2594780 w 2641451"/>
                    <a:gd name="connsiteY5" fmla="*/ 142875 h 555625"/>
                    <a:gd name="connsiteX6" fmla="*/ 1648630 w 2641451"/>
                    <a:gd name="connsiteY6" fmla="*/ 0 h 555625"/>
                    <a:gd name="connsiteX7" fmla="*/ 48430 w 2641451"/>
                    <a:gd name="connsiteY7" fmla="*/ 38100 h 555625"/>
                    <a:gd name="connsiteX8" fmla="*/ 45255 w 2641451"/>
                    <a:gd name="connsiteY8" fmla="*/ 76200 h 555625"/>
                    <a:gd name="connsiteX9" fmla="*/ 505630 w 2641451"/>
                    <a:gd name="connsiteY9" fmla="*/ 244475 h 555625"/>
                    <a:gd name="connsiteX10" fmla="*/ 2512230 w 2641451"/>
                    <a:gd name="connsiteY10" fmla="*/ 209550 h 555625"/>
                    <a:gd name="connsiteX11" fmla="*/ 2521755 w 2641451"/>
                    <a:gd name="connsiteY11" fmla="*/ 425450 h 555625"/>
                    <a:gd name="connsiteX12" fmla="*/ 527855 w 2641451"/>
                    <a:gd name="connsiteY12" fmla="*/ 488950 h 555625"/>
                    <a:gd name="connsiteX13" fmla="*/ 105580 w 2641451"/>
                    <a:gd name="connsiteY13" fmla="*/ 244475 h 555625"/>
                    <a:gd name="connsiteX0" fmla="*/ 100036 w 2635907"/>
                    <a:gd name="connsiteY0" fmla="*/ 244475 h 555625"/>
                    <a:gd name="connsiteX1" fmla="*/ 27804 w 2635907"/>
                    <a:gd name="connsiteY1" fmla="*/ 266699 h 555625"/>
                    <a:gd name="connsiteX2" fmla="*/ 36536 w 2635907"/>
                    <a:gd name="connsiteY2" fmla="*/ 292100 h 555625"/>
                    <a:gd name="connsiteX3" fmla="*/ 484211 w 2635907"/>
                    <a:gd name="connsiteY3" fmla="*/ 555625 h 555625"/>
                    <a:gd name="connsiteX4" fmla="*/ 2586061 w 2635907"/>
                    <a:gd name="connsiteY4" fmla="*/ 485775 h 555625"/>
                    <a:gd name="connsiteX5" fmla="*/ 2589236 w 2635907"/>
                    <a:gd name="connsiteY5" fmla="*/ 142875 h 555625"/>
                    <a:gd name="connsiteX6" fmla="*/ 1643086 w 2635907"/>
                    <a:gd name="connsiteY6" fmla="*/ 0 h 555625"/>
                    <a:gd name="connsiteX7" fmla="*/ 42886 w 2635907"/>
                    <a:gd name="connsiteY7" fmla="*/ 38100 h 555625"/>
                    <a:gd name="connsiteX8" fmla="*/ 39711 w 2635907"/>
                    <a:gd name="connsiteY8" fmla="*/ 76200 h 555625"/>
                    <a:gd name="connsiteX9" fmla="*/ 500086 w 2635907"/>
                    <a:gd name="connsiteY9" fmla="*/ 244475 h 555625"/>
                    <a:gd name="connsiteX10" fmla="*/ 2506686 w 2635907"/>
                    <a:gd name="connsiteY10" fmla="*/ 209550 h 555625"/>
                    <a:gd name="connsiteX11" fmla="*/ 2516211 w 2635907"/>
                    <a:gd name="connsiteY11" fmla="*/ 425450 h 555625"/>
                    <a:gd name="connsiteX12" fmla="*/ 522311 w 2635907"/>
                    <a:gd name="connsiteY12" fmla="*/ 488950 h 555625"/>
                    <a:gd name="connsiteX13" fmla="*/ 100036 w 2635907"/>
                    <a:gd name="connsiteY13" fmla="*/ 244475 h 555625"/>
                    <a:gd name="connsiteX0" fmla="*/ 103571 w 2639442"/>
                    <a:gd name="connsiteY0" fmla="*/ 244475 h 555625"/>
                    <a:gd name="connsiteX1" fmla="*/ 21814 w 2639442"/>
                    <a:gd name="connsiteY1" fmla="*/ 226218 h 555625"/>
                    <a:gd name="connsiteX2" fmla="*/ 40071 w 2639442"/>
                    <a:gd name="connsiteY2" fmla="*/ 292100 h 555625"/>
                    <a:gd name="connsiteX3" fmla="*/ 487746 w 2639442"/>
                    <a:gd name="connsiteY3" fmla="*/ 555625 h 555625"/>
                    <a:gd name="connsiteX4" fmla="*/ 2589596 w 2639442"/>
                    <a:gd name="connsiteY4" fmla="*/ 485775 h 555625"/>
                    <a:gd name="connsiteX5" fmla="*/ 2592771 w 2639442"/>
                    <a:gd name="connsiteY5" fmla="*/ 142875 h 555625"/>
                    <a:gd name="connsiteX6" fmla="*/ 1646621 w 2639442"/>
                    <a:gd name="connsiteY6" fmla="*/ 0 h 555625"/>
                    <a:gd name="connsiteX7" fmla="*/ 46421 w 2639442"/>
                    <a:gd name="connsiteY7" fmla="*/ 38100 h 555625"/>
                    <a:gd name="connsiteX8" fmla="*/ 43246 w 2639442"/>
                    <a:gd name="connsiteY8" fmla="*/ 76200 h 555625"/>
                    <a:gd name="connsiteX9" fmla="*/ 503621 w 2639442"/>
                    <a:gd name="connsiteY9" fmla="*/ 244475 h 555625"/>
                    <a:gd name="connsiteX10" fmla="*/ 2510221 w 2639442"/>
                    <a:gd name="connsiteY10" fmla="*/ 209550 h 555625"/>
                    <a:gd name="connsiteX11" fmla="*/ 2519746 w 2639442"/>
                    <a:gd name="connsiteY11" fmla="*/ 425450 h 555625"/>
                    <a:gd name="connsiteX12" fmla="*/ 525846 w 2639442"/>
                    <a:gd name="connsiteY12" fmla="*/ 488950 h 555625"/>
                    <a:gd name="connsiteX13" fmla="*/ 103571 w 2639442"/>
                    <a:gd name="connsiteY13" fmla="*/ 244475 h 555625"/>
                    <a:gd name="connsiteX0" fmla="*/ 103571 w 2639442"/>
                    <a:gd name="connsiteY0" fmla="*/ 244475 h 555625"/>
                    <a:gd name="connsiteX1" fmla="*/ 21814 w 2639442"/>
                    <a:gd name="connsiteY1" fmla="*/ 226218 h 555625"/>
                    <a:gd name="connsiteX2" fmla="*/ 40071 w 2639442"/>
                    <a:gd name="connsiteY2" fmla="*/ 292100 h 555625"/>
                    <a:gd name="connsiteX3" fmla="*/ 487746 w 2639442"/>
                    <a:gd name="connsiteY3" fmla="*/ 555625 h 555625"/>
                    <a:gd name="connsiteX4" fmla="*/ 2589596 w 2639442"/>
                    <a:gd name="connsiteY4" fmla="*/ 485775 h 555625"/>
                    <a:gd name="connsiteX5" fmla="*/ 2592771 w 2639442"/>
                    <a:gd name="connsiteY5" fmla="*/ 142875 h 555625"/>
                    <a:gd name="connsiteX6" fmla="*/ 1646621 w 2639442"/>
                    <a:gd name="connsiteY6" fmla="*/ 0 h 555625"/>
                    <a:gd name="connsiteX7" fmla="*/ 46421 w 2639442"/>
                    <a:gd name="connsiteY7" fmla="*/ 38100 h 555625"/>
                    <a:gd name="connsiteX8" fmla="*/ 43246 w 2639442"/>
                    <a:gd name="connsiteY8" fmla="*/ 76200 h 555625"/>
                    <a:gd name="connsiteX9" fmla="*/ 503621 w 2639442"/>
                    <a:gd name="connsiteY9" fmla="*/ 244475 h 555625"/>
                    <a:gd name="connsiteX10" fmla="*/ 2510221 w 2639442"/>
                    <a:gd name="connsiteY10" fmla="*/ 209550 h 555625"/>
                    <a:gd name="connsiteX11" fmla="*/ 2519746 w 2639442"/>
                    <a:gd name="connsiteY11" fmla="*/ 425450 h 555625"/>
                    <a:gd name="connsiteX12" fmla="*/ 525846 w 2639442"/>
                    <a:gd name="connsiteY12" fmla="*/ 488950 h 555625"/>
                    <a:gd name="connsiteX13" fmla="*/ 103571 w 2639442"/>
                    <a:gd name="connsiteY13" fmla="*/ 244475 h 555625"/>
                    <a:gd name="connsiteX0" fmla="*/ 98616 w 2634487"/>
                    <a:gd name="connsiteY0" fmla="*/ 244475 h 555625"/>
                    <a:gd name="connsiteX1" fmla="*/ 16859 w 2634487"/>
                    <a:gd name="connsiteY1" fmla="*/ 226218 h 555625"/>
                    <a:gd name="connsiteX2" fmla="*/ 35116 w 2634487"/>
                    <a:gd name="connsiteY2" fmla="*/ 292100 h 555625"/>
                    <a:gd name="connsiteX3" fmla="*/ 482791 w 2634487"/>
                    <a:gd name="connsiteY3" fmla="*/ 555625 h 555625"/>
                    <a:gd name="connsiteX4" fmla="*/ 2584641 w 2634487"/>
                    <a:gd name="connsiteY4" fmla="*/ 485775 h 555625"/>
                    <a:gd name="connsiteX5" fmla="*/ 2587816 w 2634487"/>
                    <a:gd name="connsiteY5" fmla="*/ 142875 h 555625"/>
                    <a:gd name="connsiteX6" fmla="*/ 1641666 w 2634487"/>
                    <a:gd name="connsiteY6" fmla="*/ 0 h 555625"/>
                    <a:gd name="connsiteX7" fmla="*/ 41466 w 2634487"/>
                    <a:gd name="connsiteY7" fmla="*/ 38100 h 555625"/>
                    <a:gd name="connsiteX8" fmla="*/ 38291 w 2634487"/>
                    <a:gd name="connsiteY8" fmla="*/ 76200 h 555625"/>
                    <a:gd name="connsiteX9" fmla="*/ 498666 w 2634487"/>
                    <a:gd name="connsiteY9" fmla="*/ 244475 h 555625"/>
                    <a:gd name="connsiteX10" fmla="*/ 2505266 w 2634487"/>
                    <a:gd name="connsiteY10" fmla="*/ 209550 h 555625"/>
                    <a:gd name="connsiteX11" fmla="*/ 2514791 w 2634487"/>
                    <a:gd name="connsiteY11" fmla="*/ 425450 h 555625"/>
                    <a:gd name="connsiteX12" fmla="*/ 520891 w 2634487"/>
                    <a:gd name="connsiteY12" fmla="*/ 488950 h 555625"/>
                    <a:gd name="connsiteX13" fmla="*/ 98616 w 2634487"/>
                    <a:gd name="connsiteY13" fmla="*/ 244475 h 555625"/>
                    <a:gd name="connsiteX0" fmla="*/ 81757 w 2617628"/>
                    <a:gd name="connsiteY0" fmla="*/ 244475 h 555625"/>
                    <a:gd name="connsiteX1" fmla="*/ 0 w 2617628"/>
                    <a:gd name="connsiteY1" fmla="*/ 226218 h 555625"/>
                    <a:gd name="connsiteX2" fmla="*/ 18257 w 2617628"/>
                    <a:gd name="connsiteY2" fmla="*/ 292100 h 555625"/>
                    <a:gd name="connsiteX3" fmla="*/ 465932 w 2617628"/>
                    <a:gd name="connsiteY3" fmla="*/ 555625 h 555625"/>
                    <a:gd name="connsiteX4" fmla="*/ 2567782 w 2617628"/>
                    <a:gd name="connsiteY4" fmla="*/ 485775 h 555625"/>
                    <a:gd name="connsiteX5" fmla="*/ 2570957 w 2617628"/>
                    <a:gd name="connsiteY5" fmla="*/ 142875 h 555625"/>
                    <a:gd name="connsiteX6" fmla="*/ 1624807 w 2617628"/>
                    <a:gd name="connsiteY6" fmla="*/ 0 h 555625"/>
                    <a:gd name="connsiteX7" fmla="*/ 24607 w 2617628"/>
                    <a:gd name="connsiteY7" fmla="*/ 38100 h 555625"/>
                    <a:gd name="connsiteX8" fmla="*/ 21432 w 2617628"/>
                    <a:gd name="connsiteY8" fmla="*/ 76200 h 555625"/>
                    <a:gd name="connsiteX9" fmla="*/ 481807 w 2617628"/>
                    <a:gd name="connsiteY9" fmla="*/ 244475 h 555625"/>
                    <a:gd name="connsiteX10" fmla="*/ 2488407 w 2617628"/>
                    <a:gd name="connsiteY10" fmla="*/ 209550 h 555625"/>
                    <a:gd name="connsiteX11" fmla="*/ 2497932 w 2617628"/>
                    <a:gd name="connsiteY11" fmla="*/ 425450 h 555625"/>
                    <a:gd name="connsiteX12" fmla="*/ 504032 w 2617628"/>
                    <a:gd name="connsiteY12" fmla="*/ 488950 h 555625"/>
                    <a:gd name="connsiteX13" fmla="*/ 81757 w 2617628"/>
                    <a:gd name="connsiteY13" fmla="*/ 244475 h 555625"/>
                    <a:gd name="connsiteX0" fmla="*/ 67469 w 2603340"/>
                    <a:gd name="connsiteY0" fmla="*/ 244475 h 555625"/>
                    <a:gd name="connsiteX1" fmla="*/ 0 w 2603340"/>
                    <a:gd name="connsiteY1" fmla="*/ 247649 h 555625"/>
                    <a:gd name="connsiteX2" fmla="*/ 3969 w 2603340"/>
                    <a:gd name="connsiteY2" fmla="*/ 292100 h 555625"/>
                    <a:gd name="connsiteX3" fmla="*/ 451644 w 2603340"/>
                    <a:gd name="connsiteY3" fmla="*/ 555625 h 555625"/>
                    <a:gd name="connsiteX4" fmla="*/ 2553494 w 2603340"/>
                    <a:gd name="connsiteY4" fmla="*/ 485775 h 555625"/>
                    <a:gd name="connsiteX5" fmla="*/ 2556669 w 2603340"/>
                    <a:gd name="connsiteY5" fmla="*/ 142875 h 555625"/>
                    <a:gd name="connsiteX6" fmla="*/ 1610519 w 2603340"/>
                    <a:gd name="connsiteY6" fmla="*/ 0 h 555625"/>
                    <a:gd name="connsiteX7" fmla="*/ 10319 w 2603340"/>
                    <a:gd name="connsiteY7" fmla="*/ 38100 h 555625"/>
                    <a:gd name="connsiteX8" fmla="*/ 7144 w 2603340"/>
                    <a:gd name="connsiteY8" fmla="*/ 76200 h 555625"/>
                    <a:gd name="connsiteX9" fmla="*/ 467519 w 2603340"/>
                    <a:gd name="connsiteY9" fmla="*/ 244475 h 555625"/>
                    <a:gd name="connsiteX10" fmla="*/ 2474119 w 2603340"/>
                    <a:gd name="connsiteY10" fmla="*/ 209550 h 555625"/>
                    <a:gd name="connsiteX11" fmla="*/ 2483644 w 2603340"/>
                    <a:gd name="connsiteY11" fmla="*/ 425450 h 555625"/>
                    <a:gd name="connsiteX12" fmla="*/ 489744 w 2603340"/>
                    <a:gd name="connsiteY12" fmla="*/ 488950 h 555625"/>
                    <a:gd name="connsiteX13" fmla="*/ 67469 w 2603340"/>
                    <a:gd name="connsiteY13" fmla="*/ 244475 h 555625"/>
                    <a:gd name="connsiteX0" fmla="*/ 67469 w 2603340"/>
                    <a:gd name="connsiteY0" fmla="*/ 244475 h 555625"/>
                    <a:gd name="connsiteX1" fmla="*/ 0 w 2603340"/>
                    <a:gd name="connsiteY1" fmla="*/ 247649 h 555625"/>
                    <a:gd name="connsiteX2" fmla="*/ 3969 w 2603340"/>
                    <a:gd name="connsiteY2" fmla="*/ 292100 h 555625"/>
                    <a:gd name="connsiteX3" fmla="*/ 451644 w 2603340"/>
                    <a:gd name="connsiteY3" fmla="*/ 555625 h 555625"/>
                    <a:gd name="connsiteX4" fmla="*/ 2553494 w 2603340"/>
                    <a:gd name="connsiteY4" fmla="*/ 485775 h 555625"/>
                    <a:gd name="connsiteX5" fmla="*/ 2556669 w 2603340"/>
                    <a:gd name="connsiteY5" fmla="*/ 142875 h 555625"/>
                    <a:gd name="connsiteX6" fmla="*/ 1610519 w 2603340"/>
                    <a:gd name="connsiteY6" fmla="*/ 0 h 555625"/>
                    <a:gd name="connsiteX7" fmla="*/ 10319 w 2603340"/>
                    <a:gd name="connsiteY7" fmla="*/ 38100 h 555625"/>
                    <a:gd name="connsiteX8" fmla="*/ 7144 w 2603340"/>
                    <a:gd name="connsiteY8" fmla="*/ 76200 h 555625"/>
                    <a:gd name="connsiteX9" fmla="*/ 467519 w 2603340"/>
                    <a:gd name="connsiteY9" fmla="*/ 244475 h 555625"/>
                    <a:gd name="connsiteX10" fmla="*/ 2474119 w 2603340"/>
                    <a:gd name="connsiteY10" fmla="*/ 209550 h 555625"/>
                    <a:gd name="connsiteX11" fmla="*/ 2483644 w 2603340"/>
                    <a:gd name="connsiteY11" fmla="*/ 425450 h 555625"/>
                    <a:gd name="connsiteX12" fmla="*/ 489744 w 2603340"/>
                    <a:gd name="connsiteY12" fmla="*/ 488950 h 555625"/>
                    <a:gd name="connsiteX13" fmla="*/ 67469 w 2603340"/>
                    <a:gd name="connsiteY13" fmla="*/ 244475 h 555625"/>
                    <a:gd name="connsiteX0" fmla="*/ 67469 w 2603340"/>
                    <a:gd name="connsiteY0" fmla="*/ 244475 h 555625"/>
                    <a:gd name="connsiteX1" fmla="*/ 0 w 2603340"/>
                    <a:gd name="connsiteY1" fmla="*/ 242887 h 555625"/>
                    <a:gd name="connsiteX2" fmla="*/ 3969 w 2603340"/>
                    <a:gd name="connsiteY2" fmla="*/ 292100 h 555625"/>
                    <a:gd name="connsiteX3" fmla="*/ 451644 w 2603340"/>
                    <a:gd name="connsiteY3" fmla="*/ 555625 h 555625"/>
                    <a:gd name="connsiteX4" fmla="*/ 2553494 w 2603340"/>
                    <a:gd name="connsiteY4" fmla="*/ 485775 h 555625"/>
                    <a:gd name="connsiteX5" fmla="*/ 2556669 w 2603340"/>
                    <a:gd name="connsiteY5" fmla="*/ 142875 h 555625"/>
                    <a:gd name="connsiteX6" fmla="*/ 1610519 w 2603340"/>
                    <a:gd name="connsiteY6" fmla="*/ 0 h 555625"/>
                    <a:gd name="connsiteX7" fmla="*/ 10319 w 2603340"/>
                    <a:gd name="connsiteY7" fmla="*/ 38100 h 555625"/>
                    <a:gd name="connsiteX8" fmla="*/ 7144 w 2603340"/>
                    <a:gd name="connsiteY8" fmla="*/ 76200 h 555625"/>
                    <a:gd name="connsiteX9" fmla="*/ 467519 w 2603340"/>
                    <a:gd name="connsiteY9" fmla="*/ 244475 h 555625"/>
                    <a:gd name="connsiteX10" fmla="*/ 2474119 w 2603340"/>
                    <a:gd name="connsiteY10" fmla="*/ 209550 h 555625"/>
                    <a:gd name="connsiteX11" fmla="*/ 2483644 w 2603340"/>
                    <a:gd name="connsiteY11" fmla="*/ 425450 h 555625"/>
                    <a:gd name="connsiteX12" fmla="*/ 489744 w 2603340"/>
                    <a:gd name="connsiteY12" fmla="*/ 488950 h 555625"/>
                    <a:gd name="connsiteX13" fmla="*/ 67469 w 2603340"/>
                    <a:gd name="connsiteY13" fmla="*/ 244475 h 555625"/>
                    <a:gd name="connsiteX0" fmla="*/ 67469 w 2603340"/>
                    <a:gd name="connsiteY0" fmla="*/ 244475 h 555625"/>
                    <a:gd name="connsiteX1" fmla="*/ 0 w 2603340"/>
                    <a:gd name="connsiteY1" fmla="*/ 242887 h 555625"/>
                    <a:gd name="connsiteX2" fmla="*/ 3969 w 2603340"/>
                    <a:gd name="connsiteY2" fmla="*/ 292100 h 555625"/>
                    <a:gd name="connsiteX3" fmla="*/ 451644 w 2603340"/>
                    <a:gd name="connsiteY3" fmla="*/ 555625 h 555625"/>
                    <a:gd name="connsiteX4" fmla="*/ 2553494 w 2603340"/>
                    <a:gd name="connsiteY4" fmla="*/ 485775 h 555625"/>
                    <a:gd name="connsiteX5" fmla="*/ 2556669 w 2603340"/>
                    <a:gd name="connsiteY5" fmla="*/ 142875 h 555625"/>
                    <a:gd name="connsiteX6" fmla="*/ 1610519 w 2603340"/>
                    <a:gd name="connsiteY6" fmla="*/ 0 h 555625"/>
                    <a:gd name="connsiteX7" fmla="*/ 19844 w 2603340"/>
                    <a:gd name="connsiteY7" fmla="*/ 33337 h 555625"/>
                    <a:gd name="connsiteX8" fmla="*/ 7144 w 2603340"/>
                    <a:gd name="connsiteY8" fmla="*/ 76200 h 555625"/>
                    <a:gd name="connsiteX9" fmla="*/ 467519 w 2603340"/>
                    <a:gd name="connsiteY9" fmla="*/ 244475 h 555625"/>
                    <a:gd name="connsiteX10" fmla="*/ 2474119 w 2603340"/>
                    <a:gd name="connsiteY10" fmla="*/ 209550 h 555625"/>
                    <a:gd name="connsiteX11" fmla="*/ 2483644 w 2603340"/>
                    <a:gd name="connsiteY11" fmla="*/ 425450 h 555625"/>
                    <a:gd name="connsiteX12" fmla="*/ 489744 w 2603340"/>
                    <a:gd name="connsiteY12" fmla="*/ 488950 h 555625"/>
                    <a:gd name="connsiteX13" fmla="*/ 67469 w 2603340"/>
                    <a:gd name="connsiteY13" fmla="*/ 244475 h 555625"/>
                    <a:gd name="connsiteX0" fmla="*/ 67469 w 2603340"/>
                    <a:gd name="connsiteY0" fmla="*/ 244475 h 555625"/>
                    <a:gd name="connsiteX1" fmla="*/ 0 w 2603340"/>
                    <a:gd name="connsiteY1" fmla="*/ 242887 h 555625"/>
                    <a:gd name="connsiteX2" fmla="*/ 3969 w 2603340"/>
                    <a:gd name="connsiteY2" fmla="*/ 292100 h 555625"/>
                    <a:gd name="connsiteX3" fmla="*/ 451644 w 2603340"/>
                    <a:gd name="connsiteY3" fmla="*/ 555625 h 555625"/>
                    <a:gd name="connsiteX4" fmla="*/ 2553494 w 2603340"/>
                    <a:gd name="connsiteY4" fmla="*/ 485775 h 555625"/>
                    <a:gd name="connsiteX5" fmla="*/ 2556669 w 2603340"/>
                    <a:gd name="connsiteY5" fmla="*/ 142875 h 555625"/>
                    <a:gd name="connsiteX6" fmla="*/ 1610519 w 2603340"/>
                    <a:gd name="connsiteY6" fmla="*/ 0 h 555625"/>
                    <a:gd name="connsiteX7" fmla="*/ 10319 w 2603340"/>
                    <a:gd name="connsiteY7" fmla="*/ 30955 h 555625"/>
                    <a:gd name="connsiteX8" fmla="*/ 7144 w 2603340"/>
                    <a:gd name="connsiteY8" fmla="*/ 76200 h 555625"/>
                    <a:gd name="connsiteX9" fmla="*/ 467519 w 2603340"/>
                    <a:gd name="connsiteY9" fmla="*/ 244475 h 555625"/>
                    <a:gd name="connsiteX10" fmla="*/ 2474119 w 2603340"/>
                    <a:gd name="connsiteY10" fmla="*/ 209550 h 555625"/>
                    <a:gd name="connsiteX11" fmla="*/ 2483644 w 2603340"/>
                    <a:gd name="connsiteY11" fmla="*/ 425450 h 555625"/>
                    <a:gd name="connsiteX12" fmla="*/ 489744 w 2603340"/>
                    <a:gd name="connsiteY12" fmla="*/ 488950 h 555625"/>
                    <a:gd name="connsiteX13" fmla="*/ 67469 w 2603340"/>
                    <a:gd name="connsiteY13" fmla="*/ 244475 h 555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603340" h="555625">
                      <a:moveTo>
                        <a:pt x="67469" y="244475"/>
                      </a:moveTo>
                      <a:cubicBezTo>
                        <a:pt x="66940" y="247651"/>
                        <a:pt x="46301" y="239713"/>
                        <a:pt x="0" y="242887"/>
                      </a:cubicBezTo>
                      <a:cubicBezTo>
                        <a:pt x="6086" y="288924"/>
                        <a:pt x="-2116" y="262732"/>
                        <a:pt x="3969" y="292100"/>
                      </a:cubicBezTo>
                      <a:lnTo>
                        <a:pt x="451644" y="555625"/>
                      </a:lnTo>
                      <a:lnTo>
                        <a:pt x="2553494" y="485775"/>
                      </a:lnTo>
                      <a:cubicBezTo>
                        <a:pt x="2605352" y="396875"/>
                        <a:pt x="2631811" y="276225"/>
                        <a:pt x="2556669" y="142875"/>
                      </a:cubicBezTo>
                      <a:lnTo>
                        <a:pt x="1610519" y="0"/>
                      </a:lnTo>
                      <a:lnTo>
                        <a:pt x="10319" y="30955"/>
                      </a:lnTo>
                      <a:lnTo>
                        <a:pt x="7144" y="76200"/>
                      </a:lnTo>
                      <a:lnTo>
                        <a:pt x="467519" y="244475"/>
                      </a:lnTo>
                      <a:lnTo>
                        <a:pt x="2474119" y="209550"/>
                      </a:lnTo>
                      <a:cubicBezTo>
                        <a:pt x="2527565" y="280988"/>
                        <a:pt x="2515923" y="346075"/>
                        <a:pt x="2483644" y="425450"/>
                      </a:cubicBezTo>
                      <a:lnTo>
                        <a:pt x="489744" y="488950"/>
                      </a:lnTo>
                      <a:lnTo>
                        <a:pt x="67469" y="244475"/>
                      </a:lnTo>
                      <a:close/>
                    </a:path>
                  </a:pathLst>
                </a:custGeom>
                <a:solidFill>
                  <a:srgbClr val="507C89"/>
                </a:solidFill>
                <a:ln w="12700" cap="flat" cmpd="sng" algn="ctr">
                  <a:noFill/>
                  <a:prstDash val="solid"/>
                  <a:miter lim="800000"/>
                </a:ln>
                <a:effectLst>
                  <a:outerShdw blurRad="50800" dist="38100" dir="8100000" algn="tr"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2701" b="0" i="0" u="none" strike="noStrike" kern="0" cap="none" spc="0" normalizeH="0" baseline="0" noProof="0">
                    <a:ln>
                      <a:noFill/>
                    </a:ln>
                    <a:solidFill>
                      <a:prstClr val="white"/>
                    </a:solidFill>
                    <a:effectLst/>
                    <a:uLnTx/>
                    <a:uFillTx/>
                    <a:latin typeface="Arial"/>
                    <a:cs typeface="+mn-cs"/>
                  </a:endParaRPr>
                </a:p>
              </p:txBody>
            </p:sp>
            <p:sp>
              <p:nvSpPr>
                <p:cNvPr id="105" name="Freeform 19">
                  <a:extLst>
                    <a:ext uri="{FF2B5EF4-FFF2-40B4-BE49-F238E27FC236}">
                      <a16:creationId xmlns:a16="http://schemas.microsoft.com/office/drawing/2014/main" id="{6FF5F929-A894-322C-3E4F-CE3AE7C064C5}"/>
                    </a:ext>
                  </a:extLst>
                </p:cNvPr>
                <p:cNvSpPr/>
                <p:nvPr/>
              </p:nvSpPr>
              <p:spPr>
                <a:xfrm>
                  <a:off x="3695702" y="3233738"/>
                  <a:ext cx="2458684" cy="383382"/>
                </a:xfrm>
                <a:custGeom>
                  <a:avLst/>
                  <a:gdLst>
                    <a:gd name="connsiteX0" fmla="*/ 7144 w 2424113"/>
                    <a:gd name="connsiteY0" fmla="*/ 0 h 378619"/>
                    <a:gd name="connsiteX1" fmla="*/ 0 w 2424113"/>
                    <a:gd name="connsiteY1" fmla="*/ 130969 h 378619"/>
                    <a:gd name="connsiteX2" fmla="*/ 431007 w 2424113"/>
                    <a:gd name="connsiteY2" fmla="*/ 378619 h 378619"/>
                    <a:gd name="connsiteX3" fmla="*/ 2424113 w 2424113"/>
                    <a:gd name="connsiteY3" fmla="*/ 304800 h 378619"/>
                    <a:gd name="connsiteX4" fmla="*/ 2414588 w 2424113"/>
                    <a:gd name="connsiteY4" fmla="*/ 109538 h 378619"/>
                    <a:gd name="connsiteX5" fmla="*/ 428625 w 2424113"/>
                    <a:gd name="connsiteY5" fmla="*/ 150019 h 378619"/>
                    <a:gd name="connsiteX6" fmla="*/ 7144 w 2424113"/>
                    <a:gd name="connsiteY6" fmla="*/ 0 h 378619"/>
                    <a:gd name="connsiteX0" fmla="*/ 7144 w 2436996"/>
                    <a:gd name="connsiteY0" fmla="*/ 0 h 378619"/>
                    <a:gd name="connsiteX1" fmla="*/ 0 w 2436996"/>
                    <a:gd name="connsiteY1" fmla="*/ 130969 h 378619"/>
                    <a:gd name="connsiteX2" fmla="*/ 431007 w 2436996"/>
                    <a:gd name="connsiteY2" fmla="*/ 378619 h 378619"/>
                    <a:gd name="connsiteX3" fmla="*/ 2424113 w 2436996"/>
                    <a:gd name="connsiteY3" fmla="*/ 304800 h 378619"/>
                    <a:gd name="connsiteX4" fmla="*/ 2414588 w 2436996"/>
                    <a:gd name="connsiteY4" fmla="*/ 109538 h 378619"/>
                    <a:gd name="connsiteX5" fmla="*/ 428625 w 2436996"/>
                    <a:gd name="connsiteY5" fmla="*/ 150019 h 378619"/>
                    <a:gd name="connsiteX6" fmla="*/ 7144 w 2436996"/>
                    <a:gd name="connsiteY6" fmla="*/ 0 h 378619"/>
                    <a:gd name="connsiteX0" fmla="*/ 7144 w 2448855"/>
                    <a:gd name="connsiteY0" fmla="*/ 0 h 378619"/>
                    <a:gd name="connsiteX1" fmla="*/ 0 w 2448855"/>
                    <a:gd name="connsiteY1" fmla="*/ 130969 h 378619"/>
                    <a:gd name="connsiteX2" fmla="*/ 431007 w 2448855"/>
                    <a:gd name="connsiteY2" fmla="*/ 378619 h 378619"/>
                    <a:gd name="connsiteX3" fmla="*/ 2424113 w 2448855"/>
                    <a:gd name="connsiteY3" fmla="*/ 304800 h 378619"/>
                    <a:gd name="connsiteX4" fmla="*/ 2414588 w 2448855"/>
                    <a:gd name="connsiteY4" fmla="*/ 109538 h 378619"/>
                    <a:gd name="connsiteX5" fmla="*/ 428625 w 2448855"/>
                    <a:gd name="connsiteY5" fmla="*/ 150019 h 378619"/>
                    <a:gd name="connsiteX6" fmla="*/ 7144 w 2448855"/>
                    <a:gd name="connsiteY6" fmla="*/ 0 h 378619"/>
                    <a:gd name="connsiteX0" fmla="*/ 7144 w 2444270"/>
                    <a:gd name="connsiteY0" fmla="*/ 0 h 378619"/>
                    <a:gd name="connsiteX1" fmla="*/ 0 w 2444270"/>
                    <a:gd name="connsiteY1" fmla="*/ 130969 h 378619"/>
                    <a:gd name="connsiteX2" fmla="*/ 431007 w 2444270"/>
                    <a:gd name="connsiteY2" fmla="*/ 378619 h 378619"/>
                    <a:gd name="connsiteX3" fmla="*/ 2414588 w 2444270"/>
                    <a:gd name="connsiteY3" fmla="*/ 314325 h 378619"/>
                    <a:gd name="connsiteX4" fmla="*/ 2414588 w 2444270"/>
                    <a:gd name="connsiteY4" fmla="*/ 109538 h 378619"/>
                    <a:gd name="connsiteX5" fmla="*/ 428625 w 2444270"/>
                    <a:gd name="connsiteY5" fmla="*/ 150019 h 378619"/>
                    <a:gd name="connsiteX6" fmla="*/ 7144 w 2444270"/>
                    <a:gd name="connsiteY6" fmla="*/ 0 h 378619"/>
                    <a:gd name="connsiteX0" fmla="*/ 7144 w 2446779"/>
                    <a:gd name="connsiteY0" fmla="*/ 0 h 378619"/>
                    <a:gd name="connsiteX1" fmla="*/ 0 w 2446779"/>
                    <a:gd name="connsiteY1" fmla="*/ 130969 h 378619"/>
                    <a:gd name="connsiteX2" fmla="*/ 431007 w 2446779"/>
                    <a:gd name="connsiteY2" fmla="*/ 378619 h 378619"/>
                    <a:gd name="connsiteX3" fmla="*/ 2414588 w 2446779"/>
                    <a:gd name="connsiteY3" fmla="*/ 314325 h 378619"/>
                    <a:gd name="connsiteX4" fmla="*/ 2414588 w 2446779"/>
                    <a:gd name="connsiteY4" fmla="*/ 109538 h 378619"/>
                    <a:gd name="connsiteX5" fmla="*/ 428625 w 2446779"/>
                    <a:gd name="connsiteY5" fmla="*/ 150019 h 378619"/>
                    <a:gd name="connsiteX6" fmla="*/ 7144 w 2446779"/>
                    <a:gd name="connsiteY6" fmla="*/ 0 h 378619"/>
                    <a:gd name="connsiteX0" fmla="*/ 7144 w 2446779"/>
                    <a:gd name="connsiteY0" fmla="*/ 0 h 378619"/>
                    <a:gd name="connsiteX1" fmla="*/ 0 w 2446779"/>
                    <a:gd name="connsiteY1" fmla="*/ 130969 h 378619"/>
                    <a:gd name="connsiteX2" fmla="*/ 431007 w 2446779"/>
                    <a:gd name="connsiteY2" fmla="*/ 378619 h 378619"/>
                    <a:gd name="connsiteX3" fmla="*/ 2414588 w 2446779"/>
                    <a:gd name="connsiteY3" fmla="*/ 314325 h 378619"/>
                    <a:gd name="connsiteX4" fmla="*/ 2414588 w 2446779"/>
                    <a:gd name="connsiteY4" fmla="*/ 109538 h 378619"/>
                    <a:gd name="connsiteX5" fmla="*/ 433388 w 2446779"/>
                    <a:gd name="connsiteY5" fmla="*/ 140494 h 378619"/>
                    <a:gd name="connsiteX6" fmla="*/ 7144 w 2446779"/>
                    <a:gd name="connsiteY6" fmla="*/ 0 h 378619"/>
                    <a:gd name="connsiteX0" fmla="*/ 7144 w 2446779"/>
                    <a:gd name="connsiteY0" fmla="*/ 0 h 378619"/>
                    <a:gd name="connsiteX1" fmla="*/ 0 w 2446779"/>
                    <a:gd name="connsiteY1" fmla="*/ 130969 h 378619"/>
                    <a:gd name="connsiteX2" fmla="*/ 431007 w 2446779"/>
                    <a:gd name="connsiteY2" fmla="*/ 378619 h 378619"/>
                    <a:gd name="connsiteX3" fmla="*/ 2414588 w 2446779"/>
                    <a:gd name="connsiteY3" fmla="*/ 314325 h 378619"/>
                    <a:gd name="connsiteX4" fmla="*/ 2414588 w 2446779"/>
                    <a:gd name="connsiteY4" fmla="*/ 100013 h 378619"/>
                    <a:gd name="connsiteX5" fmla="*/ 433388 w 2446779"/>
                    <a:gd name="connsiteY5" fmla="*/ 140494 h 378619"/>
                    <a:gd name="connsiteX6" fmla="*/ 7144 w 2446779"/>
                    <a:gd name="connsiteY6" fmla="*/ 0 h 378619"/>
                    <a:gd name="connsiteX0" fmla="*/ 7144 w 2446779"/>
                    <a:gd name="connsiteY0" fmla="*/ 0 h 378619"/>
                    <a:gd name="connsiteX1" fmla="*/ 0 w 2446779"/>
                    <a:gd name="connsiteY1" fmla="*/ 130969 h 378619"/>
                    <a:gd name="connsiteX2" fmla="*/ 431007 w 2446779"/>
                    <a:gd name="connsiteY2" fmla="*/ 378619 h 378619"/>
                    <a:gd name="connsiteX3" fmla="*/ 2414588 w 2446779"/>
                    <a:gd name="connsiteY3" fmla="*/ 314325 h 378619"/>
                    <a:gd name="connsiteX4" fmla="*/ 2414588 w 2446779"/>
                    <a:gd name="connsiteY4" fmla="*/ 100013 h 378619"/>
                    <a:gd name="connsiteX5" fmla="*/ 442913 w 2446779"/>
                    <a:gd name="connsiteY5" fmla="*/ 142875 h 378619"/>
                    <a:gd name="connsiteX6" fmla="*/ 7144 w 2446779"/>
                    <a:gd name="connsiteY6" fmla="*/ 0 h 378619"/>
                    <a:gd name="connsiteX0" fmla="*/ 7144 w 2446779"/>
                    <a:gd name="connsiteY0" fmla="*/ 0 h 378619"/>
                    <a:gd name="connsiteX1" fmla="*/ 0 w 2446779"/>
                    <a:gd name="connsiteY1" fmla="*/ 130969 h 378619"/>
                    <a:gd name="connsiteX2" fmla="*/ 431007 w 2446779"/>
                    <a:gd name="connsiteY2" fmla="*/ 378619 h 378619"/>
                    <a:gd name="connsiteX3" fmla="*/ 2414588 w 2446779"/>
                    <a:gd name="connsiteY3" fmla="*/ 314325 h 378619"/>
                    <a:gd name="connsiteX4" fmla="*/ 2414588 w 2446779"/>
                    <a:gd name="connsiteY4" fmla="*/ 100013 h 378619"/>
                    <a:gd name="connsiteX5" fmla="*/ 445294 w 2446779"/>
                    <a:gd name="connsiteY5" fmla="*/ 135731 h 378619"/>
                    <a:gd name="connsiteX6" fmla="*/ 7144 w 2446779"/>
                    <a:gd name="connsiteY6" fmla="*/ 0 h 378619"/>
                    <a:gd name="connsiteX0" fmla="*/ 9525 w 2446779"/>
                    <a:gd name="connsiteY0" fmla="*/ 0 h 385763"/>
                    <a:gd name="connsiteX1" fmla="*/ 0 w 2446779"/>
                    <a:gd name="connsiteY1" fmla="*/ 138113 h 385763"/>
                    <a:gd name="connsiteX2" fmla="*/ 431007 w 2446779"/>
                    <a:gd name="connsiteY2" fmla="*/ 385763 h 385763"/>
                    <a:gd name="connsiteX3" fmla="*/ 2414588 w 2446779"/>
                    <a:gd name="connsiteY3" fmla="*/ 321469 h 385763"/>
                    <a:gd name="connsiteX4" fmla="*/ 2414588 w 2446779"/>
                    <a:gd name="connsiteY4" fmla="*/ 107157 h 385763"/>
                    <a:gd name="connsiteX5" fmla="*/ 445294 w 2446779"/>
                    <a:gd name="connsiteY5" fmla="*/ 142875 h 385763"/>
                    <a:gd name="connsiteX6" fmla="*/ 9525 w 2446779"/>
                    <a:gd name="connsiteY6" fmla="*/ 0 h 385763"/>
                    <a:gd name="connsiteX0" fmla="*/ 9525 w 2446779"/>
                    <a:gd name="connsiteY0" fmla="*/ 0 h 385763"/>
                    <a:gd name="connsiteX1" fmla="*/ 0 w 2446779"/>
                    <a:gd name="connsiteY1" fmla="*/ 138113 h 385763"/>
                    <a:gd name="connsiteX2" fmla="*/ 431007 w 2446779"/>
                    <a:gd name="connsiteY2" fmla="*/ 385763 h 385763"/>
                    <a:gd name="connsiteX3" fmla="*/ 2414588 w 2446779"/>
                    <a:gd name="connsiteY3" fmla="*/ 321469 h 385763"/>
                    <a:gd name="connsiteX4" fmla="*/ 2414588 w 2446779"/>
                    <a:gd name="connsiteY4" fmla="*/ 107157 h 385763"/>
                    <a:gd name="connsiteX5" fmla="*/ 445294 w 2446779"/>
                    <a:gd name="connsiteY5" fmla="*/ 142875 h 385763"/>
                    <a:gd name="connsiteX6" fmla="*/ 9525 w 2446779"/>
                    <a:gd name="connsiteY6" fmla="*/ 0 h 385763"/>
                    <a:gd name="connsiteX0" fmla="*/ 9525 w 2446779"/>
                    <a:gd name="connsiteY0" fmla="*/ 0 h 385763"/>
                    <a:gd name="connsiteX1" fmla="*/ 0 w 2446779"/>
                    <a:gd name="connsiteY1" fmla="*/ 138113 h 385763"/>
                    <a:gd name="connsiteX2" fmla="*/ 431007 w 2446779"/>
                    <a:gd name="connsiteY2" fmla="*/ 385763 h 385763"/>
                    <a:gd name="connsiteX3" fmla="*/ 2414588 w 2446779"/>
                    <a:gd name="connsiteY3" fmla="*/ 321469 h 385763"/>
                    <a:gd name="connsiteX4" fmla="*/ 2414588 w 2446779"/>
                    <a:gd name="connsiteY4" fmla="*/ 107157 h 385763"/>
                    <a:gd name="connsiteX5" fmla="*/ 445294 w 2446779"/>
                    <a:gd name="connsiteY5" fmla="*/ 142875 h 385763"/>
                    <a:gd name="connsiteX6" fmla="*/ 9525 w 2446779"/>
                    <a:gd name="connsiteY6" fmla="*/ 0 h 385763"/>
                    <a:gd name="connsiteX0" fmla="*/ 14287 w 2451541"/>
                    <a:gd name="connsiteY0" fmla="*/ 0 h 385763"/>
                    <a:gd name="connsiteX1" fmla="*/ 0 w 2451541"/>
                    <a:gd name="connsiteY1" fmla="*/ 145257 h 385763"/>
                    <a:gd name="connsiteX2" fmla="*/ 435769 w 2451541"/>
                    <a:gd name="connsiteY2" fmla="*/ 385763 h 385763"/>
                    <a:gd name="connsiteX3" fmla="*/ 2419350 w 2451541"/>
                    <a:gd name="connsiteY3" fmla="*/ 321469 h 385763"/>
                    <a:gd name="connsiteX4" fmla="*/ 2419350 w 2451541"/>
                    <a:gd name="connsiteY4" fmla="*/ 107157 h 385763"/>
                    <a:gd name="connsiteX5" fmla="*/ 450056 w 2451541"/>
                    <a:gd name="connsiteY5" fmla="*/ 142875 h 385763"/>
                    <a:gd name="connsiteX6" fmla="*/ 14287 w 2451541"/>
                    <a:gd name="connsiteY6" fmla="*/ 0 h 385763"/>
                    <a:gd name="connsiteX0" fmla="*/ 4762 w 2451541"/>
                    <a:gd name="connsiteY0" fmla="*/ 0 h 383382"/>
                    <a:gd name="connsiteX1" fmla="*/ 0 w 2451541"/>
                    <a:gd name="connsiteY1" fmla="*/ 142876 h 383382"/>
                    <a:gd name="connsiteX2" fmla="*/ 435769 w 2451541"/>
                    <a:gd name="connsiteY2" fmla="*/ 383382 h 383382"/>
                    <a:gd name="connsiteX3" fmla="*/ 2419350 w 2451541"/>
                    <a:gd name="connsiteY3" fmla="*/ 319088 h 383382"/>
                    <a:gd name="connsiteX4" fmla="*/ 2419350 w 2451541"/>
                    <a:gd name="connsiteY4" fmla="*/ 104776 h 383382"/>
                    <a:gd name="connsiteX5" fmla="*/ 450056 w 2451541"/>
                    <a:gd name="connsiteY5" fmla="*/ 140494 h 383382"/>
                    <a:gd name="connsiteX6" fmla="*/ 4762 w 2451541"/>
                    <a:gd name="connsiteY6" fmla="*/ 0 h 383382"/>
                    <a:gd name="connsiteX0" fmla="*/ 4762 w 2451541"/>
                    <a:gd name="connsiteY0" fmla="*/ 0 h 383382"/>
                    <a:gd name="connsiteX1" fmla="*/ 0 w 2451541"/>
                    <a:gd name="connsiteY1" fmla="*/ 142876 h 383382"/>
                    <a:gd name="connsiteX2" fmla="*/ 435769 w 2451541"/>
                    <a:gd name="connsiteY2" fmla="*/ 383382 h 383382"/>
                    <a:gd name="connsiteX3" fmla="*/ 2419350 w 2451541"/>
                    <a:gd name="connsiteY3" fmla="*/ 319088 h 383382"/>
                    <a:gd name="connsiteX4" fmla="*/ 2419350 w 2451541"/>
                    <a:gd name="connsiteY4" fmla="*/ 104776 h 383382"/>
                    <a:gd name="connsiteX5" fmla="*/ 450056 w 2451541"/>
                    <a:gd name="connsiteY5" fmla="*/ 140494 h 383382"/>
                    <a:gd name="connsiteX6" fmla="*/ 4762 w 2451541"/>
                    <a:gd name="connsiteY6" fmla="*/ 0 h 383382"/>
                    <a:gd name="connsiteX0" fmla="*/ 11905 w 2458684"/>
                    <a:gd name="connsiteY0" fmla="*/ 0 h 383382"/>
                    <a:gd name="connsiteX1" fmla="*/ 0 w 2458684"/>
                    <a:gd name="connsiteY1" fmla="*/ 138114 h 383382"/>
                    <a:gd name="connsiteX2" fmla="*/ 442912 w 2458684"/>
                    <a:gd name="connsiteY2" fmla="*/ 383382 h 383382"/>
                    <a:gd name="connsiteX3" fmla="*/ 2426493 w 2458684"/>
                    <a:gd name="connsiteY3" fmla="*/ 319088 h 383382"/>
                    <a:gd name="connsiteX4" fmla="*/ 2426493 w 2458684"/>
                    <a:gd name="connsiteY4" fmla="*/ 104776 h 383382"/>
                    <a:gd name="connsiteX5" fmla="*/ 457199 w 2458684"/>
                    <a:gd name="connsiteY5" fmla="*/ 140494 h 383382"/>
                    <a:gd name="connsiteX6" fmla="*/ 11905 w 2458684"/>
                    <a:gd name="connsiteY6" fmla="*/ 0 h 383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58684" h="383382">
                      <a:moveTo>
                        <a:pt x="11905" y="0"/>
                      </a:moveTo>
                      <a:cubicBezTo>
                        <a:pt x="25399" y="53182"/>
                        <a:pt x="19843" y="123033"/>
                        <a:pt x="0" y="138114"/>
                      </a:cubicBezTo>
                      <a:lnTo>
                        <a:pt x="442912" y="383382"/>
                      </a:lnTo>
                      <a:lnTo>
                        <a:pt x="2426493" y="319088"/>
                      </a:lnTo>
                      <a:cubicBezTo>
                        <a:pt x="2466181" y="277813"/>
                        <a:pt x="2472531" y="174625"/>
                        <a:pt x="2426493" y="104776"/>
                      </a:cubicBezTo>
                      <a:lnTo>
                        <a:pt x="457199" y="140494"/>
                      </a:lnTo>
                      <a:lnTo>
                        <a:pt x="11905" y="0"/>
                      </a:lnTo>
                      <a:close/>
                    </a:path>
                  </a:pathLst>
                </a:custGeom>
                <a:solidFill>
                  <a:sysClr val="window" lastClr="FFFFFF"/>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2701" b="0" i="0" u="none" strike="noStrike" kern="0" cap="none" spc="0" normalizeH="0" baseline="0" noProof="0">
                    <a:ln>
                      <a:noFill/>
                    </a:ln>
                    <a:solidFill>
                      <a:prstClr val="white"/>
                    </a:solidFill>
                    <a:effectLst/>
                    <a:uLnTx/>
                    <a:uFillTx/>
                    <a:latin typeface="Arial"/>
                    <a:cs typeface="+mn-cs"/>
                  </a:endParaRPr>
                </a:p>
              </p:txBody>
            </p:sp>
          </p:grpSp>
          <p:grpSp>
            <p:nvGrpSpPr>
              <p:cNvPr id="95" name="Group 126">
                <a:extLst>
                  <a:ext uri="{FF2B5EF4-FFF2-40B4-BE49-F238E27FC236}">
                    <a16:creationId xmlns:a16="http://schemas.microsoft.com/office/drawing/2014/main" id="{C38752D2-8465-7888-6A03-EE9960E321A3}"/>
                  </a:ext>
                </a:extLst>
              </p:cNvPr>
              <p:cNvGrpSpPr/>
              <p:nvPr/>
            </p:nvGrpSpPr>
            <p:grpSpPr>
              <a:xfrm rot="16200000" flipH="1">
                <a:off x="9987220" y="2568041"/>
                <a:ext cx="2470318" cy="685285"/>
                <a:chOff x="3622676" y="3492499"/>
                <a:chExt cx="2575177" cy="714375"/>
              </a:xfrm>
              <a:effectLst/>
            </p:grpSpPr>
            <p:sp>
              <p:nvSpPr>
                <p:cNvPr id="102" name="Freeform 21">
                  <a:extLst>
                    <a:ext uri="{FF2B5EF4-FFF2-40B4-BE49-F238E27FC236}">
                      <a16:creationId xmlns:a16="http://schemas.microsoft.com/office/drawing/2014/main" id="{3BBD2FC9-D68E-A4A3-D37C-FC9663CB6F83}"/>
                    </a:ext>
                  </a:extLst>
                </p:cNvPr>
                <p:cNvSpPr/>
                <p:nvPr/>
              </p:nvSpPr>
              <p:spPr>
                <a:xfrm>
                  <a:off x="3622676" y="3492499"/>
                  <a:ext cx="2575177" cy="714375"/>
                </a:xfrm>
                <a:custGeom>
                  <a:avLst/>
                  <a:gdLst>
                    <a:gd name="connsiteX0" fmla="*/ 190500 w 2559050"/>
                    <a:gd name="connsiteY0" fmla="*/ 0 h 698500"/>
                    <a:gd name="connsiteX1" fmla="*/ 0 w 2559050"/>
                    <a:gd name="connsiteY1" fmla="*/ 152400 h 698500"/>
                    <a:gd name="connsiteX2" fmla="*/ 6350 w 2559050"/>
                    <a:gd name="connsiteY2" fmla="*/ 215900 h 698500"/>
                    <a:gd name="connsiteX3" fmla="*/ 2501900 w 2559050"/>
                    <a:gd name="connsiteY3" fmla="*/ 241300 h 698500"/>
                    <a:gd name="connsiteX4" fmla="*/ 2470150 w 2559050"/>
                    <a:gd name="connsiteY4" fmla="*/ 552450 h 698500"/>
                    <a:gd name="connsiteX5" fmla="*/ 76200 w 2559050"/>
                    <a:gd name="connsiteY5" fmla="*/ 565150 h 698500"/>
                    <a:gd name="connsiteX6" fmla="*/ 101600 w 2559050"/>
                    <a:gd name="connsiteY6" fmla="*/ 520700 h 698500"/>
                    <a:gd name="connsiteX7" fmla="*/ 6350 w 2559050"/>
                    <a:gd name="connsiteY7" fmla="*/ 577850 h 698500"/>
                    <a:gd name="connsiteX8" fmla="*/ 44450 w 2559050"/>
                    <a:gd name="connsiteY8" fmla="*/ 666750 h 698500"/>
                    <a:gd name="connsiteX9" fmla="*/ 2400300 w 2559050"/>
                    <a:gd name="connsiteY9" fmla="*/ 692150 h 698500"/>
                    <a:gd name="connsiteX10" fmla="*/ 2432050 w 2559050"/>
                    <a:gd name="connsiteY10" fmla="*/ 666750 h 698500"/>
                    <a:gd name="connsiteX11" fmla="*/ 2501900 w 2559050"/>
                    <a:gd name="connsiteY11" fmla="*/ 698500 h 698500"/>
                    <a:gd name="connsiteX12" fmla="*/ 2552700 w 2559050"/>
                    <a:gd name="connsiteY12" fmla="*/ 685800 h 698500"/>
                    <a:gd name="connsiteX13" fmla="*/ 2559050 w 2559050"/>
                    <a:gd name="connsiteY13" fmla="*/ 158750 h 698500"/>
                    <a:gd name="connsiteX14" fmla="*/ 2476500 w 2559050"/>
                    <a:gd name="connsiteY14" fmla="*/ 95250 h 698500"/>
                    <a:gd name="connsiteX15" fmla="*/ 520700 w 2559050"/>
                    <a:gd name="connsiteY15" fmla="*/ 184150 h 698500"/>
                    <a:gd name="connsiteX16" fmla="*/ 190500 w 2559050"/>
                    <a:gd name="connsiteY16" fmla="*/ 0 h 698500"/>
                    <a:gd name="connsiteX0" fmla="*/ 190500 w 2559050"/>
                    <a:gd name="connsiteY0" fmla="*/ 0 h 698500"/>
                    <a:gd name="connsiteX1" fmla="*/ 0 w 2559050"/>
                    <a:gd name="connsiteY1" fmla="*/ 152400 h 698500"/>
                    <a:gd name="connsiteX2" fmla="*/ 19050 w 2559050"/>
                    <a:gd name="connsiteY2" fmla="*/ 241300 h 698500"/>
                    <a:gd name="connsiteX3" fmla="*/ 2501900 w 2559050"/>
                    <a:gd name="connsiteY3" fmla="*/ 241300 h 698500"/>
                    <a:gd name="connsiteX4" fmla="*/ 2470150 w 2559050"/>
                    <a:gd name="connsiteY4" fmla="*/ 552450 h 698500"/>
                    <a:gd name="connsiteX5" fmla="*/ 76200 w 2559050"/>
                    <a:gd name="connsiteY5" fmla="*/ 565150 h 698500"/>
                    <a:gd name="connsiteX6" fmla="*/ 101600 w 2559050"/>
                    <a:gd name="connsiteY6" fmla="*/ 520700 h 698500"/>
                    <a:gd name="connsiteX7" fmla="*/ 6350 w 2559050"/>
                    <a:gd name="connsiteY7" fmla="*/ 577850 h 698500"/>
                    <a:gd name="connsiteX8" fmla="*/ 44450 w 2559050"/>
                    <a:gd name="connsiteY8" fmla="*/ 666750 h 698500"/>
                    <a:gd name="connsiteX9" fmla="*/ 2400300 w 2559050"/>
                    <a:gd name="connsiteY9" fmla="*/ 692150 h 698500"/>
                    <a:gd name="connsiteX10" fmla="*/ 2432050 w 2559050"/>
                    <a:gd name="connsiteY10" fmla="*/ 666750 h 698500"/>
                    <a:gd name="connsiteX11" fmla="*/ 2501900 w 2559050"/>
                    <a:gd name="connsiteY11" fmla="*/ 698500 h 698500"/>
                    <a:gd name="connsiteX12" fmla="*/ 2552700 w 2559050"/>
                    <a:gd name="connsiteY12" fmla="*/ 685800 h 698500"/>
                    <a:gd name="connsiteX13" fmla="*/ 2559050 w 2559050"/>
                    <a:gd name="connsiteY13" fmla="*/ 158750 h 698500"/>
                    <a:gd name="connsiteX14" fmla="*/ 2476500 w 2559050"/>
                    <a:gd name="connsiteY14" fmla="*/ 95250 h 698500"/>
                    <a:gd name="connsiteX15" fmla="*/ 520700 w 2559050"/>
                    <a:gd name="connsiteY15" fmla="*/ 184150 h 698500"/>
                    <a:gd name="connsiteX16" fmla="*/ 190500 w 2559050"/>
                    <a:gd name="connsiteY16" fmla="*/ 0 h 698500"/>
                    <a:gd name="connsiteX0" fmla="*/ 184150 w 2552700"/>
                    <a:gd name="connsiteY0" fmla="*/ 0 h 698500"/>
                    <a:gd name="connsiteX1" fmla="*/ 9525 w 2552700"/>
                    <a:gd name="connsiteY1" fmla="*/ 152400 h 698500"/>
                    <a:gd name="connsiteX2" fmla="*/ 12700 w 2552700"/>
                    <a:gd name="connsiteY2" fmla="*/ 241300 h 698500"/>
                    <a:gd name="connsiteX3" fmla="*/ 2495550 w 2552700"/>
                    <a:gd name="connsiteY3" fmla="*/ 241300 h 698500"/>
                    <a:gd name="connsiteX4" fmla="*/ 2463800 w 2552700"/>
                    <a:gd name="connsiteY4" fmla="*/ 552450 h 698500"/>
                    <a:gd name="connsiteX5" fmla="*/ 69850 w 2552700"/>
                    <a:gd name="connsiteY5" fmla="*/ 565150 h 698500"/>
                    <a:gd name="connsiteX6" fmla="*/ 95250 w 2552700"/>
                    <a:gd name="connsiteY6" fmla="*/ 520700 h 698500"/>
                    <a:gd name="connsiteX7" fmla="*/ 0 w 2552700"/>
                    <a:gd name="connsiteY7" fmla="*/ 577850 h 698500"/>
                    <a:gd name="connsiteX8" fmla="*/ 38100 w 2552700"/>
                    <a:gd name="connsiteY8" fmla="*/ 666750 h 698500"/>
                    <a:gd name="connsiteX9" fmla="*/ 2393950 w 2552700"/>
                    <a:gd name="connsiteY9" fmla="*/ 692150 h 698500"/>
                    <a:gd name="connsiteX10" fmla="*/ 2425700 w 2552700"/>
                    <a:gd name="connsiteY10" fmla="*/ 666750 h 698500"/>
                    <a:gd name="connsiteX11" fmla="*/ 2495550 w 2552700"/>
                    <a:gd name="connsiteY11" fmla="*/ 698500 h 698500"/>
                    <a:gd name="connsiteX12" fmla="*/ 2546350 w 2552700"/>
                    <a:gd name="connsiteY12" fmla="*/ 685800 h 698500"/>
                    <a:gd name="connsiteX13" fmla="*/ 2552700 w 2552700"/>
                    <a:gd name="connsiteY13" fmla="*/ 158750 h 698500"/>
                    <a:gd name="connsiteX14" fmla="*/ 2470150 w 2552700"/>
                    <a:gd name="connsiteY14" fmla="*/ 95250 h 698500"/>
                    <a:gd name="connsiteX15" fmla="*/ 514350 w 2552700"/>
                    <a:gd name="connsiteY15" fmla="*/ 184150 h 698500"/>
                    <a:gd name="connsiteX16" fmla="*/ 184150 w 2552700"/>
                    <a:gd name="connsiteY16" fmla="*/ 0 h 698500"/>
                    <a:gd name="connsiteX0" fmla="*/ 184150 w 2571750"/>
                    <a:gd name="connsiteY0" fmla="*/ 0 h 698500"/>
                    <a:gd name="connsiteX1" fmla="*/ 9525 w 2571750"/>
                    <a:gd name="connsiteY1" fmla="*/ 152400 h 698500"/>
                    <a:gd name="connsiteX2" fmla="*/ 12700 w 2571750"/>
                    <a:gd name="connsiteY2" fmla="*/ 241300 h 698500"/>
                    <a:gd name="connsiteX3" fmla="*/ 2495550 w 2571750"/>
                    <a:gd name="connsiteY3" fmla="*/ 241300 h 698500"/>
                    <a:gd name="connsiteX4" fmla="*/ 2463800 w 2571750"/>
                    <a:gd name="connsiteY4" fmla="*/ 552450 h 698500"/>
                    <a:gd name="connsiteX5" fmla="*/ 69850 w 2571750"/>
                    <a:gd name="connsiteY5" fmla="*/ 565150 h 698500"/>
                    <a:gd name="connsiteX6" fmla="*/ 95250 w 2571750"/>
                    <a:gd name="connsiteY6" fmla="*/ 520700 h 698500"/>
                    <a:gd name="connsiteX7" fmla="*/ 0 w 2571750"/>
                    <a:gd name="connsiteY7" fmla="*/ 577850 h 698500"/>
                    <a:gd name="connsiteX8" fmla="*/ 38100 w 2571750"/>
                    <a:gd name="connsiteY8" fmla="*/ 666750 h 698500"/>
                    <a:gd name="connsiteX9" fmla="*/ 2393950 w 2571750"/>
                    <a:gd name="connsiteY9" fmla="*/ 692150 h 698500"/>
                    <a:gd name="connsiteX10" fmla="*/ 2425700 w 2571750"/>
                    <a:gd name="connsiteY10" fmla="*/ 666750 h 698500"/>
                    <a:gd name="connsiteX11" fmla="*/ 2495550 w 2571750"/>
                    <a:gd name="connsiteY11" fmla="*/ 698500 h 698500"/>
                    <a:gd name="connsiteX12" fmla="*/ 2546350 w 2571750"/>
                    <a:gd name="connsiteY12" fmla="*/ 685800 h 698500"/>
                    <a:gd name="connsiteX13" fmla="*/ 2571750 w 2571750"/>
                    <a:gd name="connsiteY13" fmla="*/ 193675 h 698500"/>
                    <a:gd name="connsiteX14" fmla="*/ 2470150 w 2571750"/>
                    <a:gd name="connsiteY14" fmla="*/ 95250 h 698500"/>
                    <a:gd name="connsiteX15" fmla="*/ 514350 w 2571750"/>
                    <a:gd name="connsiteY15" fmla="*/ 184150 h 698500"/>
                    <a:gd name="connsiteX16" fmla="*/ 184150 w 2571750"/>
                    <a:gd name="connsiteY16" fmla="*/ 0 h 698500"/>
                    <a:gd name="connsiteX0" fmla="*/ 184150 w 2555875"/>
                    <a:gd name="connsiteY0" fmla="*/ 0 h 698500"/>
                    <a:gd name="connsiteX1" fmla="*/ 9525 w 2555875"/>
                    <a:gd name="connsiteY1" fmla="*/ 152400 h 698500"/>
                    <a:gd name="connsiteX2" fmla="*/ 12700 w 2555875"/>
                    <a:gd name="connsiteY2" fmla="*/ 241300 h 698500"/>
                    <a:gd name="connsiteX3" fmla="*/ 2495550 w 2555875"/>
                    <a:gd name="connsiteY3" fmla="*/ 241300 h 698500"/>
                    <a:gd name="connsiteX4" fmla="*/ 2463800 w 2555875"/>
                    <a:gd name="connsiteY4" fmla="*/ 552450 h 698500"/>
                    <a:gd name="connsiteX5" fmla="*/ 69850 w 2555875"/>
                    <a:gd name="connsiteY5" fmla="*/ 565150 h 698500"/>
                    <a:gd name="connsiteX6" fmla="*/ 95250 w 2555875"/>
                    <a:gd name="connsiteY6" fmla="*/ 520700 h 698500"/>
                    <a:gd name="connsiteX7" fmla="*/ 0 w 2555875"/>
                    <a:gd name="connsiteY7" fmla="*/ 577850 h 698500"/>
                    <a:gd name="connsiteX8" fmla="*/ 38100 w 2555875"/>
                    <a:gd name="connsiteY8" fmla="*/ 666750 h 698500"/>
                    <a:gd name="connsiteX9" fmla="*/ 2393950 w 2555875"/>
                    <a:gd name="connsiteY9" fmla="*/ 692150 h 698500"/>
                    <a:gd name="connsiteX10" fmla="*/ 2425700 w 2555875"/>
                    <a:gd name="connsiteY10" fmla="*/ 666750 h 698500"/>
                    <a:gd name="connsiteX11" fmla="*/ 2495550 w 2555875"/>
                    <a:gd name="connsiteY11" fmla="*/ 698500 h 698500"/>
                    <a:gd name="connsiteX12" fmla="*/ 2546350 w 2555875"/>
                    <a:gd name="connsiteY12" fmla="*/ 685800 h 698500"/>
                    <a:gd name="connsiteX13" fmla="*/ 2555875 w 2555875"/>
                    <a:gd name="connsiteY13" fmla="*/ 171450 h 698500"/>
                    <a:gd name="connsiteX14" fmla="*/ 2470150 w 2555875"/>
                    <a:gd name="connsiteY14" fmla="*/ 95250 h 698500"/>
                    <a:gd name="connsiteX15" fmla="*/ 514350 w 2555875"/>
                    <a:gd name="connsiteY15" fmla="*/ 184150 h 698500"/>
                    <a:gd name="connsiteX16" fmla="*/ 184150 w 2555875"/>
                    <a:gd name="connsiteY16" fmla="*/ 0 h 698500"/>
                    <a:gd name="connsiteX0" fmla="*/ 184150 w 2562506"/>
                    <a:gd name="connsiteY0" fmla="*/ 0 h 698500"/>
                    <a:gd name="connsiteX1" fmla="*/ 9525 w 2562506"/>
                    <a:gd name="connsiteY1" fmla="*/ 152400 h 698500"/>
                    <a:gd name="connsiteX2" fmla="*/ 12700 w 2562506"/>
                    <a:gd name="connsiteY2" fmla="*/ 241300 h 698500"/>
                    <a:gd name="connsiteX3" fmla="*/ 2495550 w 2562506"/>
                    <a:gd name="connsiteY3" fmla="*/ 241300 h 698500"/>
                    <a:gd name="connsiteX4" fmla="*/ 2463800 w 2562506"/>
                    <a:gd name="connsiteY4" fmla="*/ 552450 h 698500"/>
                    <a:gd name="connsiteX5" fmla="*/ 69850 w 2562506"/>
                    <a:gd name="connsiteY5" fmla="*/ 565150 h 698500"/>
                    <a:gd name="connsiteX6" fmla="*/ 95250 w 2562506"/>
                    <a:gd name="connsiteY6" fmla="*/ 520700 h 698500"/>
                    <a:gd name="connsiteX7" fmla="*/ 0 w 2562506"/>
                    <a:gd name="connsiteY7" fmla="*/ 577850 h 698500"/>
                    <a:gd name="connsiteX8" fmla="*/ 38100 w 2562506"/>
                    <a:gd name="connsiteY8" fmla="*/ 666750 h 698500"/>
                    <a:gd name="connsiteX9" fmla="*/ 2393950 w 2562506"/>
                    <a:gd name="connsiteY9" fmla="*/ 692150 h 698500"/>
                    <a:gd name="connsiteX10" fmla="*/ 2425700 w 2562506"/>
                    <a:gd name="connsiteY10" fmla="*/ 666750 h 698500"/>
                    <a:gd name="connsiteX11" fmla="*/ 2495550 w 2562506"/>
                    <a:gd name="connsiteY11" fmla="*/ 698500 h 698500"/>
                    <a:gd name="connsiteX12" fmla="*/ 2562225 w 2562506"/>
                    <a:gd name="connsiteY12" fmla="*/ 685800 h 698500"/>
                    <a:gd name="connsiteX13" fmla="*/ 2555875 w 2562506"/>
                    <a:gd name="connsiteY13" fmla="*/ 171450 h 698500"/>
                    <a:gd name="connsiteX14" fmla="*/ 2470150 w 2562506"/>
                    <a:gd name="connsiteY14" fmla="*/ 95250 h 698500"/>
                    <a:gd name="connsiteX15" fmla="*/ 514350 w 2562506"/>
                    <a:gd name="connsiteY15" fmla="*/ 184150 h 698500"/>
                    <a:gd name="connsiteX16" fmla="*/ 184150 w 2562506"/>
                    <a:gd name="connsiteY16" fmla="*/ 0 h 698500"/>
                    <a:gd name="connsiteX0" fmla="*/ 184150 w 2562506"/>
                    <a:gd name="connsiteY0" fmla="*/ 0 h 692150"/>
                    <a:gd name="connsiteX1" fmla="*/ 9525 w 2562506"/>
                    <a:gd name="connsiteY1" fmla="*/ 152400 h 692150"/>
                    <a:gd name="connsiteX2" fmla="*/ 12700 w 2562506"/>
                    <a:gd name="connsiteY2" fmla="*/ 241300 h 692150"/>
                    <a:gd name="connsiteX3" fmla="*/ 2495550 w 2562506"/>
                    <a:gd name="connsiteY3" fmla="*/ 241300 h 692150"/>
                    <a:gd name="connsiteX4" fmla="*/ 2463800 w 2562506"/>
                    <a:gd name="connsiteY4" fmla="*/ 552450 h 692150"/>
                    <a:gd name="connsiteX5" fmla="*/ 69850 w 2562506"/>
                    <a:gd name="connsiteY5" fmla="*/ 565150 h 692150"/>
                    <a:gd name="connsiteX6" fmla="*/ 95250 w 2562506"/>
                    <a:gd name="connsiteY6" fmla="*/ 520700 h 692150"/>
                    <a:gd name="connsiteX7" fmla="*/ 0 w 2562506"/>
                    <a:gd name="connsiteY7" fmla="*/ 577850 h 692150"/>
                    <a:gd name="connsiteX8" fmla="*/ 38100 w 2562506"/>
                    <a:gd name="connsiteY8" fmla="*/ 666750 h 692150"/>
                    <a:gd name="connsiteX9" fmla="*/ 2393950 w 2562506"/>
                    <a:gd name="connsiteY9" fmla="*/ 692150 h 692150"/>
                    <a:gd name="connsiteX10" fmla="*/ 2425700 w 2562506"/>
                    <a:gd name="connsiteY10" fmla="*/ 666750 h 692150"/>
                    <a:gd name="connsiteX11" fmla="*/ 2479675 w 2562506"/>
                    <a:gd name="connsiteY11" fmla="*/ 692150 h 692150"/>
                    <a:gd name="connsiteX12" fmla="*/ 2562225 w 2562506"/>
                    <a:gd name="connsiteY12" fmla="*/ 685800 h 692150"/>
                    <a:gd name="connsiteX13" fmla="*/ 2555875 w 2562506"/>
                    <a:gd name="connsiteY13" fmla="*/ 171450 h 692150"/>
                    <a:gd name="connsiteX14" fmla="*/ 2470150 w 2562506"/>
                    <a:gd name="connsiteY14" fmla="*/ 95250 h 692150"/>
                    <a:gd name="connsiteX15" fmla="*/ 514350 w 2562506"/>
                    <a:gd name="connsiteY15" fmla="*/ 184150 h 692150"/>
                    <a:gd name="connsiteX16" fmla="*/ 184150 w 2562506"/>
                    <a:gd name="connsiteY16" fmla="*/ 0 h 692150"/>
                    <a:gd name="connsiteX0" fmla="*/ 184150 w 2562506"/>
                    <a:gd name="connsiteY0" fmla="*/ 0 h 692150"/>
                    <a:gd name="connsiteX1" fmla="*/ 9525 w 2562506"/>
                    <a:gd name="connsiteY1" fmla="*/ 152400 h 692150"/>
                    <a:gd name="connsiteX2" fmla="*/ 12700 w 2562506"/>
                    <a:gd name="connsiteY2" fmla="*/ 241300 h 692150"/>
                    <a:gd name="connsiteX3" fmla="*/ 2495550 w 2562506"/>
                    <a:gd name="connsiteY3" fmla="*/ 241300 h 692150"/>
                    <a:gd name="connsiteX4" fmla="*/ 2463800 w 2562506"/>
                    <a:gd name="connsiteY4" fmla="*/ 552450 h 692150"/>
                    <a:gd name="connsiteX5" fmla="*/ 69850 w 2562506"/>
                    <a:gd name="connsiteY5" fmla="*/ 565150 h 692150"/>
                    <a:gd name="connsiteX6" fmla="*/ 95250 w 2562506"/>
                    <a:gd name="connsiteY6" fmla="*/ 520700 h 692150"/>
                    <a:gd name="connsiteX7" fmla="*/ 0 w 2562506"/>
                    <a:gd name="connsiteY7" fmla="*/ 577850 h 692150"/>
                    <a:gd name="connsiteX8" fmla="*/ 38100 w 2562506"/>
                    <a:gd name="connsiteY8" fmla="*/ 666750 h 692150"/>
                    <a:gd name="connsiteX9" fmla="*/ 2393950 w 2562506"/>
                    <a:gd name="connsiteY9" fmla="*/ 692150 h 692150"/>
                    <a:gd name="connsiteX10" fmla="*/ 2435225 w 2562506"/>
                    <a:gd name="connsiteY10" fmla="*/ 666750 h 692150"/>
                    <a:gd name="connsiteX11" fmla="*/ 2479675 w 2562506"/>
                    <a:gd name="connsiteY11" fmla="*/ 692150 h 692150"/>
                    <a:gd name="connsiteX12" fmla="*/ 2562225 w 2562506"/>
                    <a:gd name="connsiteY12" fmla="*/ 685800 h 692150"/>
                    <a:gd name="connsiteX13" fmla="*/ 2555875 w 2562506"/>
                    <a:gd name="connsiteY13" fmla="*/ 171450 h 692150"/>
                    <a:gd name="connsiteX14" fmla="*/ 2470150 w 2562506"/>
                    <a:gd name="connsiteY14" fmla="*/ 95250 h 692150"/>
                    <a:gd name="connsiteX15" fmla="*/ 514350 w 2562506"/>
                    <a:gd name="connsiteY15" fmla="*/ 184150 h 692150"/>
                    <a:gd name="connsiteX16" fmla="*/ 184150 w 2562506"/>
                    <a:gd name="connsiteY16" fmla="*/ 0 h 692150"/>
                    <a:gd name="connsiteX0" fmla="*/ 184150 w 2562506"/>
                    <a:gd name="connsiteY0" fmla="*/ 0 h 692150"/>
                    <a:gd name="connsiteX1" fmla="*/ 9525 w 2562506"/>
                    <a:gd name="connsiteY1" fmla="*/ 152400 h 692150"/>
                    <a:gd name="connsiteX2" fmla="*/ 12700 w 2562506"/>
                    <a:gd name="connsiteY2" fmla="*/ 241300 h 692150"/>
                    <a:gd name="connsiteX3" fmla="*/ 2495550 w 2562506"/>
                    <a:gd name="connsiteY3" fmla="*/ 241300 h 692150"/>
                    <a:gd name="connsiteX4" fmla="*/ 2463800 w 2562506"/>
                    <a:gd name="connsiteY4" fmla="*/ 552450 h 692150"/>
                    <a:gd name="connsiteX5" fmla="*/ 69850 w 2562506"/>
                    <a:gd name="connsiteY5" fmla="*/ 565150 h 692150"/>
                    <a:gd name="connsiteX6" fmla="*/ 95250 w 2562506"/>
                    <a:gd name="connsiteY6" fmla="*/ 520700 h 692150"/>
                    <a:gd name="connsiteX7" fmla="*/ 0 w 2562506"/>
                    <a:gd name="connsiteY7" fmla="*/ 577850 h 692150"/>
                    <a:gd name="connsiteX8" fmla="*/ 9525 w 2562506"/>
                    <a:gd name="connsiteY8" fmla="*/ 688975 h 692150"/>
                    <a:gd name="connsiteX9" fmla="*/ 2393950 w 2562506"/>
                    <a:gd name="connsiteY9" fmla="*/ 692150 h 692150"/>
                    <a:gd name="connsiteX10" fmla="*/ 2435225 w 2562506"/>
                    <a:gd name="connsiteY10" fmla="*/ 666750 h 692150"/>
                    <a:gd name="connsiteX11" fmla="*/ 2479675 w 2562506"/>
                    <a:gd name="connsiteY11" fmla="*/ 692150 h 692150"/>
                    <a:gd name="connsiteX12" fmla="*/ 2562225 w 2562506"/>
                    <a:gd name="connsiteY12" fmla="*/ 685800 h 692150"/>
                    <a:gd name="connsiteX13" fmla="*/ 2555875 w 2562506"/>
                    <a:gd name="connsiteY13" fmla="*/ 171450 h 692150"/>
                    <a:gd name="connsiteX14" fmla="*/ 2470150 w 2562506"/>
                    <a:gd name="connsiteY14" fmla="*/ 95250 h 692150"/>
                    <a:gd name="connsiteX15" fmla="*/ 514350 w 2562506"/>
                    <a:gd name="connsiteY15" fmla="*/ 184150 h 692150"/>
                    <a:gd name="connsiteX16" fmla="*/ 184150 w 2562506"/>
                    <a:gd name="connsiteY16" fmla="*/ 0 h 692150"/>
                    <a:gd name="connsiteX0" fmla="*/ 180975 w 2559331"/>
                    <a:gd name="connsiteY0" fmla="*/ 0 h 692150"/>
                    <a:gd name="connsiteX1" fmla="*/ 6350 w 2559331"/>
                    <a:gd name="connsiteY1" fmla="*/ 152400 h 692150"/>
                    <a:gd name="connsiteX2" fmla="*/ 9525 w 2559331"/>
                    <a:gd name="connsiteY2" fmla="*/ 241300 h 692150"/>
                    <a:gd name="connsiteX3" fmla="*/ 2492375 w 2559331"/>
                    <a:gd name="connsiteY3" fmla="*/ 241300 h 692150"/>
                    <a:gd name="connsiteX4" fmla="*/ 2460625 w 2559331"/>
                    <a:gd name="connsiteY4" fmla="*/ 552450 h 692150"/>
                    <a:gd name="connsiteX5" fmla="*/ 66675 w 2559331"/>
                    <a:gd name="connsiteY5" fmla="*/ 565150 h 692150"/>
                    <a:gd name="connsiteX6" fmla="*/ 92075 w 2559331"/>
                    <a:gd name="connsiteY6" fmla="*/ 520700 h 692150"/>
                    <a:gd name="connsiteX7" fmla="*/ 0 w 2559331"/>
                    <a:gd name="connsiteY7" fmla="*/ 593725 h 692150"/>
                    <a:gd name="connsiteX8" fmla="*/ 6350 w 2559331"/>
                    <a:gd name="connsiteY8" fmla="*/ 688975 h 692150"/>
                    <a:gd name="connsiteX9" fmla="*/ 2390775 w 2559331"/>
                    <a:gd name="connsiteY9" fmla="*/ 692150 h 692150"/>
                    <a:gd name="connsiteX10" fmla="*/ 2432050 w 2559331"/>
                    <a:gd name="connsiteY10" fmla="*/ 666750 h 692150"/>
                    <a:gd name="connsiteX11" fmla="*/ 2476500 w 2559331"/>
                    <a:gd name="connsiteY11" fmla="*/ 692150 h 692150"/>
                    <a:gd name="connsiteX12" fmla="*/ 2559050 w 2559331"/>
                    <a:gd name="connsiteY12" fmla="*/ 685800 h 692150"/>
                    <a:gd name="connsiteX13" fmla="*/ 2552700 w 2559331"/>
                    <a:gd name="connsiteY13" fmla="*/ 171450 h 692150"/>
                    <a:gd name="connsiteX14" fmla="*/ 2466975 w 2559331"/>
                    <a:gd name="connsiteY14" fmla="*/ 95250 h 692150"/>
                    <a:gd name="connsiteX15" fmla="*/ 511175 w 2559331"/>
                    <a:gd name="connsiteY15" fmla="*/ 184150 h 692150"/>
                    <a:gd name="connsiteX16" fmla="*/ 180975 w 2559331"/>
                    <a:gd name="connsiteY16" fmla="*/ 0 h 692150"/>
                    <a:gd name="connsiteX0" fmla="*/ 180975 w 2559331"/>
                    <a:gd name="connsiteY0" fmla="*/ 0 h 692150"/>
                    <a:gd name="connsiteX1" fmla="*/ 6350 w 2559331"/>
                    <a:gd name="connsiteY1" fmla="*/ 152400 h 692150"/>
                    <a:gd name="connsiteX2" fmla="*/ 9525 w 2559331"/>
                    <a:gd name="connsiteY2" fmla="*/ 241300 h 692150"/>
                    <a:gd name="connsiteX3" fmla="*/ 2492375 w 2559331"/>
                    <a:gd name="connsiteY3" fmla="*/ 241300 h 692150"/>
                    <a:gd name="connsiteX4" fmla="*/ 2460625 w 2559331"/>
                    <a:gd name="connsiteY4" fmla="*/ 552450 h 692150"/>
                    <a:gd name="connsiteX5" fmla="*/ 66675 w 2559331"/>
                    <a:gd name="connsiteY5" fmla="*/ 565150 h 692150"/>
                    <a:gd name="connsiteX6" fmla="*/ 88900 w 2559331"/>
                    <a:gd name="connsiteY6" fmla="*/ 568325 h 692150"/>
                    <a:gd name="connsiteX7" fmla="*/ 92075 w 2559331"/>
                    <a:gd name="connsiteY7" fmla="*/ 520700 h 692150"/>
                    <a:gd name="connsiteX8" fmla="*/ 0 w 2559331"/>
                    <a:gd name="connsiteY8" fmla="*/ 593725 h 692150"/>
                    <a:gd name="connsiteX9" fmla="*/ 6350 w 2559331"/>
                    <a:gd name="connsiteY9" fmla="*/ 688975 h 692150"/>
                    <a:gd name="connsiteX10" fmla="*/ 2390775 w 2559331"/>
                    <a:gd name="connsiteY10" fmla="*/ 692150 h 692150"/>
                    <a:gd name="connsiteX11" fmla="*/ 2432050 w 2559331"/>
                    <a:gd name="connsiteY11" fmla="*/ 666750 h 692150"/>
                    <a:gd name="connsiteX12" fmla="*/ 2476500 w 2559331"/>
                    <a:gd name="connsiteY12" fmla="*/ 692150 h 692150"/>
                    <a:gd name="connsiteX13" fmla="*/ 2559050 w 2559331"/>
                    <a:gd name="connsiteY13" fmla="*/ 685800 h 692150"/>
                    <a:gd name="connsiteX14" fmla="*/ 2552700 w 2559331"/>
                    <a:gd name="connsiteY14" fmla="*/ 171450 h 692150"/>
                    <a:gd name="connsiteX15" fmla="*/ 2466975 w 2559331"/>
                    <a:gd name="connsiteY15" fmla="*/ 95250 h 692150"/>
                    <a:gd name="connsiteX16" fmla="*/ 511175 w 2559331"/>
                    <a:gd name="connsiteY16" fmla="*/ 184150 h 692150"/>
                    <a:gd name="connsiteX17" fmla="*/ 180975 w 2559331"/>
                    <a:gd name="connsiteY17" fmla="*/ 0 h 692150"/>
                    <a:gd name="connsiteX0" fmla="*/ 180975 w 2559331"/>
                    <a:gd name="connsiteY0" fmla="*/ 0 h 692150"/>
                    <a:gd name="connsiteX1" fmla="*/ 6350 w 2559331"/>
                    <a:gd name="connsiteY1" fmla="*/ 152400 h 692150"/>
                    <a:gd name="connsiteX2" fmla="*/ 9525 w 2559331"/>
                    <a:gd name="connsiteY2" fmla="*/ 241300 h 692150"/>
                    <a:gd name="connsiteX3" fmla="*/ 2454275 w 2559331"/>
                    <a:gd name="connsiteY3" fmla="*/ 234950 h 692150"/>
                    <a:gd name="connsiteX4" fmla="*/ 2460625 w 2559331"/>
                    <a:gd name="connsiteY4" fmla="*/ 552450 h 692150"/>
                    <a:gd name="connsiteX5" fmla="*/ 66675 w 2559331"/>
                    <a:gd name="connsiteY5" fmla="*/ 565150 h 692150"/>
                    <a:gd name="connsiteX6" fmla="*/ 88900 w 2559331"/>
                    <a:gd name="connsiteY6" fmla="*/ 568325 h 692150"/>
                    <a:gd name="connsiteX7" fmla="*/ 92075 w 2559331"/>
                    <a:gd name="connsiteY7" fmla="*/ 520700 h 692150"/>
                    <a:gd name="connsiteX8" fmla="*/ 0 w 2559331"/>
                    <a:gd name="connsiteY8" fmla="*/ 593725 h 692150"/>
                    <a:gd name="connsiteX9" fmla="*/ 6350 w 2559331"/>
                    <a:gd name="connsiteY9" fmla="*/ 688975 h 692150"/>
                    <a:gd name="connsiteX10" fmla="*/ 2390775 w 2559331"/>
                    <a:gd name="connsiteY10" fmla="*/ 692150 h 692150"/>
                    <a:gd name="connsiteX11" fmla="*/ 2432050 w 2559331"/>
                    <a:gd name="connsiteY11" fmla="*/ 666750 h 692150"/>
                    <a:gd name="connsiteX12" fmla="*/ 2476500 w 2559331"/>
                    <a:gd name="connsiteY12" fmla="*/ 692150 h 692150"/>
                    <a:gd name="connsiteX13" fmla="*/ 2559050 w 2559331"/>
                    <a:gd name="connsiteY13" fmla="*/ 685800 h 692150"/>
                    <a:gd name="connsiteX14" fmla="*/ 2552700 w 2559331"/>
                    <a:gd name="connsiteY14" fmla="*/ 171450 h 692150"/>
                    <a:gd name="connsiteX15" fmla="*/ 2466975 w 2559331"/>
                    <a:gd name="connsiteY15" fmla="*/ 95250 h 692150"/>
                    <a:gd name="connsiteX16" fmla="*/ 511175 w 2559331"/>
                    <a:gd name="connsiteY16" fmla="*/ 184150 h 692150"/>
                    <a:gd name="connsiteX17" fmla="*/ 180975 w 2559331"/>
                    <a:gd name="connsiteY17" fmla="*/ 0 h 692150"/>
                    <a:gd name="connsiteX0" fmla="*/ 180975 w 2559331"/>
                    <a:gd name="connsiteY0" fmla="*/ 0 h 692150"/>
                    <a:gd name="connsiteX1" fmla="*/ 6350 w 2559331"/>
                    <a:gd name="connsiteY1" fmla="*/ 152400 h 692150"/>
                    <a:gd name="connsiteX2" fmla="*/ 9525 w 2559331"/>
                    <a:gd name="connsiteY2" fmla="*/ 241300 h 692150"/>
                    <a:gd name="connsiteX3" fmla="*/ 2454275 w 2559331"/>
                    <a:gd name="connsiteY3" fmla="*/ 234950 h 692150"/>
                    <a:gd name="connsiteX4" fmla="*/ 2454275 w 2559331"/>
                    <a:gd name="connsiteY4" fmla="*/ 552450 h 692150"/>
                    <a:gd name="connsiteX5" fmla="*/ 66675 w 2559331"/>
                    <a:gd name="connsiteY5" fmla="*/ 565150 h 692150"/>
                    <a:gd name="connsiteX6" fmla="*/ 88900 w 2559331"/>
                    <a:gd name="connsiteY6" fmla="*/ 568325 h 692150"/>
                    <a:gd name="connsiteX7" fmla="*/ 92075 w 2559331"/>
                    <a:gd name="connsiteY7" fmla="*/ 520700 h 692150"/>
                    <a:gd name="connsiteX8" fmla="*/ 0 w 2559331"/>
                    <a:gd name="connsiteY8" fmla="*/ 593725 h 692150"/>
                    <a:gd name="connsiteX9" fmla="*/ 6350 w 2559331"/>
                    <a:gd name="connsiteY9" fmla="*/ 688975 h 692150"/>
                    <a:gd name="connsiteX10" fmla="*/ 2390775 w 2559331"/>
                    <a:gd name="connsiteY10" fmla="*/ 692150 h 692150"/>
                    <a:gd name="connsiteX11" fmla="*/ 2432050 w 2559331"/>
                    <a:gd name="connsiteY11" fmla="*/ 666750 h 692150"/>
                    <a:gd name="connsiteX12" fmla="*/ 2476500 w 2559331"/>
                    <a:gd name="connsiteY12" fmla="*/ 692150 h 692150"/>
                    <a:gd name="connsiteX13" fmla="*/ 2559050 w 2559331"/>
                    <a:gd name="connsiteY13" fmla="*/ 685800 h 692150"/>
                    <a:gd name="connsiteX14" fmla="*/ 2552700 w 2559331"/>
                    <a:gd name="connsiteY14" fmla="*/ 171450 h 692150"/>
                    <a:gd name="connsiteX15" fmla="*/ 2466975 w 2559331"/>
                    <a:gd name="connsiteY15" fmla="*/ 95250 h 692150"/>
                    <a:gd name="connsiteX16" fmla="*/ 511175 w 2559331"/>
                    <a:gd name="connsiteY16" fmla="*/ 184150 h 692150"/>
                    <a:gd name="connsiteX17" fmla="*/ 180975 w 2559331"/>
                    <a:gd name="connsiteY17" fmla="*/ 0 h 692150"/>
                    <a:gd name="connsiteX0" fmla="*/ 180975 w 2559331"/>
                    <a:gd name="connsiteY0" fmla="*/ 0 h 692150"/>
                    <a:gd name="connsiteX1" fmla="*/ 6350 w 2559331"/>
                    <a:gd name="connsiteY1" fmla="*/ 152400 h 692150"/>
                    <a:gd name="connsiteX2" fmla="*/ 9525 w 2559331"/>
                    <a:gd name="connsiteY2" fmla="*/ 241300 h 692150"/>
                    <a:gd name="connsiteX3" fmla="*/ 2454275 w 2559331"/>
                    <a:gd name="connsiteY3" fmla="*/ 234950 h 692150"/>
                    <a:gd name="connsiteX4" fmla="*/ 2454275 w 2559331"/>
                    <a:gd name="connsiteY4" fmla="*/ 552450 h 692150"/>
                    <a:gd name="connsiteX5" fmla="*/ 66675 w 2559331"/>
                    <a:gd name="connsiteY5" fmla="*/ 565150 h 692150"/>
                    <a:gd name="connsiteX6" fmla="*/ 88900 w 2559331"/>
                    <a:gd name="connsiteY6" fmla="*/ 568325 h 692150"/>
                    <a:gd name="connsiteX7" fmla="*/ 92075 w 2559331"/>
                    <a:gd name="connsiteY7" fmla="*/ 520700 h 692150"/>
                    <a:gd name="connsiteX8" fmla="*/ 0 w 2559331"/>
                    <a:gd name="connsiteY8" fmla="*/ 593725 h 692150"/>
                    <a:gd name="connsiteX9" fmla="*/ 6350 w 2559331"/>
                    <a:gd name="connsiteY9" fmla="*/ 688975 h 692150"/>
                    <a:gd name="connsiteX10" fmla="*/ 2390775 w 2559331"/>
                    <a:gd name="connsiteY10" fmla="*/ 692150 h 692150"/>
                    <a:gd name="connsiteX11" fmla="*/ 2432050 w 2559331"/>
                    <a:gd name="connsiteY11" fmla="*/ 666750 h 692150"/>
                    <a:gd name="connsiteX12" fmla="*/ 2476500 w 2559331"/>
                    <a:gd name="connsiteY12" fmla="*/ 692150 h 692150"/>
                    <a:gd name="connsiteX13" fmla="*/ 2559050 w 2559331"/>
                    <a:gd name="connsiteY13" fmla="*/ 685800 h 692150"/>
                    <a:gd name="connsiteX14" fmla="*/ 2552700 w 2559331"/>
                    <a:gd name="connsiteY14" fmla="*/ 171450 h 692150"/>
                    <a:gd name="connsiteX15" fmla="*/ 2466975 w 2559331"/>
                    <a:gd name="connsiteY15" fmla="*/ 95250 h 692150"/>
                    <a:gd name="connsiteX16" fmla="*/ 511175 w 2559331"/>
                    <a:gd name="connsiteY16" fmla="*/ 184150 h 692150"/>
                    <a:gd name="connsiteX17" fmla="*/ 180975 w 2559331"/>
                    <a:gd name="connsiteY17" fmla="*/ 0 h 692150"/>
                    <a:gd name="connsiteX0" fmla="*/ 180975 w 2559331"/>
                    <a:gd name="connsiteY0" fmla="*/ 0 h 692150"/>
                    <a:gd name="connsiteX1" fmla="*/ 6350 w 2559331"/>
                    <a:gd name="connsiteY1" fmla="*/ 152400 h 692150"/>
                    <a:gd name="connsiteX2" fmla="*/ 9525 w 2559331"/>
                    <a:gd name="connsiteY2" fmla="*/ 241300 h 692150"/>
                    <a:gd name="connsiteX3" fmla="*/ 2454275 w 2559331"/>
                    <a:gd name="connsiteY3" fmla="*/ 234950 h 692150"/>
                    <a:gd name="connsiteX4" fmla="*/ 2454275 w 2559331"/>
                    <a:gd name="connsiteY4" fmla="*/ 552450 h 692150"/>
                    <a:gd name="connsiteX5" fmla="*/ 66675 w 2559331"/>
                    <a:gd name="connsiteY5" fmla="*/ 565150 h 692150"/>
                    <a:gd name="connsiteX6" fmla="*/ 88900 w 2559331"/>
                    <a:gd name="connsiteY6" fmla="*/ 568325 h 692150"/>
                    <a:gd name="connsiteX7" fmla="*/ 92075 w 2559331"/>
                    <a:gd name="connsiteY7" fmla="*/ 520700 h 692150"/>
                    <a:gd name="connsiteX8" fmla="*/ 0 w 2559331"/>
                    <a:gd name="connsiteY8" fmla="*/ 593725 h 692150"/>
                    <a:gd name="connsiteX9" fmla="*/ 6350 w 2559331"/>
                    <a:gd name="connsiteY9" fmla="*/ 688975 h 692150"/>
                    <a:gd name="connsiteX10" fmla="*/ 2390775 w 2559331"/>
                    <a:gd name="connsiteY10" fmla="*/ 692150 h 692150"/>
                    <a:gd name="connsiteX11" fmla="*/ 2476500 w 2559331"/>
                    <a:gd name="connsiteY11" fmla="*/ 692150 h 692150"/>
                    <a:gd name="connsiteX12" fmla="*/ 2559050 w 2559331"/>
                    <a:gd name="connsiteY12" fmla="*/ 685800 h 692150"/>
                    <a:gd name="connsiteX13" fmla="*/ 2552700 w 2559331"/>
                    <a:gd name="connsiteY13" fmla="*/ 171450 h 692150"/>
                    <a:gd name="connsiteX14" fmla="*/ 2466975 w 2559331"/>
                    <a:gd name="connsiteY14" fmla="*/ 95250 h 692150"/>
                    <a:gd name="connsiteX15" fmla="*/ 511175 w 2559331"/>
                    <a:gd name="connsiteY15" fmla="*/ 184150 h 692150"/>
                    <a:gd name="connsiteX16" fmla="*/ 180975 w 2559331"/>
                    <a:gd name="connsiteY16" fmla="*/ 0 h 692150"/>
                    <a:gd name="connsiteX0" fmla="*/ 180975 w 2559331"/>
                    <a:gd name="connsiteY0" fmla="*/ 0 h 692150"/>
                    <a:gd name="connsiteX1" fmla="*/ 6350 w 2559331"/>
                    <a:gd name="connsiteY1" fmla="*/ 152400 h 692150"/>
                    <a:gd name="connsiteX2" fmla="*/ 9525 w 2559331"/>
                    <a:gd name="connsiteY2" fmla="*/ 241300 h 692150"/>
                    <a:gd name="connsiteX3" fmla="*/ 2454275 w 2559331"/>
                    <a:gd name="connsiteY3" fmla="*/ 234950 h 692150"/>
                    <a:gd name="connsiteX4" fmla="*/ 2454275 w 2559331"/>
                    <a:gd name="connsiteY4" fmla="*/ 552450 h 692150"/>
                    <a:gd name="connsiteX5" fmla="*/ 66675 w 2559331"/>
                    <a:gd name="connsiteY5" fmla="*/ 565150 h 692150"/>
                    <a:gd name="connsiteX6" fmla="*/ 88900 w 2559331"/>
                    <a:gd name="connsiteY6" fmla="*/ 568325 h 692150"/>
                    <a:gd name="connsiteX7" fmla="*/ 92075 w 2559331"/>
                    <a:gd name="connsiteY7" fmla="*/ 520700 h 692150"/>
                    <a:gd name="connsiteX8" fmla="*/ 0 w 2559331"/>
                    <a:gd name="connsiteY8" fmla="*/ 593725 h 692150"/>
                    <a:gd name="connsiteX9" fmla="*/ 6350 w 2559331"/>
                    <a:gd name="connsiteY9" fmla="*/ 688975 h 692150"/>
                    <a:gd name="connsiteX10" fmla="*/ 2390775 w 2559331"/>
                    <a:gd name="connsiteY10" fmla="*/ 692150 h 692150"/>
                    <a:gd name="connsiteX11" fmla="*/ 2559050 w 2559331"/>
                    <a:gd name="connsiteY11" fmla="*/ 685800 h 692150"/>
                    <a:gd name="connsiteX12" fmla="*/ 2552700 w 2559331"/>
                    <a:gd name="connsiteY12" fmla="*/ 171450 h 692150"/>
                    <a:gd name="connsiteX13" fmla="*/ 2466975 w 2559331"/>
                    <a:gd name="connsiteY13" fmla="*/ 95250 h 692150"/>
                    <a:gd name="connsiteX14" fmla="*/ 511175 w 2559331"/>
                    <a:gd name="connsiteY14" fmla="*/ 184150 h 692150"/>
                    <a:gd name="connsiteX15" fmla="*/ 180975 w 2559331"/>
                    <a:gd name="connsiteY15" fmla="*/ 0 h 692150"/>
                    <a:gd name="connsiteX0" fmla="*/ 180975 w 2559331"/>
                    <a:gd name="connsiteY0" fmla="*/ 0 h 688975"/>
                    <a:gd name="connsiteX1" fmla="*/ 6350 w 2559331"/>
                    <a:gd name="connsiteY1" fmla="*/ 152400 h 688975"/>
                    <a:gd name="connsiteX2" fmla="*/ 9525 w 2559331"/>
                    <a:gd name="connsiteY2" fmla="*/ 241300 h 688975"/>
                    <a:gd name="connsiteX3" fmla="*/ 2454275 w 2559331"/>
                    <a:gd name="connsiteY3" fmla="*/ 234950 h 688975"/>
                    <a:gd name="connsiteX4" fmla="*/ 2454275 w 2559331"/>
                    <a:gd name="connsiteY4" fmla="*/ 552450 h 688975"/>
                    <a:gd name="connsiteX5" fmla="*/ 66675 w 2559331"/>
                    <a:gd name="connsiteY5" fmla="*/ 565150 h 688975"/>
                    <a:gd name="connsiteX6" fmla="*/ 88900 w 2559331"/>
                    <a:gd name="connsiteY6" fmla="*/ 568325 h 688975"/>
                    <a:gd name="connsiteX7" fmla="*/ 92075 w 2559331"/>
                    <a:gd name="connsiteY7" fmla="*/ 520700 h 688975"/>
                    <a:gd name="connsiteX8" fmla="*/ 0 w 2559331"/>
                    <a:gd name="connsiteY8" fmla="*/ 593725 h 688975"/>
                    <a:gd name="connsiteX9" fmla="*/ 6350 w 2559331"/>
                    <a:gd name="connsiteY9" fmla="*/ 688975 h 688975"/>
                    <a:gd name="connsiteX10" fmla="*/ 2559050 w 2559331"/>
                    <a:gd name="connsiteY10" fmla="*/ 685800 h 688975"/>
                    <a:gd name="connsiteX11" fmla="*/ 2552700 w 2559331"/>
                    <a:gd name="connsiteY11" fmla="*/ 171450 h 688975"/>
                    <a:gd name="connsiteX12" fmla="*/ 2466975 w 2559331"/>
                    <a:gd name="connsiteY12" fmla="*/ 95250 h 688975"/>
                    <a:gd name="connsiteX13" fmla="*/ 511175 w 2559331"/>
                    <a:gd name="connsiteY13" fmla="*/ 184150 h 688975"/>
                    <a:gd name="connsiteX14" fmla="*/ 180975 w 2559331"/>
                    <a:gd name="connsiteY14" fmla="*/ 0 h 688975"/>
                    <a:gd name="connsiteX0" fmla="*/ 180975 w 2572231"/>
                    <a:gd name="connsiteY0" fmla="*/ 0 h 688975"/>
                    <a:gd name="connsiteX1" fmla="*/ 6350 w 2572231"/>
                    <a:gd name="connsiteY1" fmla="*/ 152400 h 688975"/>
                    <a:gd name="connsiteX2" fmla="*/ 9525 w 2572231"/>
                    <a:gd name="connsiteY2" fmla="*/ 241300 h 688975"/>
                    <a:gd name="connsiteX3" fmla="*/ 2454275 w 2572231"/>
                    <a:gd name="connsiteY3" fmla="*/ 234950 h 688975"/>
                    <a:gd name="connsiteX4" fmla="*/ 2454275 w 2572231"/>
                    <a:gd name="connsiteY4" fmla="*/ 552450 h 688975"/>
                    <a:gd name="connsiteX5" fmla="*/ 66675 w 2572231"/>
                    <a:gd name="connsiteY5" fmla="*/ 565150 h 688975"/>
                    <a:gd name="connsiteX6" fmla="*/ 88900 w 2572231"/>
                    <a:gd name="connsiteY6" fmla="*/ 568325 h 688975"/>
                    <a:gd name="connsiteX7" fmla="*/ 92075 w 2572231"/>
                    <a:gd name="connsiteY7" fmla="*/ 520700 h 688975"/>
                    <a:gd name="connsiteX8" fmla="*/ 0 w 2572231"/>
                    <a:gd name="connsiteY8" fmla="*/ 593725 h 688975"/>
                    <a:gd name="connsiteX9" fmla="*/ 6350 w 2572231"/>
                    <a:gd name="connsiteY9" fmla="*/ 688975 h 688975"/>
                    <a:gd name="connsiteX10" fmla="*/ 2559050 w 2572231"/>
                    <a:gd name="connsiteY10" fmla="*/ 685800 h 688975"/>
                    <a:gd name="connsiteX11" fmla="*/ 2552700 w 2572231"/>
                    <a:gd name="connsiteY11" fmla="*/ 171450 h 688975"/>
                    <a:gd name="connsiteX12" fmla="*/ 2466975 w 2572231"/>
                    <a:gd name="connsiteY12" fmla="*/ 95250 h 688975"/>
                    <a:gd name="connsiteX13" fmla="*/ 511175 w 2572231"/>
                    <a:gd name="connsiteY13" fmla="*/ 184150 h 688975"/>
                    <a:gd name="connsiteX14" fmla="*/ 180975 w 2572231"/>
                    <a:gd name="connsiteY14" fmla="*/ 0 h 688975"/>
                    <a:gd name="connsiteX0" fmla="*/ 180975 w 2572231"/>
                    <a:gd name="connsiteY0" fmla="*/ 0 h 688975"/>
                    <a:gd name="connsiteX1" fmla="*/ 6350 w 2572231"/>
                    <a:gd name="connsiteY1" fmla="*/ 152400 h 688975"/>
                    <a:gd name="connsiteX2" fmla="*/ 9525 w 2572231"/>
                    <a:gd name="connsiteY2" fmla="*/ 241300 h 688975"/>
                    <a:gd name="connsiteX3" fmla="*/ 2454275 w 2572231"/>
                    <a:gd name="connsiteY3" fmla="*/ 234950 h 688975"/>
                    <a:gd name="connsiteX4" fmla="*/ 2454275 w 2572231"/>
                    <a:gd name="connsiteY4" fmla="*/ 552450 h 688975"/>
                    <a:gd name="connsiteX5" fmla="*/ 66675 w 2572231"/>
                    <a:gd name="connsiteY5" fmla="*/ 565150 h 688975"/>
                    <a:gd name="connsiteX6" fmla="*/ 88900 w 2572231"/>
                    <a:gd name="connsiteY6" fmla="*/ 568325 h 688975"/>
                    <a:gd name="connsiteX7" fmla="*/ 92075 w 2572231"/>
                    <a:gd name="connsiteY7" fmla="*/ 520700 h 688975"/>
                    <a:gd name="connsiteX8" fmla="*/ 0 w 2572231"/>
                    <a:gd name="connsiteY8" fmla="*/ 593725 h 688975"/>
                    <a:gd name="connsiteX9" fmla="*/ 6350 w 2572231"/>
                    <a:gd name="connsiteY9" fmla="*/ 688975 h 688975"/>
                    <a:gd name="connsiteX10" fmla="*/ 2559050 w 2572231"/>
                    <a:gd name="connsiteY10" fmla="*/ 685800 h 688975"/>
                    <a:gd name="connsiteX11" fmla="*/ 2552700 w 2572231"/>
                    <a:gd name="connsiteY11" fmla="*/ 171450 h 688975"/>
                    <a:gd name="connsiteX12" fmla="*/ 2466975 w 2572231"/>
                    <a:gd name="connsiteY12" fmla="*/ 95250 h 688975"/>
                    <a:gd name="connsiteX13" fmla="*/ 511175 w 2572231"/>
                    <a:gd name="connsiteY13" fmla="*/ 184150 h 688975"/>
                    <a:gd name="connsiteX14" fmla="*/ 180975 w 2572231"/>
                    <a:gd name="connsiteY14" fmla="*/ 0 h 688975"/>
                    <a:gd name="connsiteX0" fmla="*/ 180975 w 2574798"/>
                    <a:gd name="connsiteY0" fmla="*/ 0 h 688975"/>
                    <a:gd name="connsiteX1" fmla="*/ 6350 w 2574798"/>
                    <a:gd name="connsiteY1" fmla="*/ 152400 h 688975"/>
                    <a:gd name="connsiteX2" fmla="*/ 9525 w 2574798"/>
                    <a:gd name="connsiteY2" fmla="*/ 241300 h 688975"/>
                    <a:gd name="connsiteX3" fmla="*/ 2454275 w 2574798"/>
                    <a:gd name="connsiteY3" fmla="*/ 234950 h 688975"/>
                    <a:gd name="connsiteX4" fmla="*/ 2454275 w 2574798"/>
                    <a:gd name="connsiteY4" fmla="*/ 552450 h 688975"/>
                    <a:gd name="connsiteX5" fmla="*/ 66675 w 2574798"/>
                    <a:gd name="connsiteY5" fmla="*/ 565150 h 688975"/>
                    <a:gd name="connsiteX6" fmla="*/ 88900 w 2574798"/>
                    <a:gd name="connsiteY6" fmla="*/ 568325 h 688975"/>
                    <a:gd name="connsiteX7" fmla="*/ 92075 w 2574798"/>
                    <a:gd name="connsiteY7" fmla="*/ 520700 h 688975"/>
                    <a:gd name="connsiteX8" fmla="*/ 0 w 2574798"/>
                    <a:gd name="connsiteY8" fmla="*/ 593725 h 688975"/>
                    <a:gd name="connsiteX9" fmla="*/ 6350 w 2574798"/>
                    <a:gd name="connsiteY9" fmla="*/ 688975 h 688975"/>
                    <a:gd name="connsiteX10" fmla="*/ 2562225 w 2574798"/>
                    <a:gd name="connsiteY10" fmla="*/ 666750 h 688975"/>
                    <a:gd name="connsiteX11" fmla="*/ 2552700 w 2574798"/>
                    <a:gd name="connsiteY11" fmla="*/ 171450 h 688975"/>
                    <a:gd name="connsiteX12" fmla="*/ 2466975 w 2574798"/>
                    <a:gd name="connsiteY12" fmla="*/ 95250 h 688975"/>
                    <a:gd name="connsiteX13" fmla="*/ 511175 w 2574798"/>
                    <a:gd name="connsiteY13" fmla="*/ 184150 h 688975"/>
                    <a:gd name="connsiteX14" fmla="*/ 180975 w 2574798"/>
                    <a:gd name="connsiteY14" fmla="*/ 0 h 688975"/>
                    <a:gd name="connsiteX0" fmla="*/ 180975 w 2574798"/>
                    <a:gd name="connsiteY0" fmla="*/ 0 h 688975"/>
                    <a:gd name="connsiteX1" fmla="*/ 6350 w 2574798"/>
                    <a:gd name="connsiteY1" fmla="*/ 152400 h 688975"/>
                    <a:gd name="connsiteX2" fmla="*/ 9525 w 2574798"/>
                    <a:gd name="connsiteY2" fmla="*/ 241300 h 688975"/>
                    <a:gd name="connsiteX3" fmla="*/ 2454275 w 2574798"/>
                    <a:gd name="connsiteY3" fmla="*/ 234950 h 688975"/>
                    <a:gd name="connsiteX4" fmla="*/ 2454275 w 2574798"/>
                    <a:gd name="connsiteY4" fmla="*/ 552450 h 688975"/>
                    <a:gd name="connsiteX5" fmla="*/ 66675 w 2574798"/>
                    <a:gd name="connsiteY5" fmla="*/ 565150 h 688975"/>
                    <a:gd name="connsiteX6" fmla="*/ 88900 w 2574798"/>
                    <a:gd name="connsiteY6" fmla="*/ 568325 h 688975"/>
                    <a:gd name="connsiteX7" fmla="*/ 92075 w 2574798"/>
                    <a:gd name="connsiteY7" fmla="*/ 520700 h 688975"/>
                    <a:gd name="connsiteX8" fmla="*/ 0 w 2574798"/>
                    <a:gd name="connsiteY8" fmla="*/ 593725 h 688975"/>
                    <a:gd name="connsiteX9" fmla="*/ 6350 w 2574798"/>
                    <a:gd name="connsiteY9" fmla="*/ 688975 h 688975"/>
                    <a:gd name="connsiteX10" fmla="*/ 2562225 w 2574798"/>
                    <a:gd name="connsiteY10" fmla="*/ 666750 h 688975"/>
                    <a:gd name="connsiteX11" fmla="*/ 2552700 w 2574798"/>
                    <a:gd name="connsiteY11" fmla="*/ 171450 h 688975"/>
                    <a:gd name="connsiteX12" fmla="*/ 2466975 w 2574798"/>
                    <a:gd name="connsiteY12" fmla="*/ 95250 h 688975"/>
                    <a:gd name="connsiteX13" fmla="*/ 511175 w 2574798"/>
                    <a:gd name="connsiteY13" fmla="*/ 184150 h 688975"/>
                    <a:gd name="connsiteX14" fmla="*/ 180975 w 2574798"/>
                    <a:gd name="connsiteY14" fmla="*/ 0 h 688975"/>
                    <a:gd name="connsiteX0" fmla="*/ 180975 w 2577418"/>
                    <a:gd name="connsiteY0" fmla="*/ 0 h 688975"/>
                    <a:gd name="connsiteX1" fmla="*/ 6350 w 2577418"/>
                    <a:gd name="connsiteY1" fmla="*/ 152400 h 688975"/>
                    <a:gd name="connsiteX2" fmla="*/ 9525 w 2577418"/>
                    <a:gd name="connsiteY2" fmla="*/ 241300 h 688975"/>
                    <a:gd name="connsiteX3" fmla="*/ 2454275 w 2577418"/>
                    <a:gd name="connsiteY3" fmla="*/ 234950 h 688975"/>
                    <a:gd name="connsiteX4" fmla="*/ 2454275 w 2577418"/>
                    <a:gd name="connsiteY4" fmla="*/ 552450 h 688975"/>
                    <a:gd name="connsiteX5" fmla="*/ 66675 w 2577418"/>
                    <a:gd name="connsiteY5" fmla="*/ 565150 h 688975"/>
                    <a:gd name="connsiteX6" fmla="*/ 88900 w 2577418"/>
                    <a:gd name="connsiteY6" fmla="*/ 568325 h 688975"/>
                    <a:gd name="connsiteX7" fmla="*/ 92075 w 2577418"/>
                    <a:gd name="connsiteY7" fmla="*/ 520700 h 688975"/>
                    <a:gd name="connsiteX8" fmla="*/ 0 w 2577418"/>
                    <a:gd name="connsiteY8" fmla="*/ 593725 h 688975"/>
                    <a:gd name="connsiteX9" fmla="*/ 6350 w 2577418"/>
                    <a:gd name="connsiteY9" fmla="*/ 688975 h 688975"/>
                    <a:gd name="connsiteX10" fmla="*/ 2565400 w 2577418"/>
                    <a:gd name="connsiteY10" fmla="*/ 688975 h 688975"/>
                    <a:gd name="connsiteX11" fmla="*/ 2552700 w 2577418"/>
                    <a:gd name="connsiteY11" fmla="*/ 171450 h 688975"/>
                    <a:gd name="connsiteX12" fmla="*/ 2466975 w 2577418"/>
                    <a:gd name="connsiteY12" fmla="*/ 95250 h 688975"/>
                    <a:gd name="connsiteX13" fmla="*/ 511175 w 2577418"/>
                    <a:gd name="connsiteY13" fmla="*/ 184150 h 688975"/>
                    <a:gd name="connsiteX14" fmla="*/ 180975 w 2577418"/>
                    <a:gd name="connsiteY14" fmla="*/ 0 h 688975"/>
                    <a:gd name="connsiteX0" fmla="*/ 180975 w 2577418"/>
                    <a:gd name="connsiteY0" fmla="*/ 0 h 688975"/>
                    <a:gd name="connsiteX1" fmla="*/ 6350 w 2577418"/>
                    <a:gd name="connsiteY1" fmla="*/ 152400 h 688975"/>
                    <a:gd name="connsiteX2" fmla="*/ 9525 w 2577418"/>
                    <a:gd name="connsiteY2" fmla="*/ 241300 h 688975"/>
                    <a:gd name="connsiteX3" fmla="*/ 2454275 w 2577418"/>
                    <a:gd name="connsiteY3" fmla="*/ 234950 h 688975"/>
                    <a:gd name="connsiteX4" fmla="*/ 2454275 w 2577418"/>
                    <a:gd name="connsiteY4" fmla="*/ 552450 h 688975"/>
                    <a:gd name="connsiteX5" fmla="*/ 66675 w 2577418"/>
                    <a:gd name="connsiteY5" fmla="*/ 565150 h 688975"/>
                    <a:gd name="connsiteX6" fmla="*/ 88900 w 2577418"/>
                    <a:gd name="connsiteY6" fmla="*/ 568325 h 688975"/>
                    <a:gd name="connsiteX7" fmla="*/ 92075 w 2577418"/>
                    <a:gd name="connsiteY7" fmla="*/ 520700 h 688975"/>
                    <a:gd name="connsiteX8" fmla="*/ 0 w 2577418"/>
                    <a:gd name="connsiteY8" fmla="*/ 593725 h 688975"/>
                    <a:gd name="connsiteX9" fmla="*/ 6350 w 2577418"/>
                    <a:gd name="connsiteY9" fmla="*/ 688975 h 688975"/>
                    <a:gd name="connsiteX10" fmla="*/ 2565400 w 2577418"/>
                    <a:gd name="connsiteY10" fmla="*/ 688975 h 688975"/>
                    <a:gd name="connsiteX11" fmla="*/ 2552700 w 2577418"/>
                    <a:gd name="connsiteY11" fmla="*/ 171450 h 688975"/>
                    <a:gd name="connsiteX12" fmla="*/ 2466975 w 2577418"/>
                    <a:gd name="connsiteY12" fmla="*/ 95250 h 688975"/>
                    <a:gd name="connsiteX13" fmla="*/ 511175 w 2577418"/>
                    <a:gd name="connsiteY13" fmla="*/ 184150 h 688975"/>
                    <a:gd name="connsiteX14" fmla="*/ 180975 w 2577418"/>
                    <a:gd name="connsiteY14" fmla="*/ 0 h 688975"/>
                    <a:gd name="connsiteX0" fmla="*/ 180975 w 2570812"/>
                    <a:gd name="connsiteY0" fmla="*/ 0 h 688975"/>
                    <a:gd name="connsiteX1" fmla="*/ 6350 w 2570812"/>
                    <a:gd name="connsiteY1" fmla="*/ 152400 h 688975"/>
                    <a:gd name="connsiteX2" fmla="*/ 9525 w 2570812"/>
                    <a:gd name="connsiteY2" fmla="*/ 241300 h 688975"/>
                    <a:gd name="connsiteX3" fmla="*/ 2454275 w 2570812"/>
                    <a:gd name="connsiteY3" fmla="*/ 234950 h 688975"/>
                    <a:gd name="connsiteX4" fmla="*/ 2454275 w 2570812"/>
                    <a:gd name="connsiteY4" fmla="*/ 552450 h 688975"/>
                    <a:gd name="connsiteX5" fmla="*/ 66675 w 2570812"/>
                    <a:gd name="connsiteY5" fmla="*/ 565150 h 688975"/>
                    <a:gd name="connsiteX6" fmla="*/ 88900 w 2570812"/>
                    <a:gd name="connsiteY6" fmla="*/ 568325 h 688975"/>
                    <a:gd name="connsiteX7" fmla="*/ 92075 w 2570812"/>
                    <a:gd name="connsiteY7" fmla="*/ 520700 h 688975"/>
                    <a:gd name="connsiteX8" fmla="*/ 0 w 2570812"/>
                    <a:gd name="connsiteY8" fmla="*/ 593725 h 688975"/>
                    <a:gd name="connsiteX9" fmla="*/ 6350 w 2570812"/>
                    <a:gd name="connsiteY9" fmla="*/ 688975 h 688975"/>
                    <a:gd name="connsiteX10" fmla="*/ 2565400 w 2570812"/>
                    <a:gd name="connsiteY10" fmla="*/ 688975 h 688975"/>
                    <a:gd name="connsiteX11" fmla="*/ 2552700 w 2570812"/>
                    <a:gd name="connsiteY11" fmla="*/ 171450 h 688975"/>
                    <a:gd name="connsiteX12" fmla="*/ 2466975 w 2570812"/>
                    <a:gd name="connsiteY12" fmla="*/ 95250 h 688975"/>
                    <a:gd name="connsiteX13" fmla="*/ 511175 w 2570812"/>
                    <a:gd name="connsiteY13" fmla="*/ 184150 h 688975"/>
                    <a:gd name="connsiteX14" fmla="*/ 180975 w 2570812"/>
                    <a:gd name="connsiteY14" fmla="*/ 0 h 688975"/>
                    <a:gd name="connsiteX0" fmla="*/ 180975 w 2570812"/>
                    <a:gd name="connsiteY0" fmla="*/ 0 h 688975"/>
                    <a:gd name="connsiteX1" fmla="*/ 6350 w 2570812"/>
                    <a:gd name="connsiteY1" fmla="*/ 152400 h 688975"/>
                    <a:gd name="connsiteX2" fmla="*/ 9525 w 2570812"/>
                    <a:gd name="connsiteY2" fmla="*/ 241300 h 688975"/>
                    <a:gd name="connsiteX3" fmla="*/ 2460625 w 2570812"/>
                    <a:gd name="connsiteY3" fmla="*/ 247650 h 688975"/>
                    <a:gd name="connsiteX4" fmla="*/ 2454275 w 2570812"/>
                    <a:gd name="connsiteY4" fmla="*/ 552450 h 688975"/>
                    <a:gd name="connsiteX5" fmla="*/ 66675 w 2570812"/>
                    <a:gd name="connsiteY5" fmla="*/ 565150 h 688975"/>
                    <a:gd name="connsiteX6" fmla="*/ 88900 w 2570812"/>
                    <a:gd name="connsiteY6" fmla="*/ 568325 h 688975"/>
                    <a:gd name="connsiteX7" fmla="*/ 92075 w 2570812"/>
                    <a:gd name="connsiteY7" fmla="*/ 520700 h 688975"/>
                    <a:gd name="connsiteX8" fmla="*/ 0 w 2570812"/>
                    <a:gd name="connsiteY8" fmla="*/ 593725 h 688975"/>
                    <a:gd name="connsiteX9" fmla="*/ 6350 w 2570812"/>
                    <a:gd name="connsiteY9" fmla="*/ 688975 h 688975"/>
                    <a:gd name="connsiteX10" fmla="*/ 2565400 w 2570812"/>
                    <a:gd name="connsiteY10" fmla="*/ 688975 h 688975"/>
                    <a:gd name="connsiteX11" fmla="*/ 2552700 w 2570812"/>
                    <a:gd name="connsiteY11" fmla="*/ 171450 h 688975"/>
                    <a:gd name="connsiteX12" fmla="*/ 2466975 w 2570812"/>
                    <a:gd name="connsiteY12" fmla="*/ 95250 h 688975"/>
                    <a:gd name="connsiteX13" fmla="*/ 511175 w 2570812"/>
                    <a:gd name="connsiteY13" fmla="*/ 184150 h 688975"/>
                    <a:gd name="connsiteX14" fmla="*/ 180975 w 2570812"/>
                    <a:gd name="connsiteY14" fmla="*/ 0 h 688975"/>
                    <a:gd name="connsiteX0" fmla="*/ 180975 w 2570812"/>
                    <a:gd name="connsiteY0" fmla="*/ 0 h 688975"/>
                    <a:gd name="connsiteX1" fmla="*/ 6350 w 2570812"/>
                    <a:gd name="connsiteY1" fmla="*/ 152400 h 688975"/>
                    <a:gd name="connsiteX2" fmla="*/ 9525 w 2570812"/>
                    <a:gd name="connsiteY2" fmla="*/ 241300 h 688975"/>
                    <a:gd name="connsiteX3" fmla="*/ 2460625 w 2570812"/>
                    <a:gd name="connsiteY3" fmla="*/ 247650 h 688975"/>
                    <a:gd name="connsiteX4" fmla="*/ 2457450 w 2570812"/>
                    <a:gd name="connsiteY4" fmla="*/ 561975 h 688975"/>
                    <a:gd name="connsiteX5" fmla="*/ 66675 w 2570812"/>
                    <a:gd name="connsiteY5" fmla="*/ 565150 h 688975"/>
                    <a:gd name="connsiteX6" fmla="*/ 88900 w 2570812"/>
                    <a:gd name="connsiteY6" fmla="*/ 568325 h 688975"/>
                    <a:gd name="connsiteX7" fmla="*/ 92075 w 2570812"/>
                    <a:gd name="connsiteY7" fmla="*/ 520700 h 688975"/>
                    <a:gd name="connsiteX8" fmla="*/ 0 w 2570812"/>
                    <a:gd name="connsiteY8" fmla="*/ 593725 h 688975"/>
                    <a:gd name="connsiteX9" fmla="*/ 6350 w 2570812"/>
                    <a:gd name="connsiteY9" fmla="*/ 688975 h 688975"/>
                    <a:gd name="connsiteX10" fmla="*/ 2565400 w 2570812"/>
                    <a:gd name="connsiteY10" fmla="*/ 688975 h 688975"/>
                    <a:gd name="connsiteX11" fmla="*/ 2552700 w 2570812"/>
                    <a:gd name="connsiteY11" fmla="*/ 171450 h 688975"/>
                    <a:gd name="connsiteX12" fmla="*/ 2466975 w 2570812"/>
                    <a:gd name="connsiteY12" fmla="*/ 95250 h 688975"/>
                    <a:gd name="connsiteX13" fmla="*/ 511175 w 2570812"/>
                    <a:gd name="connsiteY13" fmla="*/ 184150 h 688975"/>
                    <a:gd name="connsiteX14" fmla="*/ 180975 w 2570812"/>
                    <a:gd name="connsiteY14" fmla="*/ 0 h 688975"/>
                    <a:gd name="connsiteX0" fmla="*/ 180975 w 2570812"/>
                    <a:gd name="connsiteY0" fmla="*/ 0 h 688975"/>
                    <a:gd name="connsiteX1" fmla="*/ 6350 w 2570812"/>
                    <a:gd name="connsiteY1" fmla="*/ 152400 h 688975"/>
                    <a:gd name="connsiteX2" fmla="*/ 9525 w 2570812"/>
                    <a:gd name="connsiteY2" fmla="*/ 241300 h 688975"/>
                    <a:gd name="connsiteX3" fmla="*/ 2460625 w 2570812"/>
                    <a:gd name="connsiteY3" fmla="*/ 247650 h 688975"/>
                    <a:gd name="connsiteX4" fmla="*/ 2457450 w 2570812"/>
                    <a:gd name="connsiteY4" fmla="*/ 561975 h 688975"/>
                    <a:gd name="connsiteX5" fmla="*/ 66675 w 2570812"/>
                    <a:gd name="connsiteY5" fmla="*/ 565150 h 688975"/>
                    <a:gd name="connsiteX6" fmla="*/ 88900 w 2570812"/>
                    <a:gd name="connsiteY6" fmla="*/ 568325 h 688975"/>
                    <a:gd name="connsiteX7" fmla="*/ 92075 w 2570812"/>
                    <a:gd name="connsiteY7" fmla="*/ 520700 h 688975"/>
                    <a:gd name="connsiteX8" fmla="*/ 0 w 2570812"/>
                    <a:gd name="connsiteY8" fmla="*/ 593725 h 688975"/>
                    <a:gd name="connsiteX9" fmla="*/ 6350 w 2570812"/>
                    <a:gd name="connsiteY9" fmla="*/ 688975 h 688975"/>
                    <a:gd name="connsiteX10" fmla="*/ 2565400 w 2570812"/>
                    <a:gd name="connsiteY10" fmla="*/ 688975 h 688975"/>
                    <a:gd name="connsiteX11" fmla="*/ 2552700 w 2570812"/>
                    <a:gd name="connsiteY11" fmla="*/ 171450 h 688975"/>
                    <a:gd name="connsiteX12" fmla="*/ 2466975 w 2570812"/>
                    <a:gd name="connsiteY12" fmla="*/ 95250 h 688975"/>
                    <a:gd name="connsiteX13" fmla="*/ 485775 w 2570812"/>
                    <a:gd name="connsiteY13" fmla="*/ 171450 h 688975"/>
                    <a:gd name="connsiteX14" fmla="*/ 180975 w 2570812"/>
                    <a:gd name="connsiteY14" fmla="*/ 0 h 688975"/>
                    <a:gd name="connsiteX0" fmla="*/ 180975 w 2570812"/>
                    <a:gd name="connsiteY0" fmla="*/ 0 h 688975"/>
                    <a:gd name="connsiteX1" fmla="*/ 6350 w 2570812"/>
                    <a:gd name="connsiteY1" fmla="*/ 152400 h 688975"/>
                    <a:gd name="connsiteX2" fmla="*/ 9525 w 2570812"/>
                    <a:gd name="connsiteY2" fmla="*/ 241300 h 688975"/>
                    <a:gd name="connsiteX3" fmla="*/ 2460625 w 2570812"/>
                    <a:gd name="connsiteY3" fmla="*/ 247650 h 688975"/>
                    <a:gd name="connsiteX4" fmla="*/ 2457450 w 2570812"/>
                    <a:gd name="connsiteY4" fmla="*/ 561975 h 688975"/>
                    <a:gd name="connsiteX5" fmla="*/ 66675 w 2570812"/>
                    <a:gd name="connsiteY5" fmla="*/ 565150 h 688975"/>
                    <a:gd name="connsiteX6" fmla="*/ 88900 w 2570812"/>
                    <a:gd name="connsiteY6" fmla="*/ 568325 h 688975"/>
                    <a:gd name="connsiteX7" fmla="*/ 92075 w 2570812"/>
                    <a:gd name="connsiteY7" fmla="*/ 520700 h 688975"/>
                    <a:gd name="connsiteX8" fmla="*/ 0 w 2570812"/>
                    <a:gd name="connsiteY8" fmla="*/ 593725 h 688975"/>
                    <a:gd name="connsiteX9" fmla="*/ 6350 w 2570812"/>
                    <a:gd name="connsiteY9" fmla="*/ 688975 h 688975"/>
                    <a:gd name="connsiteX10" fmla="*/ 2565400 w 2570812"/>
                    <a:gd name="connsiteY10" fmla="*/ 688975 h 688975"/>
                    <a:gd name="connsiteX11" fmla="*/ 2552700 w 2570812"/>
                    <a:gd name="connsiteY11" fmla="*/ 171450 h 688975"/>
                    <a:gd name="connsiteX12" fmla="*/ 2466975 w 2570812"/>
                    <a:gd name="connsiteY12" fmla="*/ 95250 h 688975"/>
                    <a:gd name="connsiteX13" fmla="*/ 180975 w 2570812"/>
                    <a:gd name="connsiteY13" fmla="*/ 0 h 688975"/>
                    <a:gd name="connsiteX0" fmla="*/ 180975 w 2570812"/>
                    <a:gd name="connsiteY0" fmla="*/ 31750 h 720725"/>
                    <a:gd name="connsiteX1" fmla="*/ 6350 w 2570812"/>
                    <a:gd name="connsiteY1" fmla="*/ 184150 h 720725"/>
                    <a:gd name="connsiteX2" fmla="*/ 9525 w 2570812"/>
                    <a:gd name="connsiteY2" fmla="*/ 273050 h 720725"/>
                    <a:gd name="connsiteX3" fmla="*/ 2460625 w 2570812"/>
                    <a:gd name="connsiteY3" fmla="*/ 279400 h 720725"/>
                    <a:gd name="connsiteX4" fmla="*/ 2457450 w 2570812"/>
                    <a:gd name="connsiteY4" fmla="*/ 593725 h 720725"/>
                    <a:gd name="connsiteX5" fmla="*/ 66675 w 2570812"/>
                    <a:gd name="connsiteY5" fmla="*/ 596900 h 720725"/>
                    <a:gd name="connsiteX6" fmla="*/ 88900 w 2570812"/>
                    <a:gd name="connsiteY6" fmla="*/ 600075 h 720725"/>
                    <a:gd name="connsiteX7" fmla="*/ 92075 w 2570812"/>
                    <a:gd name="connsiteY7" fmla="*/ 552450 h 720725"/>
                    <a:gd name="connsiteX8" fmla="*/ 0 w 2570812"/>
                    <a:gd name="connsiteY8" fmla="*/ 625475 h 720725"/>
                    <a:gd name="connsiteX9" fmla="*/ 6350 w 2570812"/>
                    <a:gd name="connsiteY9" fmla="*/ 720725 h 720725"/>
                    <a:gd name="connsiteX10" fmla="*/ 2565400 w 2570812"/>
                    <a:gd name="connsiteY10" fmla="*/ 720725 h 720725"/>
                    <a:gd name="connsiteX11" fmla="*/ 2552700 w 2570812"/>
                    <a:gd name="connsiteY11" fmla="*/ 203200 h 720725"/>
                    <a:gd name="connsiteX12" fmla="*/ 2336800 w 2570812"/>
                    <a:gd name="connsiteY12" fmla="*/ 0 h 720725"/>
                    <a:gd name="connsiteX13" fmla="*/ 180975 w 2570812"/>
                    <a:gd name="connsiteY13" fmla="*/ 31750 h 720725"/>
                    <a:gd name="connsiteX0" fmla="*/ 180975 w 2570812"/>
                    <a:gd name="connsiteY0" fmla="*/ 0 h 688975"/>
                    <a:gd name="connsiteX1" fmla="*/ 6350 w 2570812"/>
                    <a:gd name="connsiteY1" fmla="*/ 152400 h 688975"/>
                    <a:gd name="connsiteX2" fmla="*/ 9525 w 2570812"/>
                    <a:gd name="connsiteY2" fmla="*/ 241300 h 688975"/>
                    <a:gd name="connsiteX3" fmla="*/ 2460625 w 2570812"/>
                    <a:gd name="connsiteY3" fmla="*/ 247650 h 688975"/>
                    <a:gd name="connsiteX4" fmla="*/ 2457450 w 2570812"/>
                    <a:gd name="connsiteY4" fmla="*/ 561975 h 688975"/>
                    <a:gd name="connsiteX5" fmla="*/ 66675 w 2570812"/>
                    <a:gd name="connsiteY5" fmla="*/ 565150 h 688975"/>
                    <a:gd name="connsiteX6" fmla="*/ 88900 w 2570812"/>
                    <a:gd name="connsiteY6" fmla="*/ 568325 h 688975"/>
                    <a:gd name="connsiteX7" fmla="*/ 92075 w 2570812"/>
                    <a:gd name="connsiteY7" fmla="*/ 520700 h 688975"/>
                    <a:gd name="connsiteX8" fmla="*/ 0 w 2570812"/>
                    <a:gd name="connsiteY8" fmla="*/ 593725 h 688975"/>
                    <a:gd name="connsiteX9" fmla="*/ 6350 w 2570812"/>
                    <a:gd name="connsiteY9" fmla="*/ 688975 h 688975"/>
                    <a:gd name="connsiteX10" fmla="*/ 2565400 w 2570812"/>
                    <a:gd name="connsiteY10" fmla="*/ 688975 h 688975"/>
                    <a:gd name="connsiteX11" fmla="*/ 2552700 w 2570812"/>
                    <a:gd name="connsiteY11" fmla="*/ 171450 h 688975"/>
                    <a:gd name="connsiteX12" fmla="*/ 2352675 w 2570812"/>
                    <a:gd name="connsiteY12" fmla="*/ 19050 h 688975"/>
                    <a:gd name="connsiteX13" fmla="*/ 180975 w 2570812"/>
                    <a:gd name="connsiteY13" fmla="*/ 0 h 688975"/>
                    <a:gd name="connsiteX0" fmla="*/ 225425 w 2570812"/>
                    <a:gd name="connsiteY0" fmla="*/ 0 h 714375"/>
                    <a:gd name="connsiteX1" fmla="*/ 6350 w 2570812"/>
                    <a:gd name="connsiteY1" fmla="*/ 177800 h 714375"/>
                    <a:gd name="connsiteX2" fmla="*/ 9525 w 2570812"/>
                    <a:gd name="connsiteY2" fmla="*/ 266700 h 714375"/>
                    <a:gd name="connsiteX3" fmla="*/ 2460625 w 2570812"/>
                    <a:gd name="connsiteY3" fmla="*/ 273050 h 714375"/>
                    <a:gd name="connsiteX4" fmla="*/ 2457450 w 2570812"/>
                    <a:gd name="connsiteY4" fmla="*/ 587375 h 714375"/>
                    <a:gd name="connsiteX5" fmla="*/ 66675 w 2570812"/>
                    <a:gd name="connsiteY5" fmla="*/ 590550 h 714375"/>
                    <a:gd name="connsiteX6" fmla="*/ 88900 w 2570812"/>
                    <a:gd name="connsiteY6" fmla="*/ 593725 h 714375"/>
                    <a:gd name="connsiteX7" fmla="*/ 92075 w 2570812"/>
                    <a:gd name="connsiteY7" fmla="*/ 546100 h 714375"/>
                    <a:gd name="connsiteX8" fmla="*/ 0 w 2570812"/>
                    <a:gd name="connsiteY8" fmla="*/ 619125 h 714375"/>
                    <a:gd name="connsiteX9" fmla="*/ 6350 w 2570812"/>
                    <a:gd name="connsiteY9" fmla="*/ 714375 h 714375"/>
                    <a:gd name="connsiteX10" fmla="*/ 2565400 w 2570812"/>
                    <a:gd name="connsiteY10" fmla="*/ 714375 h 714375"/>
                    <a:gd name="connsiteX11" fmla="*/ 2552700 w 2570812"/>
                    <a:gd name="connsiteY11" fmla="*/ 196850 h 714375"/>
                    <a:gd name="connsiteX12" fmla="*/ 2352675 w 2570812"/>
                    <a:gd name="connsiteY12" fmla="*/ 44450 h 714375"/>
                    <a:gd name="connsiteX13" fmla="*/ 225425 w 2570812"/>
                    <a:gd name="connsiteY13" fmla="*/ 0 h 714375"/>
                    <a:gd name="connsiteX0" fmla="*/ 225425 w 2570812"/>
                    <a:gd name="connsiteY0" fmla="*/ 0 h 714375"/>
                    <a:gd name="connsiteX1" fmla="*/ 6350 w 2570812"/>
                    <a:gd name="connsiteY1" fmla="*/ 177800 h 714375"/>
                    <a:gd name="connsiteX2" fmla="*/ 9525 w 2570812"/>
                    <a:gd name="connsiteY2" fmla="*/ 266700 h 714375"/>
                    <a:gd name="connsiteX3" fmla="*/ 2460625 w 2570812"/>
                    <a:gd name="connsiteY3" fmla="*/ 273050 h 714375"/>
                    <a:gd name="connsiteX4" fmla="*/ 2457450 w 2570812"/>
                    <a:gd name="connsiteY4" fmla="*/ 587375 h 714375"/>
                    <a:gd name="connsiteX5" fmla="*/ 66675 w 2570812"/>
                    <a:gd name="connsiteY5" fmla="*/ 590550 h 714375"/>
                    <a:gd name="connsiteX6" fmla="*/ 88900 w 2570812"/>
                    <a:gd name="connsiteY6" fmla="*/ 593725 h 714375"/>
                    <a:gd name="connsiteX7" fmla="*/ 92075 w 2570812"/>
                    <a:gd name="connsiteY7" fmla="*/ 546100 h 714375"/>
                    <a:gd name="connsiteX8" fmla="*/ 0 w 2570812"/>
                    <a:gd name="connsiteY8" fmla="*/ 619125 h 714375"/>
                    <a:gd name="connsiteX9" fmla="*/ 6350 w 2570812"/>
                    <a:gd name="connsiteY9" fmla="*/ 714375 h 714375"/>
                    <a:gd name="connsiteX10" fmla="*/ 2565400 w 2570812"/>
                    <a:gd name="connsiteY10" fmla="*/ 714375 h 714375"/>
                    <a:gd name="connsiteX11" fmla="*/ 2552700 w 2570812"/>
                    <a:gd name="connsiteY11" fmla="*/ 196850 h 714375"/>
                    <a:gd name="connsiteX12" fmla="*/ 2308225 w 2570812"/>
                    <a:gd name="connsiteY12" fmla="*/ 12700 h 714375"/>
                    <a:gd name="connsiteX13" fmla="*/ 225425 w 2570812"/>
                    <a:gd name="connsiteY13" fmla="*/ 0 h 714375"/>
                    <a:gd name="connsiteX0" fmla="*/ 225425 w 2570812"/>
                    <a:gd name="connsiteY0" fmla="*/ 0 h 714375"/>
                    <a:gd name="connsiteX1" fmla="*/ 6350 w 2570812"/>
                    <a:gd name="connsiteY1" fmla="*/ 177800 h 714375"/>
                    <a:gd name="connsiteX2" fmla="*/ 9525 w 2570812"/>
                    <a:gd name="connsiteY2" fmla="*/ 266700 h 714375"/>
                    <a:gd name="connsiteX3" fmla="*/ 2460625 w 2570812"/>
                    <a:gd name="connsiteY3" fmla="*/ 273050 h 714375"/>
                    <a:gd name="connsiteX4" fmla="*/ 2457450 w 2570812"/>
                    <a:gd name="connsiteY4" fmla="*/ 587375 h 714375"/>
                    <a:gd name="connsiteX5" fmla="*/ 66675 w 2570812"/>
                    <a:gd name="connsiteY5" fmla="*/ 590550 h 714375"/>
                    <a:gd name="connsiteX6" fmla="*/ 88900 w 2570812"/>
                    <a:gd name="connsiteY6" fmla="*/ 593725 h 714375"/>
                    <a:gd name="connsiteX7" fmla="*/ 92075 w 2570812"/>
                    <a:gd name="connsiteY7" fmla="*/ 546100 h 714375"/>
                    <a:gd name="connsiteX8" fmla="*/ 0 w 2570812"/>
                    <a:gd name="connsiteY8" fmla="*/ 619125 h 714375"/>
                    <a:gd name="connsiteX9" fmla="*/ 6350 w 2570812"/>
                    <a:gd name="connsiteY9" fmla="*/ 714375 h 714375"/>
                    <a:gd name="connsiteX10" fmla="*/ 2565400 w 2570812"/>
                    <a:gd name="connsiteY10" fmla="*/ 714375 h 714375"/>
                    <a:gd name="connsiteX11" fmla="*/ 2552700 w 2570812"/>
                    <a:gd name="connsiteY11" fmla="*/ 196850 h 714375"/>
                    <a:gd name="connsiteX12" fmla="*/ 2295525 w 2570812"/>
                    <a:gd name="connsiteY12" fmla="*/ 0 h 714375"/>
                    <a:gd name="connsiteX13" fmla="*/ 225425 w 2570812"/>
                    <a:gd name="connsiteY13" fmla="*/ 0 h 714375"/>
                    <a:gd name="connsiteX0" fmla="*/ 225425 w 2570812"/>
                    <a:gd name="connsiteY0" fmla="*/ 0 h 714375"/>
                    <a:gd name="connsiteX1" fmla="*/ 6350 w 2570812"/>
                    <a:gd name="connsiteY1" fmla="*/ 177800 h 714375"/>
                    <a:gd name="connsiteX2" fmla="*/ 9525 w 2570812"/>
                    <a:gd name="connsiteY2" fmla="*/ 266700 h 714375"/>
                    <a:gd name="connsiteX3" fmla="*/ 2460625 w 2570812"/>
                    <a:gd name="connsiteY3" fmla="*/ 273050 h 714375"/>
                    <a:gd name="connsiteX4" fmla="*/ 2457450 w 2570812"/>
                    <a:gd name="connsiteY4" fmla="*/ 587375 h 714375"/>
                    <a:gd name="connsiteX5" fmla="*/ 66675 w 2570812"/>
                    <a:gd name="connsiteY5" fmla="*/ 590550 h 714375"/>
                    <a:gd name="connsiteX6" fmla="*/ 88900 w 2570812"/>
                    <a:gd name="connsiteY6" fmla="*/ 593725 h 714375"/>
                    <a:gd name="connsiteX7" fmla="*/ 92075 w 2570812"/>
                    <a:gd name="connsiteY7" fmla="*/ 546100 h 714375"/>
                    <a:gd name="connsiteX8" fmla="*/ 0 w 2570812"/>
                    <a:gd name="connsiteY8" fmla="*/ 619125 h 714375"/>
                    <a:gd name="connsiteX9" fmla="*/ 6350 w 2570812"/>
                    <a:gd name="connsiteY9" fmla="*/ 714375 h 714375"/>
                    <a:gd name="connsiteX10" fmla="*/ 2565400 w 2570812"/>
                    <a:gd name="connsiteY10" fmla="*/ 714375 h 714375"/>
                    <a:gd name="connsiteX11" fmla="*/ 2552700 w 2570812"/>
                    <a:gd name="connsiteY11" fmla="*/ 196850 h 714375"/>
                    <a:gd name="connsiteX12" fmla="*/ 2295525 w 2570812"/>
                    <a:gd name="connsiteY12" fmla="*/ 0 h 714375"/>
                    <a:gd name="connsiteX13" fmla="*/ 225425 w 2570812"/>
                    <a:gd name="connsiteY13" fmla="*/ 0 h 714375"/>
                    <a:gd name="connsiteX0" fmla="*/ 225425 w 2573535"/>
                    <a:gd name="connsiteY0" fmla="*/ 0 h 714375"/>
                    <a:gd name="connsiteX1" fmla="*/ 6350 w 2573535"/>
                    <a:gd name="connsiteY1" fmla="*/ 177800 h 714375"/>
                    <a:gd name="connsiteX2" fmla="*/ 9525 w 2573535"/>
                    <a:gd name="connsiteY2" fmla="*/ 266700 h 714375"/>
                    <a:gd name="connsiteX3" fmla="*/ 2460625 w 2573535"/>
                    <a:gd name="connsiteY3" fmla="*/ 273050 h 714375"/>
                    <a:gd name="connsiteX4" fmla="*/ 2457450 w 2573535"/>
                    <a:gd name="connsiteY4" fmla="*/ 587375 h 714375"/>
                    <a:gd name="connsiteX5" fmla="*/ 66675 w 2573535"/>
                    <a:gd name="connsiteY5" fmla="*/ 590550 h 714375"/>
                    <a:gd name="connsiteX6" fmla="*/ 88900 w 2573535"/>
                    <a:gd name="connsiteY6" fmla="*/ 593725 h 714375"/>
                    <a:gd name="connsiteX7" fmla="*/ 92075 w 2573535"/>
                    <a:gd name="connsiteY7" fmla="*/ 546100 h 714375"/>
                    <a:gd name="connsiteX8" fmla="*/ 0 w 2573535"/>
                    <a:gd name="connsiteY8" fmla="*/ 619125 h 714375"/>
                    <a:gd name="connsiteX9" fmla="*/ 6350 w 2573535"/>
                    <a:gd name="connsiteY9" fmla="*/ 714375 h 714375"/>
                    <a:gd name="connsiteX10" fmla="*/ 2565400 w 2573535"/>
                    <a:gd name="connsiteY10" fmla="*/ 714375 h 714375"/>
                    <a:gd name="connsiteX11" fmla="*/ 2567732 w 2573535"/>
                    <a:gd name="connsiteY11" fmla="*/ 201861 h 714375"/>
                    <a:gd name="connsiteX12" fmla="*/ 2295525 w 2573535"/>
                    <a:gd name="connsiteY12" fmla="*/ 0 h 714375"/>
                    <a:gd name="connsiteX13" fmla="*/ 225425 w 2573535"/>
                    <a:gd name="connsiteY13" fmla="*/ 0 h 714375"/>
                    <a:gd name="connsiteX0" fmla="*/ 225425 w 2575177"/>
                    <a:gd name="connsiteY0" fmla="*/ 0 h 714375"/>
                    <a:gd name="connsiteX1" fmla="*/ 6350 w 2575177"/>
                    <a:gd name="connsiteY1" fmla="*/ 177800 h 714375"/>
                    <a:gd name="connsiteX2" fmla="*/ 9525 w 2575177"/>
                    <a:gd name="connsiteY2" fmla="*/ 266700 h 714375"/>
                    <a:gd name="connsiteX3" fmla="*/ 2460625 w 2575177"/>
                    <a:gd name="connsiteY3" fmla="*/ 273050 h 714375"/>
                    <a:gd name="connsiteX4" fmla="*/ 2457450 w 2575177"/>
                    <a:gd name="connsiteY4" fmla="*/ 587375 h 714375"/>
                    <a:gd name="connsiteX5" fmla="*/ 66675 w 2575177"/>
                    <a:gd name="connsiteY5" fmla="*/ 590550 h 714375"/>
                    <a:gd name="connsiteX6" fmla="*/ 88900 w 2575177"/>
                    <a:gd name="connsiteY6" fmla="*/ 593725 h 714375"/>
                    <a:gd name="connsiteX7" fmla="*/ 92075 w 2575177"/>
                    <a:gd name="connsiteY7" fmla="*/ 546100 h 714375"/>
                    <a:gd name="connsiteX8" fmla="*/ 0 w 2575177"/>
                    <a:gd name="connsiteY8" fmla="*/ 619125 h 714375"/>
                    <a:gd name="connsiteX9" fmla="*/ 6350 w 2575177"/>
                    <a:gd name="connsiteY9" fmla="*/ 714375 h 714375"/>
                    <a:gd name="connsiteX10" fmla="*/ 2565400 w 2575177"/>
                    <a:gd name="connsiteY10" fmla="*/ 714375 h 714375"/>
                    <a:gd name="connsiteX11" fmla="*/ 2572743 w 2575177"/>
                    <a:gd name="connsiteY11" fmla="*/ 201861 h 714375"/>
                    <a:gd name="connsiteX12" fmla="*/ 2295525 w 2575177"/>
                    <a:gd name="connsiteY12" fmla="*/ 0 h 714375"/>
                    <a:gd name="connsiteX13" fmla="*/ 225425 w 2575177"/>
                    <a:gd name="connsiteY13" fmla="*/ 0 h 714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575177" h="714375">
                      <a:moveTo>
                        <a:pt x="225425" y="0"/>
                      </a:moveTo>
                      <a:lnTo>
                        <a:pt x="6350" y="177800"/>
                      </a:lnTo>
                      <a:lnTo>
                        <a:pt x="9525" y="266700"/>
                      </a:lnTo>
                      <a:lnTo>
                        <a:pt x="2460625" y="273050"/>
                      </a:lnTo>
                      <a:cubicBezTo>
                        <a:pt x="2459567" y="377825"/>
                        <a:pt x="2458508" y="482600"/>
                        <a:pt x="2457450" y="587375"/>
                      </a:cubicBezTo>
                      <a:lnTo>
                        <a:pt x="66675" y="590550"/>
                      </a:lnTo>
                      <a:cubicBezTo>
                        <a:pt x="69850" y="588433"/>
                        <a:pt x="85725" y="595842"/>
                        <a:pt x="88900" y="593725"/>
                      </a:cubicBezTo>
                      <a:lnTo>
                        <a:pt x="92075" y="546100"/>
                      </a:lnTo>
                      <a:lnTo>
                        <a:pt x="0" y="619125"/>
                      </a:lnTo>
                      <a:lnTo>
                        <a:pt x="6350" y="714375"/>
                      </a:lnTo>
                      <a:lnTo>
                        <a:pt x="2565400" y="714375"/>
                      </a:lnTo>
                      <a:cubicBezTo>
                        <a:pt x="2583392" y="672042"/>
                        <a:pt x="2570626" y="377544"/>
                        <a:pt x="2572743" y="201861"/>
                      </a:cubicBezTo>
                      <a:cubicBezTo>
                        <a:pt x="2487018" y="120369"/>
                        <a:pt x="2381250" y="65617"/>
                        <a:pt x="2295525" y="0"/>
                      </a:cubicBezTo>
                      <a:lnTo>
                        <a:pt x="225425" y="0"/>
                      </a:lnTo>
                      <a:close/>
                    </a:path>
                  </a:pathLst>
                </a:custGeom>
                <a:solidFill>
                  <a:srgbClr val="9CCCD2"/>
                </a:solidFill>
                <a:ln w="12700" cap="flat" cmpd="sng" algn="ctr">
                  <a:noFill/>
                  <a:prstDash val="solid"/>
                  <a:miter lim="800000"/>
                </a:ln>
                <a:effectLst>
                  <a:outerShdw blurRad="50800" dist="38100" dir="8100000" algn="tr"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2701" b="0" i="0" u="none" strike="noStrike" kern="0" cap="none" spc="0" normalizeH="0" baseline="0" noProof="0" dirty="0">
                    <a:ln>
                      <a:noFill/>
                    </a:ln>
                    <a:solidFill>
                      <a:prstClr val="white"/>
                    </a:solidFill>
                    <a:effectLst/>
                    <a:uLnTx/>
                    <a:uFillTx/>
                    <a:latin typeface="Arial"/>
                    <a:cs typeface="+mn-cs"/>
                  </a:endParaRPr>
                </a:p>
              </p:txBody>
            </p:sp>
            <p:sp>
              <p:nvSpPr>
                <p:cNvPr id="103" name="Rectangle 22">
                  <a:extLst>
                    <a:ext uri="{FF2B5EF4-FFF2-40B4-BE49-F238E27FC236}">
                      <a16:creationId xmlns:a16="http://schemas.microsoft.com/office/drawing/2014/main" id="{E09854CD-6EE8-6D86-5974-01EAEB0108B5}"/>
                    </a:ext>
                  </a:extLst>
                </p:cNvPr>
                <p:cNvSpPr/>
                <p:nvPr/>
              </p:nvSpPr>
              <p:spPr>
                <a:xfrm>
                  <a:off x="3707904" y="3762375"/>
                  <a:ext cx="2376264" cy="321543"/>
                </a:xfrm>
                <a:custGeom>
                  <a:avLst/>
                  <a:gdLst>
                    <a:gd name="connsiteX0" fmla="*/ 0 w 2376264"/>
                    <a:gd name="connsiteY0" fmla="*/ 0 h 321543"/>
                    <a:gd name="connsiteX1" fmla="*/ 2376264 w 2376264"/>
                    <a:gd name="connsiteY1" fmla="*/ 0 h 321543"/>
                    <a:gd name="connsiteX2" fmla="*/ 2376264 w 2376264"/>
                    <a:gd name="connsiteY2" fmla="*/ 321543 h 321543"/>
                    <a:gd name="connsiteX3" fmla="*/ 0 w 2376264"/>
                    <a:gd name="connsiteY3" fmla="*/ 321543 h 321543"/>
                    <a:gd name="connsiteX4" fmla="*/ 0 w 2376264"/>
                    <a:gd name="connsiteY4" fmla="*/ 0 h 321543"/>
                    <a:gd name="connsiteX0" fmla="*/ 0 w 2376264"/>
                    <a:gd name="connsiteY0" fmla="*/ 0 h 321543"/>
                    <a:gd name="connsiteX1" fmla="*/ 2376264 w 2376264"/>
                    <a:gd name="connsiteY1" fmla="*/ 0 h 321543"/>
                    <a:gd name="connsiteX2" fmla="*/ 2376264 w 2376264"/>
                    <a:gd name="connsiteY2" fmla="*/ 321543 h 321543"/>
                    <a:gd name="connsiteX3" fmla="*/ 0 w 2376264"/>
                    <a:gd name="connsiteY3" fmla="*/ 321543 h 321543"/>
                    <a:gd name="connsiteX4" fmla="*/ 0 w 2376264"/>
                    <a:gd name="connsiteY4" fmla="*/ 0 h 321543"/>
                    <a:gd name="connsiteX0" fmla="*/ 0 w 2376264"/>
                    <a:gd name="connsiteY0" fmla="*/ 0 h 321543"/>
                    <a:gd name="connsiteX1" fmla="*/ 2376264 w 2376264"/>
                    <a:gd name="connsiteY1" fmla="*/ 0 h 321543"/>
                    <a:gd name="connsiteX2" fmla="*/ 2376264 w 2376264"/>
                    <a:gd name="connsiteY2" fmla="*/ 321543 h 321543"/>
                    <a:gd name="connsiteX3" fmla="*/ 0 w 2376264"/>
                    <a:gd name="connsiteY3" fmla="*/ 321543 h 321543"/>
                    <a:gd name="connsiteX4" fmla="*/ 0 w 2376264"/>
                    <a:gd name="connsiteY4" fmla="*/ 0 h 321543"/>
                    <a:gd name="connsiteX0" fmla="*/ 0 w 2376264"/>
                    <a:gd name="connsiteY0" fmla="*/ 0 h 321543"/>
                    <a:gd name="connsiteX1" fmla="*/ 2376264 w 2376264"/>
                    <a:gd name="connsiteY1" fmla="*/ 0 h 321543"/>
                    <a:gd name="connsiteX2" fmla="*/ 2376264 w 2376264"/>
                    <a:gd name="connsiteY2" fmla="*/ 321543 h 321543"/>
                    <a:gd name="connsiteX3" fmla="*/ 0 w 2376264"/>
                    <a:gd name="connsiteY3" fmla="*/ 321543 h 321543"/>
                    <a:gd name="connsiteX4" fmla="*/ 0 w 2376264"/>
                    <a:gd name="connsiteY4" fmla="*/ 0 h 3215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6264" h="321543">
                      <a:moveTo>
                        <a:pt x="0" y="0"/>
                      </a:moveTo>
                      <a:lnTo>
                        <a:pt x="2376264" y="0"/>
                      </a:lnTo>
                      <a:lnTo>
                        <a:pt x="2376264" y="321543"/>
                      </a:lnTo>
                      <a:lnTo>
                        <a:pt x="0" y="321543"/>
                      </a:lnTo>
                      <a:cubicBezTo>
                        <a:pt x="34925" y="258812"/>
                        <a:pt x="50800" y="110356"/>
                        <a:pt x="0" y="0"/>
                      </a:cubicBezTo>
                      <a:close/>
                    </a:path>
                  </a:pathLst>
                </a:custGeom>
                <a:solidFill>
                  <a:sysClr val="window" lastClr="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2701" b="0" i="0" u="none" strike="noStrike" kern="0" cap="none" spc="0" normalizeH="0" baseline="0" noProof="0">
                    <a:ln>
                      <a:noFill/>
                    </a:ln>
                    <a:solidFill>
                      <a:prstClr val="white"/>
                    </a:solidFill>
                    <a:effectLst/>
                    <a:uLnTx/>
                    <a:uFillTx/>
                    <a:latin typeface="Arial"/>
                    <a:cs typeface="+mn-cs"/>
                  </a:endParaRPr>
                </a:p>
              </p:txBody>
            </p:sp>
          </p:grpSp>
          <p:grpSp>
            <p:nvGrpSpPr>
              <p:cNvPr id="96" name="Group 127">
                <a:extLst>
                  <a:ext uri="{FF2B5EF4-FFF2-40B4-BE49-F238E27FC236}">
                    <a16:creationId xmlns:a16="http://schemas.microsoft.com/office/drawing/2014/main" id="{EE33BE59-15DB-9F46-F687-04D23E2108AE}"/>
                  </a:ext>
                </a:extLst>
              </p:cNvPr>
              <p:cNvGrpSpPr/>
              <p:nvPr/>
            </p:nvGrpSpPr>
            <p:grpSpPr>
              <a:xfrm rot="16200000">
                <a:off x="9485438" y="2565264"/>
                <a:ext cx="2368659" cy="656144"/>
                <a:chOff x="3622676" y="3492499"/>
                <a:chExt cx="2578868" cy="714375"/>
              </a:xfrm>
              <a:effectLst/>
            </p:grpSpPr>
            <p:sp>
              <p:nvSpPr>
                <p:cNvPr id="100" name="Freeform 24">
                  <a:extLst>
                    <a:ext uri="{FF2B5EF4-FFF2-40B4-BE49-F238E27FC236}">
                      <a16:creationId xmlns:a16="http://schemas.microsoft.com/office/drawing/2014/main" id="{4DD1768A-F1F9-8BAB-DA93-E2AB41B4C8C8}"/>
                    </a:ext>
                  </a:extLst>
                </p:cNvPr>
                <p:cNvSpPr/>
                <p:nvPr/>
              </p:nvSpPr>
              <p:spPr>
                <a:xfrm>
                  <a:off x="3622676" y="3492499"/>
                  <a:ext cx="2578868" cy="714375"/>
                </a:xfrm>
                <a:custGeom>
                  <a:avLst/>
                  <a:gdLst>
                    <a:gd name="connsiteX0" fmla="*/ 190500 w 2559050"/>
                    <a:gd name="connsiteY0" fmla="*/ 0 h 698500"/>
                    <a:gd name="connsiteX1" fmla="*/ 0 w 2559050"/>
                    <a:gd name="connsiteY1" fmla="*/ 152400 h 698500"/>
                    <a:gd name="connsiteX2" fmla="*/ 6350 w 2559050"/>
                    <a:gd name="connsiteY2" fmla="*/ 215900 h 698500"/>
                    <a:gd name="connsiteX3" fmla="*/ 2501900 w 2559050"/>
                    <a:gd name="connsiteY3" fmla="*/ 241300 h 698500"/>
                    <a:gd name="connsiteX4" fmla="*/ 2470150 w 2559050"/>
                    <a:gd name="connsiteY4" fmla="*/ 552450 h 698500"/>
                    <a:gd name="connsiteX5" fmla="*/ 76200 w 2559050"/>
                    <a:gd name="connsiteY5" fmla="*/ 565150 h 698500"/>
                    <a:gd name="connsiteX6" fmla="*/ 101600 w 2559050"/>
                    <a:gd name="connsiteY6" fmla="*/ 520700 h 698500"/>
                    <a:gd name="connsiteX7" fmla="*/ 6350 w 2559050"/>
                    <a:gd name="connsiteY7" fmla="*/ 577850 h 698500"/>
                    <a:gd name="connsiteX8" fmla="*/ 44450 w 2559050"/>
                    <a:gd name="connsiteY8" fmla="*/ 666750 h 698500"/>
                    <a:gd name="connsiteX9" fmla="*/ 2400300 w 2559050"/>
                    <a:gd name="connsiteY9" fmla="*/ 692150 h 698500"/>
                    <a:gd name="connsiteX10" fmla="*/ 2432050 w 2559050"/>
                    <a:gd name="connsiteY10" fmla="*/ 666750 h 698500"/>
                    <a:gd name="connsiteX11" fmla="*/ 2501900 w 2559050"/>
                    <a:gd name="connsiteY11" fmla="*/ 698500 h 698500"/>
                    <a:gd name="connsiteX12" fmla="*/ 2552700 w 2559050"/>
                    <a:gd name="connsiteY12" fmla="*/ 685800 h 698500"/>
                    <a:gd name="connsiteX13" fmla="*/ 2559050 w 2559050"/>
                    <a:gd name="connsiteY13" fmla="*/ 158750 h 698500"/>
                    <a:gd name="connsiteX14" fmla="*/ 2476500 w 2559050"/>
                    <a:gd name="connsiteY14" fmla="*/ 95250 h 698500"/>
                    <a:gd name="connsiteX15" fmla="*/ 520700 w 2559050"/>
                    <a:gd name="connsiteY15" fmla="*/ 184150 h 698500"/>
                    <a:gd name="connsiteX16" fmla="*/ 190500 w 2559050"/>
                    <a:gd name="connsiteY16" fmla="*/ 0 h 698500"/>
                    <a:gd name="connsiteX0" fmla="*/ 190500 w 2559050"/>
                    <a:gd name="connsiteY0" fmla="*/ 0 h 698500"/>
                    <a:gd name="connsiteX1" fmla="*/ 0 w 2559050"/>
                    <a:gd name="connsiteY1" fmla="*/ 152400 h 698500"/>
                    <a:gd name="connsiteX2" fmla="*/ 19050 w 2559050"/>
                    <a:gd name="connsiteY2" fmla="*/ 241300 h 698500"/>
                    <a:gd name="connsiteX3" fmla="*/ 2501900 w 2559050"/>
                    <a:gd name="connsiteY3" fmla="*/ 241300 h 698500"/>
                    <a:gd name="connsiteX4" fmla="*/ 2470150 w 2559050"/>
                    <a:gd name="connsiteY4" fmla="*/ 552450 h 698500"/>
                    <a:gd name="connsiteX5" fmla="*/ 76200 w 2559050"/>
                    <a:gd name="connsiteY5" fmla="*/ 565150 h 698500"/>
                    <a:gd name="connsiteX6" fmla="*/ 101600 w 2559050"/>
                    <a:gd name="connsiteY6" fmla="*/ 520700 h 698500"/>
                    <a:gd name="connsiteX7" fmla="*/ 6350 w 2559050"/>
                    <a:gd name="connsiteY7" fmla="*/ 577850 h 698500"/>
                    <a:gd name="connsiteX8" fmla="*/ 44450 w 2559050"/>
                    <a:gd name="connsiteY8" fmla="*/ 666750 h 698500"/>
                    <a:gd name="connsiteX9" fmla="*/ 2400300 w 2559050"/>
                    <a:gd name="connsiteY9" fmla="*/ 692150 h 698500"/>
                    <a:gd name="connsiteX10" fmla="*/ 2432050 w 2559050"/>
                    <a:gd name="connsiteY10" fmla="*/ 666750 h 698500"/>
                    <a:gd name="connsiteX11" fmla="*/ 2501900 w 2559050"/>
                    <a:gd name="connsiteY11" fmla="*/ 698500 h 698500"/>
                    <a:gd name="connsiteX12" fmla="*/ 2552700 w 2559050"/>
                    <a:gd name="connsiteY12" fmla="*/ 685800 h 698500"/>
                    <a:gd name="connsiteX13" fmla="*/ 2559050 w 2559050"/>
                    <a:gd name="connsiteY13" fmla="*/ 158750 h 698500"/>
                    <a:gd name="connsiteX14" fmla="*/ 2476500 w 2559050"/>
                    <a:gd name="connsiteY14" fmla="*/ 95250 h 698500"/>
                    <a:gd name="connsiteX15" fmla="*/ 520700 w 2559050"/>
                    <a:gd name="connsiteY15" fmla="*/ 184150 h 698500"/>
                    <a:gd name="connsiteX16" fmla="*/ 190500 w 2559050"/>
                    <a:gd name="connsiteY16" fmla="*/ 0 h 698500"/>
                    <a:gd name="connsiteX0" fmla="*/ 184150 w 2552700"/>
                    <a:gd name="connsiteY0" fmla="*/ 0 h 698500"/>
                    <a:gd name="connsiteX1" fmla="*/ 9525 w 2552700"/>
                    <a:gd name="connsiteY1" fmla="*/ 152400 h 698500"/>
                    <a:gd name="connsiteX2" fmla="*/ 12700 w 2552700"/>
                    <a:gd name="connsiteY2" fmla="*/ 241300 h 698500"/>
                    <a:gd name="connsiteX3" fmla="*/ 2495550 w 2552700"/>
                    <a:gd name="connsiteY3" fmla="*/ 241300 h 698500"/>
                    <a:gd name="connsiteX4" fmla="*/ 2463800 w 2552700"/>
                    <a:gd name="connsiteY4" fmla="*/ 552450 h 698500"/>
                    <a:gd name="connsiteX5" fmla="*/ 69850 w 2552700"/>
                    <a:gd name="connsiteY5" fmla="*/ 565150 h 698500"/>
                    <a:gd name="connsiteX6" fmla="*/ 95250 w 2552700"/>
                    <a:gd name="connsiteY6" fmla="*/ 520700 h 698500"/>
                    <a:gd name="connsiteX7" fmla="*/ 0 w 2552700"/>
                    <a:gd name="connsiteY7" fmla="*/ 577850 h 698500"/>
                    <a:gd name="connsiteX8" fmla="*/ 38100 w 2552700"/>
                    <a:gd name="connsiteY8" fmla="*/ 666750 h 698500"/>
                    <a:gd name="connsiteX9" fmla="*/ 2393950 w 2552700"/>
                    <a:gd name="connsiteY9" fmla="*/ 692150 h 698500"/>
                    <a:gd name="connsiteX10" fmla="*/ 2425700 w 2552700"/>
                    <a:gd name="connsiteY10" fmla="*/ 666750 h 698500"/>
                    <a:gd name="connsiteX11" fmla="*/ 2495550 w 2552700"/>
                    <a:gd name="connsiteY11" fmla="*/ 698500 h 698500"/>
                    <a:gd name="connsiteX12" fmla="*/ 2546350 w 2552700"/>
                    <a:gd name="connsiteY12" fmla="*/ 685800 h 698500"/>
                    <a:gd name="connsiteX13" fmla="*/ 2552700 w 2552700"/>
                    <a:gd name="connsiteY13" fmla="*/ 158750 h 698500"/>
                    <a:gd name="connsiteX14" fmla="*/ 2470150 w 2552700"/>
                    <a:gd name="connsiteY14" fmla="*/ 95250 h 698500"/>
                    <a:gd name="connsiteX15" fmla="*/ 514350 w 2552700"/>
                    <a:gd name="connsiteY15" fmla="*/ 184150 h 698500"/>
                    <a:gd name="connsiteX16" fmla="*/ 184150 w 2552700"/>
                    <a:gd name="connsiteY16" fmla="*/ 0 h 698500"/>
                    <a:gd name="connsiteX0" fmla="*/ 184150 w 2571750"/>
                    <a:gd name="connsiteY0" fmla="*/ 0 h 698500"/>
                    <a:gd name="connsiteX1" fmla="*/ 9525 w 2571750"/>
                    <a:gd name="connsiteY1" fmla="*/ 152400 h 698500"/>
                    <a:gd name="connsiteX2" fmla="*/ 12700 w 2571750"/>
                    <a:gd name="connsiteY2" fmla="*/ 241300 h 698500"/>
                    <a:gd name="connsiteX3" fmla="*/ 2495550 w 2571750"/>
                    <a:gd name="connsiteY3" fmla="*/ 241300 h 698500"/>
                    <a:gd name="connsiteX4" fmla="*/ 2463800 w 2571750"/>
                    <a:gd name="connsiteY4" fmla="*/ 552450 h 698500"/>
                    <a:gd name="connsiteX5" fmla="*/ 69850 w 2571750"/>
                    <a:gd name="connsiteY5" fmla="*/ 565150 h 698500"/>
                    <a:gd name="connsiteX6" fmla="*/ 95250 w 2571750"/>
                    <a:gd name="connsiteY6" fmla="*/ 520700 h 698500"/>
                    <a:gd name="connsiteX7" fmla="*/ 0 w 2571750"/>
                    <a:gd name="connsiteY7" fmla="*/ 577850 h 698500"/>
                    <a:gd name="connsiteX8" fmla="*/ 38100 w 2571750"/>
                    <a:gd name="connsiteY8" fmla="*/ 666750 h 698500"/>
                    <a:gd name="connsiteX9" fmla="*/ 2393950 w 2571750"/>
                    <a:gd name="connsiteY9" fmla="*/ 692150 h 698500"/>
                    <a:gd name="connsiteX10" fmla="*/ 2425700 w 2571750"/>
                    <a:gd name="connsiteY10" fmla="*/ 666750 h 698500"/>
                    <a:gd name="connsiteX11" fmla="*/ 2495550 w 2571750"/>
                    <a:gd name="connsiteY11" fmla="*/ 698500 h 698500"/>
                    <a:gd name="connsiteX12" fmla="*/ 2546350 w 2571750"/>
                    <a:gd name="connsiteY12" fmla="*/ 685800 h 698500"/>
                    <a:gd name="connsiteX13" fmla="*/ 2571750 w 2571750"/>
                    <a:gd name="connsiteY13" fmla="*/ 193675 h 698500"/>
                    <a:gd name="connsiteX14" fmla="*/ 2470150 w 2571750"/>
                    <a:gd name="connsiteY14" fmla="*/ 95250 h 698500"/>
                    <a:gd name="connsiteX15" fmla="*/ 514350 w 2571750"/>
                    <a:gd name="connsiteY15" fmla="*/ 184150 h 698500"/>
                    <a:gd name="connsiteX16" fmla="*/ 184150 w 2571750"/>
                    <a:gd name="connsiteY16" fmla="*/ 0 h 698500"/>
                    <a:gd name="connsiteX0" fmla="*/ 184150 w 2555875"/>
                    <a:gd name="connsiteY0" fmla="*/ 0 h 698500"/>
                    <a:gd name="connsiteX1" fmla="*/ 9525 w 2555875"/>
                    <a:gd name="connsiteY1" fmla="*/ 152400 h 698500"/>
                    <a:gd name="connsiteX2" fmla="*/ 12700 w 2555875"/>
                    <a:gd name="connsiteY2" fmla="*/ 241300 h 698500"/>
                    <a:gd name="connsiteX3" fmla="*/ 2495550 w 2555875"/>
                    <a:gd name="connsiteY3" fmla="*/ 241300 h 698500"/>
                    <a:gd name="connsiteX4" fmla="*/ 2463800 w 2555875"/>
                    <a:gd name="connsiteY4" fmla="*/ 552450 h 698500"/>
                    <a:gd name="connsiteX5" fmla="*/ 69850 w 2555875"/>
                    <a:gd name="connsiteY5" fmla="*/ 565150 h 698500"/>
                    <a:gd name="connsiteX6" fmla="*/ 95250 w 2555875"/>
                    <a:gd name="connsiteY6" fmla="*/ 520700 h 698500"/>
                    <a:gd name="connsiteX7" fmla="*/ 0 w 2555875"/>
                    <a:gd name="connsiteY7" fmla="*/ 577850 h 698500"/>
                    <a:gd name="connsiteX8" fmla="*/ 38100 w 2555875"/>
                    <a:gd name="connsiteY8" fmla="*/ 666750 h 698500"/>
                    <a:gd name="connsiteX9" fmla="*/ 2393950 w 2555875"/>
                    <a:gd name="connsiteY9" fmla="*/ 692150 h 698500"/>
                    <a:gd name="connsiteX10" fmla="*/ 2425700 w 2555875"/>
                    <a:gd name="connsiteY10" fmla="*/ 666750 h 698500"/>
                    <a:gd name="connsiteX11" fmla="*/ 2495550 w 2555875"/>
                    <a:gd name="connsiteY11" fmla="*/ 698500 h 698500"/>
                    <a:gd name="connsiteX12" fmla="*/ 2546350 w 2555875"/>
                    <a:gd name="connsiteY12" fmla="*/ 685800 h 698500"/>
                    <a:gd name="connsiteX13" fmla="*/ 2555875 w 2555875"/>
                    <a:gd name="connsiteY13" fmla="*/ 171450 h 698500"/>
                    <a:gd name="connsiteX14" fmla="*/ 2470150 w 2555875"/>
                    <a:gd name="connsiteY14" fmla="*/ 95250 h 698500"/>
                    <a:gd name="connsiteX15" fmla="*/ 514350 w 2555875"/>
                    <a:gd name="connsiteY15" fmla="*/ 184150 h 698500"/>
                    <a:gd name="connsiteX16" fmla="*/ 184150 w 2555875"/>
                    <a:gd name="connsiteY16" fmla="*/ 0 h 698500"/>
                    <a:gd name="connsiteX0" fmla="*/ 184150 w 2562506"/>
                    <a:gd name="connsiteY0" fmla="*/ 0 h 698500"/>
                    <a:gd name="connsiteX1" fmla="*/ 9525 w 2562506"/>
                    <a:gd name="connsiteY1" fmla="*/ 152400 h 698500"/>
                    <a:gd name="connsiteX2" fmla="*/ 12700 w 2562506"/>
                    <a:gd name="connsiteY2" fmla="*/ 241300 h 698500"/>
                    <a:gd name="connsiteX3" fmla="*/ 2495550 w 2562506"/>
                    <a:gd name="connsiteY3" fmla="*/ 241300 h 698500"/>
                    <a:gd name="connsiteX4" fmla="*/ 2463800 w 2562506"/>
                    <a:gd name="connsiteY4" fmla="*/ 552450 h 698500"/>
                    <a:gd name="connsiteX5" fmla="*/ 69850 w 2562506"/>
                    <a:gd name="connsiteY5" fmla="*/ 565150 h 698500"/>
                    <a:gd name="connsiteX6" fmla="*/ 95250 w 2562506"/>
                    <a:gd name="connsiteY6" fmla="*/ 520700 h 698500"/>
                    <a:gd name="connsiteX7" fmla="*/ 0 w 2562506"/>
                    <a:gd name="connsiteY7" fmla="*/ 577850 h 698500"/>
                    <a:gd name="connsiteX8" fmla="*/ 38100 w 2562506"/>
                    <a:gd name="connsiteY8" fmla="*/ 666750 h 698500"/>
                    <a:gd name="connsiteX9" fmla="*/ 2393950 w 2562506"/>
                    <a:gd name="connsiteY9" fmla="*/ 692150 h 698500"/>
                    <a:gd name="connsiteX10" fmla="*/ 2425700 w 2562506"/>
                    <a:gd name="connsiteY10" fmla="*/ 666750 h 698500"/>
                    <a:gd name="connsiteX11" fmla="*/ 2495550 w 2562506"/>
                    <a:gd name="connsiteY11" fmla="*/ 698500 h 698500"/>
                    <a:gd name="connsiteX12" fmla="*/ 2562225 w 2562506"/>
                    <a:gd name="connsiteY12" fmla="*/ 685800 h 698500"/>
                    <a:gd name="connsiteX13" fmla="*/ 2555875 w 2562506"/>
                    <a:gd name="connsiteY13" fmla="*/ 171450 h 698500"/>
                    <a:gd name="connsiteX14" fmla="*/ 2470150 w 2562506"/>
                    <a:gd name="connsiteY14" fmla="*/ 95250 h 698500"/>
                    <a:gd name="connsiteX15" fmla="*/ 514350 w 2562506"/>
                    <a:gd name="connsiteY15" fmla="*/ 184150 h 698500"/>
                    <a:gd name="connsiteX16" fmla="*/ 184150 w 2562506"/>
                    <a:gd name="connsiteY16" fmla="*/ 0 h 698500"/>
                    <a:gd name="connsiteX0" fmla="*/ 184150 w 2562506"/>
                    <a:gd name="connsiteY0" fmla="*/ 0 h 692150"/>
                    <a:gd name="connsiteX1" fmla="*/ 9525 w 2562506"/>
                    <a:gd name="connsiteY1" fmla="*/ 152400 h 692150"/>
                    <a:gd name="connsiteX2" fmla="*/ 12700 w 2562506"/>
                    <a:gd name="connsiteY2" fmla="*/ 241300 h 692150"/>
                    <a:gd name="connsiteX3" fmla="*/ 2495550 w 2562506"/>
                    <a:gd name="connsiteY3" fmla="*/ 241300 h 692150"/>
                    <a:gd name="connsiteX4" fmla="*/ 2463800 w 2562506"/>
                    <a:gd name="connsiteY4" fmla="*/ 552450 h 692150"/>
                    <a:gd name="connsiteX5" fmla="*/ 69850 w 2562506"/>
                    <a:gd name="connsiteY5" fmla="*/ 565150 h 692150"/>
                    <a:gd name="connsiteX6" fmla="*/ 95250 w 2562506"/>
                    <a:gd name="connsiteY6" fmla="*/ 520700 h 692150"/>
                    <a:gd name="connsiteX7" fmla="*/ 0 w 2562506"/>
                    <a:gd name="connsiteY7" fmla="*/ 577850 h 692150"/>
                    <a:gd name="connsiteX8" fmla="*/ 38100 w 2562506"/>
                    <a:gd name="connsiteY8" fmla="*/ 666750 h 692150"/>
                    <a:gd name="connsiteX9" fmla="*/ 2393950 w 2562506"/>
                    <a:gd name="connsiteY9" fmla="*/ 692150 h 692150"/>
                    <a:gd name="connsiteX10" fmla="*/ 2425700 w 2562506"/>
                    <a:gd name="connsiteY10" fmla="*/ 666750 h 692150"/>
                    <a:gd name="connsiteX11" fmla="*/ 2479675 w 2562506"/>
                    <a:gd name="connsiteY11" fmla="*/ 692150 h 692150"/>
                    <a:gd name="connsiteX12" fmla="*/ 2562225 w 2562506"/>
                    <a:gd name="connsiteY12" fmla="*/ 685800 h 692150"/>
                    <a:gd name="connsiteX13" fmla="*/ 2555875 w 2562506"/>
                    <a:gd name="connsiteY13" fmla="*/ 171450 h 692150"/>
                    <a:gd name="connsiteX14" fmla="*/ 2470150 w 2562506"/>
                    <a:gd name="connsiteY14" fmla="*/ 95250 h 692150"/>
                    <a:gd name="connsiteX15" fmla="*/ 514350 w 2562506"/>
                    <a:gd name="connsiteY15" fmla="*/ 184150 h 692150"/>
                    <a:gd name="connsiteX16" fmla="*/ 184150 w 2562506"/>
                    <a:gd name="connsiteY16" fmla="*/ 0 h 692150"/>
                    <a:gd name="connsiteX0" fmla="*/ 184150 w 2562506"/>
                    <a:gd name="connsiteY0" fmla="*/ 0 h 692150"/>
                    <a:gd name="connsiteX1" fmla="*/ 9525 w 2562506"/>
                    <a:gd name="connsiteY1" fmla="*/ 152400 h 692150"/>
                    <a:gd name="connsiteX2" fmla="*/ 12700 w 2562506"/>
                    <a:gd name="connsiteY2" fmla="*/ 241300 h 692150"/>
                    <a:gd name="connsiteX3" fmla="*/ 2495550 w 2562506"/>
                    <a:gd name="connsiteY3" fmla="*/ 241300 h 692150"/>
                    <a:gd name="connsiteX4" fmla="*/ 2463800 w 2562506"/>
                    <a:gd name="connsiteY4" fmla="*/ 552450 h 692150"/>
                    <a:gd name="connsiteX5" fmla="*/ 69850 w 2562506"/>
                    <a:gd name="connsiteY5" fmla="*/ 565150 h 692150"/>
                    <a:gd name="connsiteX6" fmla="*/ 95250 w 2562506"/>
                    <a:gd name="connsiteY6" fmla="*/ 520700 h 692150"/>
                    <a:gd name="connsiteX7" fmla="*/ 0 w 2562506"/>
                    <a:gd name="connsiteY7" fmla="*/ 577850 h 692150"/>
                    <a:gd name="connsiteX8" fmla="*/ 38100 w 2562506"/>
                    <a:gd name="connsiteY8" fmla="*/ 666750 h 692150"/>
                    <a:gd name="connsiteX9" fmla="*/ 2393950 w 2562506"/>
                    <a:gd name="connsiteY9" fmla="*/ 692150 h 692150"/>
                    <a:gd name="connsiteX10" fmla="*/ 2435225 w 2562506"/>
                    <a:gd name="connsiteY10" fmla="*/ 666750 h 692150"/>
                    <a:gd name="connsiteX11" fmla="*/ 2479675 w 2562506"/>
                    <a:gd name="connsiteY11" fmla="*/ 692150 h 692150"/>
                    <a:gd name="connsiteX12" fmla="*/ 2562225 w 2562506"/>
                    <a:gd name="connsiteY12" fmla="*/ 685800 h 692150"/>
                    <a:gd name="connsiteX13" fmla="*/ 2555875 w 2562506"/>
                    <a:gd name="connsiteY13" fmla="*/ 171450 h 692150"/>
                    <a:gd name="connsiteX14" fmla="*/ 2470150 w 2562506"/>
                    <a:gd name="connsiteY14" fmla="*/ 95250 h 692150"/>
                    <a:gd name="connsiteX15" fmla="*/ 514350 w 2562506"/>
                    <a:gd name="connsiteY15" fmla="*/ 184150 h 692150"/>
                    <a:gd name="connsiteX16" fmla="*/ 184150 w 2562506"/>
                    <a:gd name="connsiteY16" fmla="*/ 0 h 692150"/>
                    <a:gd name="connsiteX0" fmla="*/ 184150 w 2562506"/>
                    <a:gd name="connsiteY0" fmla="*/ 0 h 692150"/>
                    <a:gd name="connsiteX1" fmla="*/ 9525 w 2562506"/>
                    <a:gd name="connsiteY1" fmla="*/ 152400 h 692150"/>
                    <a:gd name="connsiteX2" fmla="*/ 12700 w 2562506"/>
                    <a:gd name="connsiteY2" fmla="*/ 241300 h 692150"/>
                    <a:gd name="connsiteX3" fmla="*/ 2495550 w 2562506"/>
                    <a:gd name="connsiteY3" fmla="*/ 241300 h 692150"/>
                    <a:gd name="connsiteX4" fmla="*/ 2463800 w 2562506"/>
                    <a:gd name="connsiteY4" fmla="*/ 552450 h 692150"/>
                    <a:gd name="connsiteX5" fmla="*/ 69850 w 2562506"/>
                    <a:gd name="connsiteY5" fmla="*/ 565150 h 692150"/>
                    <a:gd name="connsiteX6" fmla="*/ 95250 w 2562506"/>
                    <a:gd name="connsiteY6" fmla="*/ 520700 h 692150"/>
                    <a:gd name="connsiteX7" fmla="*/ 0 w 2562506"/>
                    <a:gd name="connsiteY7" fmla="*/ 577850 h 692150"/>
                    <a:gd name="connsiteX8" fmla="*/ 9525 w 2562506"/>
                    <a:gd name="connsiteY8" fmla="*/ 688975 h 692150"/>
                    <a:gd name="connsiteX9" fmla="*/ 2393950 w 2562506"/>
                    <a:gd name="connsiteY9" fmla="*/ 692150 h 692150"/>
                    <a:gd name="connsiteX10" fmla="*/ 2435225 w 2562506"/>
                    <a:gd name="connsiteY10" fmla="*/ 666750 h 692150"/>
                    <a:gd name="connsiteX11" fmla="*/ 2479675 w 2562506"/>
                    <a:gd name="connsiteY11" fmla="*/ 692150 h 692150"/>
                    <a:gd name="connsiteX12" fmla="*/ 2562225 w 2562506"/>
                    <a:gd name="connsiteY12" fmla="*/ 685800 h 692150"/>
                    <a:gd name="connsiteX13" fmla="*/ 2555875 w 2562506"/>
                    <a:gd name="connsiteY13" fmla="*/ 171450 h 692150"/>
                    <a:gd name="connsiteX14" fmla="*/ 2470150 w 2562506"/>
                    <a:gd name="connsiteY14" fmla="*/ 95250 h 692150"/>
                    <a:gd name="connsiteX15" fmla="*/ 514350 w 2562506"/>
                    <a:gd name="connsiteY15" fmla="*/ 184150 h 692150"/>
                    <a:gd name="connsiteX16" fmla="*/ 184150 w 2562506"/>
                    <a:gd name="connsiteY16" fmla="*/ 0 h 692150"/>
                    <a:gd name="connsiteX0" fmla="*/ 180975 w 2559331"/>
                    <a:gd name="connsiteY0" fmla="*/ 0 h 692150"/>
                    <a:gd name="connsiteX1" fmla="*/ 6350 w 2559331"/>
                    <a:gd name="connsiteY1" fmla="*/ 152400 h 692150"/>
                    <a:gd name="connsiteX2" fmla="*/ 9525 w 2559331"/>
                    <a:gd name="connsiteY2" fmla="*/ 241300 h 692150"/>
                    <a:gd name="connsiteX3" fmla="*/ 2492375 w 2559331"/>
                    <a:gd name="connsiteY3" fmla="*/ 241300 h 692150"/>
                    <a:gd name="connsiteX4" fmla="*/ 2460625 w 2559331"/>
                    <a:gd name="connsiteY4" fmla="*/ 552450 h 692150"/>
                    <a:gd name="connsiteX5" fmla="*/ 66675 w 2559331"/>
                    <a:gd name="connsiteY5" fmla="*/ 565150 h 692150"/>
                    <a:gd name="connsiteX6" fmla="*/ 92075 w 2559331"/>
                    <a:gd name="connsiteY6" fmla="*/ 520700 h 692150"/>
                    <a:gd name="connsiteX7" fmla="*/ 0 w 2559331"/>
                    <a:gd name="connsiteY7" fmla="*/ 593725 h 692150"/>
                    <a:gd name="connsiteX8" fmla="*/ 6350 w 2559331"/>
                    <a:gd name="connsiteY8" fmla="*/ 688975 h 692150"/>
                    <a:gd name="connsiteX9" fmla="*/ 2390775 w 2559331"/>
                    <a:gd name="connsiteY9" fmla="*/ 692150 h 692150"/>
                    <a:gd name="connsiteX10" fmla="*/ 2432050 w 2559331"/>
                    <a:gd name="connsiteY10" fmla="*/ 666750 h 692150"/>
                    <a:gd name="connsiteX11" fmla="*/ 2476500 w 2559331"/>
                    <a:gd name="connsiteY11" fmla="*/ 692150 h 692150"/>
                    <a:gd name="connsiteX12" fmla="*/ 2559050 w 2559331"/>
                    <a:gd name="connsiteY12" fmla="*/ 685800 h 692150"/>
                    <a:gd name="connsiteX13" fmla="*/ 2552700 w 2559331"/>
                    <a:gd name="connsiteY13" fmla="*/ 171450 h 692150"/>
                    <a:gd name="connsiteX14" fmla="*/ 2466975 w 2559331"/>
                    <a:gd name="connsiteY14" fmla="*/ 95250 h 692150"/>
                    <a:gd name="connsiteX15" fmla="*/ 511175 w 2559331"/>
                    <a:gd name="connsiteY15" fmla="*/ 184150 h 692150"/>
                    <a:gd name="connsiteX16" fmla="*/ 180975 w 2559331"/>
                    <a:gd name="connsiteY16" fmla="*/ 0 h 692150"/>
                    <a:gd name="connsiteX0" fmla="*/ 180975 w 2559331"/>
                    <a:gd name="connsiteY0" fmla="*/ 0 h 692150"/>
                    <a:gd name="connsiteX1" fmla="*/ 6350 w 2559331"/>
                    <a:gd name="connsiteY1" fmla="*/ 152400 h 692150"/>
                    <a:gd name="connsiteX2" fmla="*/ 9525 w 2559331"/>
                    <a:gd name="connsiteY2" fmla="*/ 241300 h 692150"/>
                    <a:gd name="connsiteX3" fmla="*/ 2492375 w 2559331"/>
                    <a:gd name="connsiteY3" fmla="*/ 241300 h 692150"/>
                    <a:gd name="connsiteX4" fmla="*/ 2460625 w 2559331"/>
                    <a:gd name="connsiteY4" fmla="*/ 552450 h 692150"/>
                    <a:gd name="connsiteX5" fmla="*/ 66675 w 2559331"/>
                    <a:gd name="connsiteY5" fmla="*/ 565150 h 692150"/>
                    <a:gd name="connsiteX6" fmla="*/ 88900 w 2559331"/>
                    <a:gd name="connsiteY6" fmla="*/ 568325 h 692150"/>
                    <a:gd name="connsiteX7" fmla="*/ 92075 w 2559331"/>
                    <a:gd name="connsiteY7" fmla="*/ 520700 h 692150"/>
                    <a:gd name="connsiteX8" fmla="*/ 0 w 2559331"/>
                    <a:gd name="connsiteY8" fmla="*/ 593725 h 692150"/>
                    <a:gd name="connsiteX9" fmla="*/ 6350 w 2559331"/>
                    <a:gd name="connsiteY9" fmla="*/ 688975 h 692150"/>
                    <a:gd name="connsiteX10" fmla="*/ 2390775 w 2559331"/>
                    <a:gd name="connsiteY10" fmla="*/ 692150 h 692150"/>
                    <a:gd name="connsiteX11" fmla="*/ 2432050 w 2559331"/>
                    <a:gd name="connsiteY11" fmla="*/ 666750 h 692150"/>
                    <a:gd name="connsiteX12" fmla="*/ 2476500 w 2559331"/>
                    <a:gd name="connsiteY12" fmla="*/ 692150 h 692150"/>
                    <a:gd name="connsiteX13" fmla="*/ 2559050 w 2559331"/>
                    <a:gd name="connsiteY13" fmla="*/ 685800 h 692150"/>
                    <a:gd name="connsiteX14" fmla="*/ 2552700 w 2559331"/>
                    <a:gd name="connsiteY14" fmla="*/ 171450 h 692150"/>
                    <a:gd name="connsiteX15" fmla="*/ 2466975 w 2559331"/>
                    <a:gd name="connsiteY15" fmla="*/ 95250 h 692150"/>
                    <a:gd name="connsiteX16" fmla="*/ 511175 w 2559331"/>
                    <a:gd name="connsiteY16" fmla="*/ 184150 h 692150"/>
                    <a:gd name="connsiteX17" fmla="*/ 180975 w 2559331"/>
                    <a:gd name="connsiteY17" fmla="*/ 0 h 692150"/>
                    <a:gd name="connsiteX0" fmla="*/ 180975 w 2559331"/>
                    <a:gd name="connsiteY0" fmla="*/ 0 h 692150"/>
                    <a:gd name="connsiteX1" fmla="*/ 6350 w 2559331"/>
                    <a:gd name="connsiteY1" fmla="*/ 152400 h 692150"/>
                    <a:gd name="connsiteX2" fmla="*/ 9525 w 2559331"/>
                    <a:gd name="connsiteY2" fmla="*/ 241300 h 692150"/>
                    <a:gd name="connsiteX3" fmla="*/ 2454275 w 2559331"/>
                    <a:gd name="connsiteY3" fmla="*/ 234950 h 692150"/>
                    <a:gd name="connsiteX4" fmla="*/ 2460625 w 2559331"/>
                    <a:gd name="connsiteY4" fmla="*/ 552450 h 692150"/>
                    <a:gd name="connsiteX5" fmla="*/ 66675 w 2559331"/>
                    <a:gd name="connsiteY5" fmla="*/ 565150 h 692150"/>
                    <a:gd name="connsiteX6" fmla="*/ 88900 w 2559331"/>
                    <a:gd name="connsiteY6" fmla="*/ 568325 h 692150"/>
                    <a:gd name="connsiteX7" fmla="*/ 92075 w 2559331"/>
                    <a:gd name="connsiteY7" fmla="*/ 520700 h 692150"/>
                    <a:gd name="connsiteX8" fmla="*/ 0 w 2559331"/>
                    <a:gd name="connsiteY8" fmla="*/ 593725 h 692150"/>
                    <a:gd name="connsiteX9" fmla="*/ 6350 w 2559331"/>
                    <a:gd name="connsiteY9" fmla="*/ 688975 h 692150"/>
                    <a:gd name="connsiteX10" fmla="*/ 2390775 w 2559331"/>
                    <a:gd name="connsiteY10" fmla="*/ 692150 h 692150"/>
                    <a:gd name="connsiteX11" fmla="*/ 2432050 w 2559331"/>
                    <a:gd name="connsiteY11" fmla="*/ 666750 h 692150"/>
                    <a:gd name="connsiteX12" fmla="*/ 2476500 w 2559331"/>
                    <a:gd name="connsiteY12" fmla="*/ 692150 h 692150"/>
                    <a:gd name="connsiteX13" fmla="*/ 2559050 w 2559331"/>
                    <a:gd name="connsiteY13" fmla="*/ 685800 h 692150"/>
                    <a:gd name="connsiteX14" fmla="*/ 2552700 w 2559331"/>
                    <a:gd name="connsiteY14" fmla="*/ 171450 h 692150"/>
                    <a:gd name="connsiteX15" fmla="*/ 2466975 w 2559331"/>
                    <a:gd name="connsiteY15" fmla="*/ 95250 h 692150"/>
                    <a:gd name="connsiteX16" fmla="*/ 511175 w 2559331"/>
                    <a:gd name="connsiteY16" fmla="*/ 184150 h 692150"/>
                    <a:gd name="connsiteX17" fmla="*/ 180975 w 2559331"/>
                    <a:gd name="connsiteY17" fmla="*/ 0 h 692150"/>
                    <a:gd name="connsiteX0" fmla="*/ 180975 w 2559331"/>
                    <a:gd name="connsiteY0" fmla="*/ 0 h 692150"/>
                    <a:gd name="connsiteX1" fmla="*/ 6350 w 2559331"/>
                    <a:gd name="connsiteY1" fmla="*/ 152400 h 692150"/>
                    <a:gd name="connsiteX2" fmla="*/ 9525 w 2559331"/>
                    <a:gd name="connsiteY2" fmla="*/ 241300 h 692150"/>
                    <a:gd name="connsiteX3" fmla="*/ 2454275 w 2559331"/>
                    <a:gd name="connsiteY3" fmla="*/ 234950 h 692150"/>
                    <a:gd name="connsiteX4" fmla="*/ 2454275 w 2559331"/>
                    <a:gd name="connsiteY4" fmla="*/ 552450 h 692150"/>
                    <a:gd name="connsiteX5" fmla="*/ 66675 w 2559331"/>
                    <a:gd name="connsiteY5" fmla="*/ 565150 h 692150"/>
                    <a:gd name="connsiteX6" fmla="*/ 88900 w 2559331"/>
                    <a:gd name="connsiteY6" fmla="*/ 568325 h 692150"/>
                    <a:gd name="connsiteX7" fmla="*/ 92075 w 2559331"/>
                    <a:gd name="connsiteY7" fmla="*/ 520700 h 692150"/>
                    <a:gd name="connsiteX8" fmla="*/ 0 w 2559331"/>
                    <a:gd name="connsiteY8" fmla="*/ 593725 h 692150"/>
                    <a:gd name="connsiteX9" fmla="*/ 6350 w 2559331"/>
                    <a:gd name="connsiteY9" fmla="*/ 688975 h 692150"/>
                    <a:gd name="connsiteX10" fmla="*/ 2390775 w 2559331"/>
                    <a:gd name="connsiteY10" fmla="*/ 692150 h 692150"/>
                    <a:gd name="connsiteX11" fmla="*/ 2432050 w 2559331"/>
                    <a:gd name="connsiteY11" fmla="*/ 666750 h 692150"/>
                    <a:gd name="connsiteX12" fmla="*/ 2476500 w 2559331"/>
                    <a:gd name="connsiteY12" fmla="*/ 692150 h 692150"/>
                    <a:gd name="connsiteX13" fmla="*/ 2559050 w 2559331"/>
                    <a:gd name="connsiteY13" fmla="*/ 685800 h 692150"/>
                    <a:gd name="connsiteX14" fmla="*/ 2552700 w 2559331"/>
                    <a:gd name="connsiteY14" fmla="*/ 171450 h 692150"/>
                    <a:gd name="connsiteX15" fmla="*/ 2466975 w 2559331"/>
                    <a:gd name="connsiteY15" fmla="*/ 95250 h 692150"/>
                    <a:gd name="connsiteX16" fmla="*/ 511175 w 2559331"/>
                    <a:gd name="connsiteY16" fmla="*/ 184150 h 692150"/>
                    <a:gd name="connsiteX17" fmla="*/ 180975 w 2559331"/>
                    <a:gd name="connsiteY17" fmla="*/ 0 h 692150"/>
                    <a:gd name="connsiteX0" fmla="*/ 180975 w 2559331"/>
                    <a:gd name="connsiteY0" fmla="*/ 0 h 692150"/>
                    <a:gd name="connsiteX1" fmla="*/ 6350 w 2559331"/>
                    <a:gd name="connsiteY1" fmla="*/ 152400 h 692150"/>
                    <a:gd name="connsiteX2" fmla="*/ 9525 w 2559331"/>
                    <a:gd name="connsiteY2" fmla="*/ 241300 h 692150"/>
                    <a:gd name="connsiteX3" fmla="*/ 2454275 w 2559331"/>
                    <a:gd name="connsiteY3" fmla="*/ 234950 h 692150"/>
                    <a:gd name="connsiteX4" fmla="*/ 2454275 w 2559331"/>
                    <a:gd name="connsiteY4" fmla="*/ 552450 h 692150"/>
                    <a:gd name="connsiteX5" fmla="*/ 66675 w 2559331"/>
                    <a:gd name="connsiteY5" fmla="*/ 565150 h 692150"/>
                    <a:gd name="connsiteX6" fmla="*/ 88900 w 2559331"/>
                    <a:gd name="connsiteY6" fmla="*/ 568325 h 692150"/>
                    <a:gd name="connsiteX7" fmla="*/ 92075 w 2559331"/>
                    <a:gd name="connsiteY7" fmla="*/ 520700 h 692150"/>
                    <a:gd name="connsiteX8" fmla="*/ 0 w 2559331"/>
                    <a:gd name="connsiteY8" fmla="*/ 593725 h 692150"/>
                    <a:gd name="connsiteX9" fmla="*/ 6350 w 2559331"/>
                    <a:gd name="connsiteY9" fmla="*/ 688975 h 692150"/>
                    <a:gd name="connsiteX10" fmla="*/ 2390775 w 2559331"/>
                    <a:gd name="connsiteY10" fmla="*/ 692150 h 692150"/>
                    <a:gd name="connsiteX11" fmla="*/ 2432050 w 2559331"/>
                    <a:gd name="connsiteY11" fmla="*/ 666750 h 692150"/>
                    <a:gd name="connsiteX12" fmla="*/ 2476500 w 2559331"/>
                    <a:gd name="connsiteY12" fmla="*/ 692150 h 692150"/>
                    <a:gd name="connsiteX13" fmla="*/ 2559050 w 2559331"/>
                    <a:gd name="connsiteY13" fmla="*/ 685800 h 692150"/>
                    <a:gd name="connsiteX14" fmla="*/ 2552700 w 2559331"/>
                    <a:gd name="connsiteY14" fmla="*/ 171450 h 692150"/>
                    <a:gd name="connsiteX15" fmla="*/ 2466975 w 2559331"/>
                    <a:gd name="connsiteY15" fmla="*/ 95250 h 692150"/>
                    <a:gd name="connsiteX16" fmla="*/ 511175 w 2559331"/>
                    <a:gd name="connsiteY16" fmla="*/ 184150 h 692150"/>
                    <a:gd name="connsiteX17" fmla="*/ 180975 w 2559331"/>
                    <a:gd name="connsiteY17" fmla="*/ 0 h 692150"/>
                    <a:gd name="connsiteX0" fmla="*/ 180975 w 2559331"/>
                    <a:gd name="connsiteY0" fmla="*/ 0 h 692150"/>
                    <a:gd name="connsiteX1" fmla="*/ 6350 w 2559331"/>
                    <a:gd name="connsiteY1" fmla="*/ 152400 h 692150"/>
                    <a:gd name="connsiteX2" fmla="*/ 9525 w 2559331"/>
                    <a:gd name="connsiteY2" fmla="*/ 241300 h 692150"/>
                    <a:gd name="connsiteX3" fmla="*/ 2454275 w 2559331"/>
                    <a:gd name="connsiteY3" fmla="*/ 234950 h 692150"/>
                    <a:gd name="connsiteX4" fmla="*/ 2454275 w 2559331"/>
                    <a:gd name="connsiteY4" fmla="*/ 552450 h 692150"/>
                    <a:gd name="connsiteX5" fmla="*/ 66675 w 2559331"/>
                    <a:gd name="connsiteY5" fmla="*/ 565150 h 692150"/>
                    <a:gd name="connsiteX6" fmla="*/ 88900 w 2559331"/>
                    <a:gd name="connsiteY6" fmla="*/ 568325 h 692150"/>
                    <a:gd name="connsiteX7" fmla="*/ 92075 w 2559331"/>
                    <a:gd name="connsiteY7" fmla="*/ 520700 h 692150"/>
                    <a:gd name="connsiteX8" fmla="*/ 0 w 2559331"/>
                    <a:gd name="connsiteY8" fmla="*/ 593725 h 692150"/>
                    <a:gd name="connsiteX9" fmla="*/ 6350 w 2559331"/>
                    <a:gd name="connsiteY9" fmla="*/ 688975 h 692150"/>
                    <a:gd name="connsiteX10" fmla="*/ 2390775 w 2559331"/>
                    <a:gd name="connsiteY10" fmla="*/ 692150 h 692150"/>
                    <a:gd name="connsiteX11" fmla="*/ 2476500 w 2559331"/>
                    <a:gd name="connsiteY11" fmla="*/ 692150 h 692150"/>
                    <a:gd name="connsiteX12" fmla="*/ 2559050 w 2559331"/>
                    <a:gd name="connsiteY12" fmla="*/ 685800 h 692150"/>
                    <a:gd name="connsiteX13" fmla="*/ 2552700 w 2559331"/>
                    <a:gd name="connsiteY13" fmla="*/ 171450 h 692150"/>
                    <a:gd name="connsiteX14" fmla="*/ 2466975 w 2559331"/>
                    <a:gd name="connsiteY14" fmla="*/ 95250 h 692150"/>
                    <a:gd name="connsiteX15" fmla="*/ 511175 w 2559331"/>
                    <a:gd name="connsiteY15" fmla="*/ 184150 h 692150"/>
                    <a:gd name="connsiteX16" fmla="*/ 180975 w 2559331"/>
                    <a:gd name="connsiteY16" fmla="*/ 0 h 692150"/>
                    <a:gd name="connsiteX0" fmla="*/ 180975 w 2559331"/>
                    <a:gd name="connsiteY0" fmla="*/ 0 h 692150"/>
                    <a:gd name="connsiteX1" fmla="*/ 6350 w 2559331"/>
                    <a:gd name="connsiteY1" fmla="*/ 152400 h 692150"/>
                    <a:gd name="connsiteX2" fmla="*/ 9525 w 2559331"/>
                    <a:gd name="connsiteY2" fmla="*/ 241300 h 692150"/>
                    <a:gd name="connsiteX3" fmla="*/ 2454275 w 2559331"/>
                    <a:gd name="connsiteY3" fmla="*/ 234950 h 692150"/>
                    <a:gd name="connsiteX4" fmla="*/ 2454275 w 2559331"/>
                    <a:gd name="connsiteY4" fmla="*/ 552450 h 692150"/>
                    <a:gd name="connsiteX5" fmla="*/ 66675 w 2559331"/>
                    <a:gd name="connsiteY5" fmla="*/ 565150 h 692150"/>
                    <a:gd name="connsiteX6" fmla="*/ 88900 w 2559331"/>
                    <a:gd name="connsiteY6" fmla="*/ 568325 h 692150"/>
                    <a:gd name="connsiteX7" fmla="*/ 92075 w 2559331"/>
                    <a:gd name="connsiteY7" fmla="*/ 520700 h 692150"/>
                    <a:gd name="connsiteX8" fmla="*/ 0 w 2559331"/>
                    <a:gd name="connsiteY8" fmla="*/ 593725 h 692150"/>
                    <a:gd name="connsiteX9" fmla="*/ 6350 w 2559331"/>
                    <a:gd name="connsiteY9" fmla="*/ 688975 h 692150"/>
                    <a:gd name="connsiteX10" fmla="*/ 2390775 w 2559331"/>
                    <a:gd name="connsiteY10" fmla="*/ 692150 h 692150"/>
                    <a:gd name="connsiteX11" fmla="*/ 2559050 w 2559331"/>
                    <a:gd name="connsiteY11" fmla="*/ 685800 h 692150"/>
                    <a:gd name="connsiteX12" fmla="*/ 2552700 w 2559331"/>
                    <a:gd name="connsiteY12" fmla="*/ 171450 h 692150"/>
                    <a:gd name="connsiteX13" fmla="*/ 2466975 w 2559331"/>
                    <a:gd name="connsiteY13" fmla="*/ 95250 h 692150"/>
                    <a:gd name="connsiteX14" fmla="*/ 511175 w 2559331"/>
                    <a:gd name="connsiteY14" fmla="*/ 184150 h 692150"/>
                    <a:gd name="connsiteX15" fmla="*/ 180975 w 2559331"/>
                    <a:gd name="connsiteY15" fmla="*/ 0 h 692150"/>
                    <a:gd name="connsiteX0" fmla="*/ 180975 w 2559331"/>
                    <a:gd name="connsiteY0" fmla="*/ 0 h 688975"/>
                    <a:gd name="connsiteX1" fmla="*/ 6350 w 2559331"/>
                    <a:gd name="connsiteY1" fmla="*/ 152400 h 688975"/>
                    <a:gd name="connsiteX2" fmla="*/ 9525 w 2559331"/>
                    <a:gd name="connsiteY2" fmla="*/ 241300 h 688975"/>
                    <a:gd name="connsiteX3" fmla="*/ 2454275 w 2559331"/>
                    <a:gd name="connsiteY3" fmla="*/ 234950 h 688975"/>
                    <a:gd name="connsiteX4" fmla="*/ 2454275 w 2559331"/>
                    <a:gd name="connsiteY4" fmla="*/ 552450 h 688975"/>
                    <a:gd name="connsiteX5" fmla="*/ 66675 w 2559331"/>
                    <a:gd name="connsiteY5" fmla="*/ 565150 h 688975"/>
                    <a:gd name="connsiteX6" fmla="*/ 88900 w 2559331"/>
                    <a:gd name="connsiteY6" fmla="*/ 568325 h 688975"/>
                    <a:gd name="connsiteX7" fmla="*/ 92075 w 2559331"/>
                    <a:gd name="connsiteY7" fmla="*/ 520700 h 688975"/>
                    <a:gd name="connsiteX8" fmla="*/ 0 w 2559331"/>
                    <a:gd name="connsiteY8" fmla="*/ 593725 h 688975"/>
                    <a:gd name="connsiteX9" fmla="*/ 6350 w 2559331"/>
                    <a:gd name="connsiteY9" fmla="*/ 688975 h 688975"/>
                    <a:gd name="connsiteX10" fmla="*/ 2559050 w 2559331"/>
                    <a:gd name="connsiteY10" fmla="*/ 685800 h 688975"/>
                    <a:gd name="connsiteX11" fmla="*/ 2552700 w 2559331"/>
                    <a:gd name="connsiteY11" fmla="*/ 171450 h 688975"/>
                    <a:gd name="connsiteX12" fmla="*/ 2466975 w 2559331"/>
                    <a:gd name="connsiteY12" fmla="*/ 95250 h 688975"/>
                    <a:gd name="connsiteX13" fmla="*/ 511175 w 2559331"/>
                    <a:gd name="connsiteY13" fmla="*/ 184150 h 688975"/>
                    <a:gd name="connsiteX14" fmla="*/ 180975 w 2559331"/>
                    <a:gd name="connsiteY14" fmla="*/ 0 h 688975"/>
                    <a:gd name="connsiteX0" fmla="*/ 180975 w 2572231"/>
                    <a:gd name="connsiteY0" fmla="*/ 0 h 688975"/>
                    <a:gd name="connsiteX1" fmla="*/ 6350 w 2572231"/>
                    <a:gd name="connsiteY1" fmla="*/ 152400 h 688975"/>
                    <a:gd name="connsiteX2" fmla="*/ 9525 w 2572231"/>
                    <a:gd name="connsiteY2" fmla="*/ 241300 h 688975"/>
                    <a:gd name="connsiteX3" fmla="*/ 2454275 w 2572231"/>
                    <a:gd name="connsiteY3" fmla="*/ 234950 h 688975"/>
                    <a:gd name="connsiteX4" fmla="*/ 2454275 w 2572231"/>
                    <a:gd name="connsiteY4" fmla="*/ 552450 h 688975"/>
                    <a:gd name="connsiteX5" fmla="*/ 66675 w 2572231"/>
                    <a:gd name="connsiteY5" fmla="*/ 565150 h 688975"/>
                    <a:gd name="connsiteX6" fmla="*/ 88900 w 2572231"/>
                    <a:gd name="connsiteY6" fmla="*/ 568325 h 688975"/>
                    <a:gd name="connsiteX7" fmla="*/ 92075 w 2572231"/>
                    <a:gd name="connsiteY7" fmla="*/ 520700 h 688975"/>
                    <a:gd name="connsiteX8" fmla="*/ 0 w 2572231"/>
                    <a:gd name="connsiteY8" fmla="*/ 593725 h 688975"/>
                    <a:gd name="connsiteX9" fmla="*/ 6350 w 2572231"/>
                    <a:gd name="connsiteY9" fmla="*/ 688975 h 688975"/>
                    <a:gd name="connsiteX10" fmla="*/ 2559050 w 2572231"/>
                    <a:gd name="connsiteY10" fmla="*/ 685800 h 688975"/>
                    <a:gd name="connsiteX11" fmla="*/ 2552700 w 2572231"/>
                    <a:gd name="connsiteY11" fmla="*/ 171450 h 688975"/>
                    <a:gd name="connsiteX12" fmla="*/ 2466975 w 2572231"/>
                    <a:gd name="connsiteY12" fmla="*/ 95250 h 688975"/>
                    <a:gd name="connsiteX13" fmla="*/ 511175 w 2572231"/>
                    <a:gd name="connsiteY13" fmla="*/ 184150 h 688975"/>
                    <a:gd name="connsiteX14" fmla="*/ 180975 w 2572231"/>
                    <a:gd name="connsiteY14" fmla="*/ 0 h 688975"/>
                    <a:gd name="connsiteX0" fmla="*/ 180975 w 2572231"/>
                    <a:gd name="connsiteY0" fmla="*/ 0 h 688975"/>
                    <a:gd name="connsiteX1" fmla="*/ 6350 w 2572231"/>
                    <a:gd name="connsiteY1" fmla="*/ 152400 h 688975"/>
                    <a:gd name="connsiteX2" fmla="*/ 9525 w 2572231"/>
                    <a:gd name="connsiteY2" fmla="*/ 241300 h 688975"/>
                    <a:gd name="connsiteX3" fmla="*/ 2454275 w 2572231"/>
                    <a:gd name="connsiteY3" fmla="*/ 234950 h 688975"/>
                    <a:gd name="connsiteX4" fmla="*/ 2454275 w 2572231"/>
                    <a:gd name="connsiteY4" fmla="*/ 552450 h 688975"/>
                    <a:gd name="connsiteX5" fmla="*/ 66675 w 2572231"/>
                    <a:gd name="connsiteY5" fmla="*/ 565150 h 688975"/>
                    <a:gd name="connsiteX6" fmla="*/ 88900 w 2572231"/>
                    <a:gd name="connsiteY6" fmla="*/ 568325 h 688975"/>
                    <a:gd name="connsiteX7" fmla="*/ 92075 w 2572231"/>
                    <a:gd name="connsiteY7" fmla="*/ 520700 h 688975"/>
                    <a:gd name="connsiteX8" fmla="*/ 0 w 2572231"/>
                    <a:gd name="connsiteY8" fmla="*/ 593725 h 688975"/>
                    <a:gd name="connsiteX9" fmla="*/ 6350 w 2572231"/>
                    <a:gd name="connsiteY9" fmla="*/ 688975 h 688975"/>
                    <a:gd name="connsiteX10" fmla="*/ 2559050 w 2572231"/>
                    <a:gd name="connsiteY10" fmla="*/ 685800 h 688975"/>
                    <a:gd name="connsiteX11" fmla="*/ 2552700 w 2572231"/>
                    <a:gd name="connsiteY11" fmla="*/ 171450 h 688975"/>
                    <a:gd name="connsiteX12" fmla="*/ 2466975 w 2572231"/>
                    <a:gd name="connsiteY12" fmla="*/ 95250 h 688975"/>
                    <a:gd name="connsiteX13" fmla="*/ 511175 w 2572231"/>
                    <a:gd name="connsiteY13" fmla="*/ 184150 h 688975"/>
                    <a:gd name="connsiteX14" fmla="*/ 180975 w 2572231"/>
                    <a:gd name="connsiteY14" fmla="*/ 0 h 688975"/>
                    <a:gd name="connsiteX0" fmla="*/ 180975 w 2574798"/>
                    <a:gd name="connsiteY0" fmla="*/ 0 h 688975"/>
                    <a:gd name="connsiteX1" fmla="*/ 6350 w 2574798"/>
                    <a:gd name="connsiteY1" fmla="*/ 152400 h 688975"/>
                    <a:gd name="connsiteX2" fmla="*/ 9525 w 2574798"/>
                    <a:gd name="connsiteY2" fmla="*/ 241300 h 688975"/>
                    <a:gd name="connsiteX3" fmla="*/ 2454275 w 2574798"/>
                    <a:gd name="connsiteY3" fmla="*/ 234950 h 688975"/>
                    <a:gd name="connsiteX4" fmla="*/ 2454275 w 2574798"/>
                    <a:gd name="connsiteY4" fmla="*/ 552450 h 688975"/>
                    <a:gd name="connsiteX5" fmla="*/ 66675 w 2574798"/>
                    <a:gd name="connsiteY5" fmla="*/ 565150 h 688975"/>
                    <a:gd name="connsiteX6" fmla="*/ 88900 w 2574798"/>
                    <a:gd name="connsiteY6" fmla="*/ 568325 h 688975"/>
                    <a:gd name="connsiteX7" fmla="*/ 92075 w 2574798"/>
                    <a:gd name="connsiteY7" fmla="*/ 520700 h 688975"/>
                    <a:gd name="connsiteX8" fmla="*/ 0 w 2574798"/>
                    <a:gd name="connsiteY8" fmla="*/ 593725 h 688975"/>
                    <a:gd name="connsiteX9" fmla="*/ 6350 w 2574798"/>
                    <a:gd name="connsiteY9" fmla="*/ 688975 h 688975"/>
                    <a:gd name="connsiteX10" fmla="*/ 2562225 w 2574798"/>
                    <a:gd name="connsiteY10" fmla="*/ 666750 h 688975"/>
                    <a:gd name="connsiteX11" fmla="*/ 2552700 w 2574798"/>
                    <a:gd name="connsiteY11" fmla="*/ 171450 h 688975"/>
                    <a:gd name="connsiteX12" fmla="*/ 2466975 w 2574798"/>
                    <a:gd name="connsiteY12" fmla="*/ 95250 h 688975"/>
                    <a:gd name="connsiteX13" fmla="*/ 511175 w 2574798"/>
                    <a:gd name="connsiteY13" fmla="*/ 184150 h 688975"/>
                    <a:gd name="connsiteX14" fmla="*/ 180975 w 2574798"/>
                    <a:gd name="connsiteY14" fmla="*/ 0 h 688975"/>
                    <a:gd name="connsiteX0" fmla="*/ 180975 w 2574798"/>
                    <a:gd name="connsiteY0" fmla="*/ 0 h 688975"/>
                    <a:gd name="connsiteX1" fmla="*/ 6350 w 2574798"/>
                    <a:gd name="connsiteY1" fmla="*/ 152400 h 688975"/>
                    <a:gd name="connsiteX2" fmla="*/ 9525 w 2574798"/>
                    <a:gd name="connsiteY2" fmla="*/ 241300 h 688975"/>
                    <a:gd name="connsiteX3" fmla="*/ 2454275 w 2574798"/>
                    <a:gd name="connsiteY3" fmla="*/ 234950 h 688975"/>
                    <a:gd name="connsiteX4" fmla="*/ 2454275 w 2574798"/>
                    <a:gd name="connsiteY4" fmla="*/ 552450 h 688975"/>
                    <a:gd name="connsiteX5" fmla="*/ 66675 w 2574798"/>
                    <a:gd name="connsiteY5" fmla="*/ 565150 h 688975"/>
                    <a:gd name="connsiteX6" fmla="*/ 88900 w 2574798"/>
                    <a:gd name="connsiteY6" fmla="*/ 568325 h 688975"/>
                    <a:gd name="connsiteX7" fmla="*/ 92075 w 2574798"/>
                    <a:gd name="connsiteY7" fmla="*/ 520700 h 688975"/>
                    <a:gd name="connsiteX8" fmla="*/ 0 w 2574798"/>
                    <a:gd name="connsiteY8" fmla="*/ 593725 h 688975"/>
                    <a:gd name="connsiteX9" fmla="*/ 6350 w 2574798"/>
                    <a:gd name="connsiteY9" fmla="*/ 688975 h 688975"/>
                    <a:gd name="connsiteX10" fmla="*/ 2562225 w 2574798"/>
                    <a:gd name="connsiteY10" fmla="*/ 666750 h 688975"/>
                    <a:gd name="connsiteX11" fmla="*/ 2552700 w 2574798"/>
                    <a:gd name="connsiteY11" fmla="*/ 171450 h 688975"/>
                    <a:gd name="connsiteX12" fmla="*/ 2466975 w 2574798"/>
                    <a:gd name="connsiteY12" fmla="*/ 95250 h 688975"/>
                    <a:gd name="connsiteX13" fmla="*/ 511175 w 2574798"/>
                    <a:gd name="connsiteY13" fmla="*/ 184150 h 688975"/>
                    <a:gd name="connsiteX14" fmla="*/ 180975 w 2574798"/>
                    <a:gd name="connsiteY14" fmla="*/ 0 h 688975"/>
                    <a:gd name="connsiteX0" fmla="*/ 180975 w 2577418"/>
                    <a:gd name="connsiteY0" fmla="*/ 0 h 688975"/>
                    <a:gd name="connsiteX1" fmla="*/ 6350 w 2577418"/>
                    <a:gd name="connsiteY1" fmla="*/ 152400 h 688975"/>
                    <a:gd name="connsiteX2" fmla="*/ 9525 w 2577418"/>
                    <a:gd name="connsiteY2" fmla="*/ 241300 h 688975"/>
                    <a:gd name="connsiteX3" fmla="*/ 2454275 w 2577418"/>
                    <a:gd name="connsiteY3" fmla="*/ 234950 h 688975"/>
                    <a:gd name="connsiteX4" fmla="*/ 2454275 w 2577418"/>
                    <a:gd name="connsiteY4" fmla="*/ 552450 h 688975"/>
                    <a:gd name="connsiteX5" fmla="*/ 66675 w 2577418"/>
                    <a:gd name="connsiteY5" fmla="*/ 565150 h 688975"/>
                    <a:gd name="connsiteX6" fmla="*/ 88900 w 2577418"/>
                    <a:gd name="connsiteY6" fmla="*/ 568325 h 688975"/>
                    <a:gd name="connsiteX7" fmla="*/ 92075 w 2577418"/>
                    <a:gd name="connsiteY7" fmla="*/ 520700 h 688975"/>
                    <a:gd name="connsiteX8" fmla="*/ 0 w 2577418"/>
                    <a:gd name="connsiteY8" fmla="*/ 593725 h 688975"/>
                    <a:gd name="connsiteX9" fmla="*/ 6350 w 2577418"/>
                    <a:gd name="connsiteY9" fmla="*/ 688975 h 688975"/>
                    <a:gd name="connsiteX10" fmla="*/ 2565400 w 2577418"/>
                    <a:gd name="connsiteY10" fmla="*/ 688975 h 688975"/>
                    <a:gd name="connsiteX11" fmla="*/ 2552700 w 2577418"/>
                    <a:gd name="connsiteY11" fmla="*/ 171450 h 688975"/>
                    <a:gd name="connsiteX12" fmla="*/ 2466975 w 2577418"/>
                    <a:gd name="connsiteY12" fmla="*/ 95250 h 688975"/>
                    <a:gd name="connsiteX13" fmla="*/ 511175 w 2577418"/>
                    <a:gd name="connsiteY13" fmla="*/ 184150 h 688975"/>
                    <a:gd name="connsiteX14" fmla="*/ 180975 w 2577418"/>
                    <a:gd name="connsiteY14" fmla="*/ 0 h 688975"/>
                    <a:gd name="connsiteX0" fmla="*/ 180975 w 2577418"/>
                    <a:gd name="connsiteY0" fmla="*/ 0 h 688975"/>
                    <a:gd name="connsiteX1" fmla="*/ 6350 w 2577418"/>
                    <a:gd name="connsiteY1" fmla="*/ 152400 h 688975"/>
                    <a:gd name="connsiteX2" fmla="*/ 9525 w 2577418"/>
                    <a:gd name="connsiteY2" fmla="*/ 241300 h 688975"/>
                    <a:gd name="connsiteX3" fmla="*/ 2454275 w 2577418"/>
                    <a:gd name="connsiteY3" fmla="*/ 234950 h 688975"/>
                    <a:gd name="connsiteX4" fmla="*/ 2454275 w 2577418"/>
                    <a:gd name="connsiteY4" fmla="*/ 552450 h 688975"/>
                    <a:gd name="connsiteX5" fmla="*/ 66675 w 2577418"/>
                    <a:gd name="connsiteY5" fmla="*/ 565150 h 688975"/>
                    <a:gd name="connsiteX6" fmla="*/ 88900 w 2577418"/>
                    <a:gd name="connsiteY6" fmla="*/ 568325 h 688975"/>
                    <a:gd name="connsiteX7" fmla="*/ 92075 w 2577418"/>
                    <a:gd name="connsiteY7" fmla="*/ 520700 h 688975"/>
                    <a:gd name="connsiteX8" fmla="*/ 0 w 2577418"/>
                    <a:gd name="connsiteY8" fmla="*/ 593725 h 688975"/>
                    <a:gd name="connsiteX9" fmla="*/ 6350 w 2577418"/>
                    <a:gd name="connsiteY9" fmla="*/ 688975 h 688975"/>
                    <a:gd name="connsiteX10" fmla="*/ 2565400 w 2577418"/>
                    <a:gd name="connsiteY10" fmla="*/ 688975 h 688975"/>
                    <a:gd name="connsiteX11" fmla="*/ 2552700 w 2577418"/>
                    <a:gd name="connsiteY11" fmla="*/ 171450 h 688975"/>
                    <a:gd name="connsiteX12" fmla="*/ 2466975 w 2577418"/>
                    <a:gd name="connsiteY12" fmla="*/ 95250 h 688975"/>
                    <a:gd name="connsiteX13" fmla="*/ 511175 w 2577418"/>
                    <a:gd name="connsiteY13" fmla="*/ 184150 h 688975"/>
                    <a:gd name="connsiteX14" fmla="*/ 180975 w 2577418"/>
                    <a:gd name="connsiteY14" fmla="*/ 0 h 688975"/>
                    <a:gd name="connsiteX0" fmla="*/ 180975 w 2570812"/>
                    <a:gd name="connsiteY0" fmla="*/ 0 h 688975"/>
                    <a:gd name="connsiteX1" fmla="*/ 6350 w 2570812"/>
                    <a:gd name="connsiteY1" fmla="*/ 152400 h 688975"/>
                    <a:gd name="connsiteX2" fmla="*/ 9525 w 2570812"/>
                    <a:gd name="connsiteY2" fmla="*/ 241300 h 688975"/>
                    <a:gd name="connsiteX3" fmla="*/ 2454275 w 2570812"/>
                    <a:gd name="connsiteY3" fmla="*/ 234950 h 688975"/>
                    <a:gd name="connsiteX4" fmla="*/ 2454275 w 2570812"/>
                    <a:gd name="connsiteY4" fmla="*/ 552450 h 688975"/>
                    <a:gd name="connsiteX5" fmla="*/ 66675 w 2570812"/>
                    <a:gd name="connsiteY5" fmla="*/ 565150 h 688975"/>
                    <a:gd name="connsiteX6" fmla="*/ 88900 w 2570812"/>
                    <a:gd name="connsiteY6" fmla="*/ 568325 h 688975"/>
                    <a:gd name="connsiteX7" fmla="*/ 92075 w 2570812"/>
                    <a:gd name="connsiteY7" fmla="*/ 520700 h 688975"/>
                    <a:gd name="connsiteX8" fmla="*/ 0 w 2570812"/>
                    <a:gd name="connsiteY8" fmla="*/ 593725 h 688975"/>
                    <a:gd name="connsiteX9" fmla="*/ 6350 w 2570812"/>
                    <a:gd name="connsiteY9" fmla="*/ 688975 h 688975"/>
                    <a:gd name="connsiteX10" fmla="*/ 2565400 w 2570812"/>
                    <a:gd name="connsiteY10" fmla="*/ 688975 h 688975"/>
                    <a:gd name="connsiteX11" fmla="*/ 2552700 w 2570812"/>
                    <a:gd name="connsiteY11" fmla="*/ 171450 h 688975"/>
                    <a:gd name="connsiteX12" fmla="*/ 2466975 w 2570812"/>
                    <a:gd name="connsiteY12" fmla="*/ 95250 h 688975"/>
                    <a:gd name="connsiteX13" fmla="*/ 511175 w 2570812"/>
                    <a:gd name="connsiteY13" fmla="*/ 184150 h 688975"/>
                    <a:gd name="connsiteX14" fmla="*/ 180975 w 2570812"/>
                    <a:gd name="connsiteY14" fmla="*/ 0 h 688975"/>
                    <a:gd name="connsiteX0" fmla="*/ 180975 w 2570812"/>
                    <a:gd name="connsiteY0" fmla="*/ 0 h 688975"/>
                    <a:gd name="connsiteX1" fmla="*/ 6350 w 2570812"/>
                    <a:gd name="connsiteY1" fmla="*/ 152400 h 688975"/>
                    <a:gd name="connsiteX2" fmla="*/ 9525 w 2570812"/>
                    <a:gd name="connsiteY2" fmla="*/ 241300 h 688975"/>
                    <a:gd name="connsiteX3" fmla="*/ 2460625 w 2570812"/>
                    <a:gd name="connsiteY3" fmla="*/ 247650 h 688975"/>
                    <a:gd name="connsiteX4" fmla="*/ 2454275 w 2570812"/>
                    <a:gd name="connsiteY4" fmla="*/ 552450 h 688975"/>
                    <a:gd name="connsiteX5" fmla="*/ 66675 w 2570812"/>
                    <a:gd name="connsiteY5" fmla="*/ 565150 h 688975"/>
                    <a:gd name="connsiteX6" fmla="*/ 88900 w 2570812"/>
                    <a:gd name="connsiteY6" fmla="*/ 568325 h 688975"/>
                    <a:gd name="connsiteX7" fmla="*/ 92075 w 2570812"/>
                    <a:gd name="connsiteY7" fmla="*/ 520700 h 688975"/>
                    <a:gd name="connsiteX8" fmla="*/ 0 w 2570812"/>
                    <a:gd name="connsiteY8" fmla="*/ 593725 h 688975"/>
                    <a:gd name="connsiteX9" fmla="*/ 6350 w 2570812"/>
                    <a:gd name="connsiteY9" fmla="*/ 688975 h 688975"/>
                    <a:gd name="connsiteX10" fmla="*/ 2565400 w 2570812"/>
                    <a:gd name="connsiteY10" fmla="*/ 688975 h 688975"/>
                    <a:gd name="connsiteX11" fmla="*/ 2552700 w 2570812"/>
                    <a:gd name="connsiteY11" fmla="*/ 171450 h 688975"/>
                    <a:gd name="connsiteX12" fmla="*/ 2466975 w 2570812"/>
                    <a:gd name="connsiteY12" fmla="*/ 95250 h 688975"/>
                    <a:gd name="connsiteX13" fmla="*/ 511175 w 2570812"/>
                    <a:gd name="connsiteY13" fmla="*/ 184150 h 688975"/>
                    <a:gd name="connsiteX14" fmla="*/ 180975 w 2570812"/>
                    <a:gd name="connsiteY14" fmla="*/ 0 h 688975"/>
                    <a:gd name="connsiteX0" fmla="*/ 180975 w 2570812"/>
                    <a:gd name="connsiteY0" fmla="*/ 0 h 688975"/>
                    <a:gd name="connsiteX1" fmla="*/ 6350 w 2570812"/>
                    <a:gd name="connsiteY1" fmla="*/ 152400 h 688975"/>
                    <a:gd name="connsiteX2" fmla="*/ 9525 w 2570812"/>
                    <a:gd name="connsiteY2" fmla="*/ 241300 h 688975"/>
                    <a:gd name="connsiteX3" fmla="*/ 2460625 w 2570812"/>
                    <a:gd name="connsiteY3" fmla="*/ 247650 h 688975"/>
                    <a:gd name="connsiteX4" fmla="*/ 2457450 w 2570812"/>
                    <a:gd name="connsiteY4" fmla="*/ 561975 h 688975"/>
                    <a:gd name="connsiteX5" fmla="*/ 66675 w 2570812"/>
                    <a:gd name="connsiteY5" fmla="*/ 565150 h 688975"/>
                    <a:gd name="connsiteX6" fmla="*/ 88900 w 2570812"/>
                    <a:gd name="connsiteY6" fmla="*/ 568325 h 688975"/>
                    <a:gd name="connsiteX7" fmla="*/ 92075 w 2570812"/>
                    <a:gd name="connsiteY7" fmla="*/ 520700 h 688975"/>
                    <a:gd name="connsiteX8" fmla="*/ 0 w 2570812"/>
                    <a:gd name="connsiteY8" fmla="*/ 593725 h 688975"/>
                    <a:gd name="connsiteX9" fmla="*/ 6350 w 2570812"/>
                    <a:gd name="connsiteY9" fmla="*/ 688975 h 688975"/>
                    <a:gd name="connsiteX10" fmla="*/ 2565400 w 2570812"/>
                    <a:gd name="connsiteY10" fmla="*/ 688975 h 688975"/>
                    <a:gd name="connsiteX11" fmla="*/ 2552700 w 2570812"/>
                    <a:gd name="connsiteY11" fmla="*/ 171450 h 688975"/>
                    <a:gd name="connsiteX12" fmla="*/ 2466975 w 2570812"/>
                    <a:gd name="connsiteY12" fmla="*/ 95250 h 688975"/>
                    <a:gd name="connsiteX13" fmla="*/ 511175 w 2570812"/>
                    <a:gd name="connsiteY13" fmla="*/ 184150 h 688975"/>
                    <a:gd name="connsiteX14" fmla="*/ 180975 w 2570812"/>
                    <a:gd name="connsiteY14" fmla="*/ 0 h 688975"/>
                    <a:gd name="connsiteX0" fmla="*/ 180975 w 2570812"/>
                    <a:gd name="connsiteY0" fmla="*/ 0 h 688975"/>
                    <a:gd name="connsiteX1" fmla="*/ 6350 w 2570812"/>
                    <a:gd name="connsiteY1" fmla="*/ 152400 h 688975"/>
                    <a:gd name="connsiteX2" fmla="*/ 9525 w 2570812"/>
                    <a:gd name="connsiteY2" fmla="*/ 241300 h 688975"/>
                    <a:gd name="connsiteX3" fmla="*/ 2460625 w 2570812"/>
                    <a:gd name="connsiteY3" fmla="*/ 247650 h 688975"/>
                    <a:gd name="connsiteX4" fmla="*/ 2457450 w 2570812"/>
                    <a:gd name="connsiteY4" fmla="*/ 561975 h 688975"/>
                    <a:gd name="connsiteX5" fmla="*/ 66675 w 2570812"/>
                    <a:gd name="connsiteY5" fmla="*/ 565150 h 688975"/>
                    <a:gd name="connsiteX6" fmla="*/ 88900 w 2570812"/>
                    <a:gd name="connsiteY6" fmla="*/ 568325 h 688975"/>
                    <a:gd name="connsiteX7" fmla="*/ 92075 w 2570812"/>
                    <a:gd name="connsiteY7" fmla="*/ 520700 h 688975"/>
                    <a:gd name="connsiteX8" fmla="*/ 0 w 2570812"/>
                    <a:gd name="connsiteY8" fmla="*/ 593725 h 688975"/>
                    <a:gd name="connsiteX9" fmla="*/ 6350 w 2570812"/>
                    <a:gd name="connsiteY9" fmla="*/ 688975 h 688975"/>
                    <a:gd name="connsiteX10" fmla="*/ 2565400 w 2570812"/>
                    <a:gd name="connsiteY10" fmla="*/ 688975 h 688975"/>
                    <a:gd name="connsiteX11" fmla="*/ 2552700 w 2570812"/>
                    <a:gd name="connsiteY11" fmla="*/ 171450 h 688975"/>
                    <a:gd name="connsiteX12" fmla="*/ 2466975 w 2570812"/>
                    <a:gd name="connsiteY12" fmla="*/ 95250 h 688975"/>
                    <a:gd name="connsiteX13" fmla="*/ 485775 w 2570812"/>
                    <a:gd name="connsiteY13" fmla="*/ 171450 h 688975"/>
                    <a:gd name="connsiteX14" fmla="*/ 180975 w 2570812"/>
                    <a:gd name="connsiteY14" fmla="*/ 0 h 688975"/>
                    <a:gd name="connsiteX0" fmla="*/ 180975 w 2570812"/>
                    <a:gd name="connsiteY0" fmla="*/ 0 h 688975"/>
                    <a:gd name="connsiteX1" fmla="*/ 6350 w 2570812"/>
                    <a:gd name="connsiteY1" fmla="*/ 152400 h 688975"/>
                    <a:gd name="connsiteX2" fmla="*/ 9525 w 2570812"/>
                    <a:gd name="connsiteY2" fmla="*/ 241300 h 688975"/>
                    <a:gd name="connsiteX3" fmla="*/ 2460625 w 2570812"/>
                    <a:gd name="connsiteY3" fmla="*/ 247650 h 688975"/>
                    <a:gd name="connsiteX4" fmla="*/ 2457450 w 2570812"/>
                    <a:gd name="connsiteY4" fmla="*/ 561975 h 688975"/>
                    <a:gd name="connsiteX5" fmla="*/ 66675 w 2570812"/>
                    <a:gd name="connsiteY5" fmla="*/ 565150 h 688975"/>
                    <a:gd name="connsiteX6" fmla="*/ 88900 w 2570812"/>
                    <a:gd name="connsiteY6" fmla="*/ 568325 h 688975"/>
                    <a:gd name="connsiteX7" fmla="*/ 92075 w 2570812"/>
                    <a:gd name="connsiteY7" fmla="*/ 520700 h 688975"/>
                    <a:gd name="connsiteX8" fmla="*/ 0 w 2570812"/>
                    <a:gd name="connsiteY8" fmla="*/ 593725 h 688975"/>
                    <a:gd name="connsiteX9" fmla="*/ 6350 w 2570812"/>
                    <a:gd name="connsiteY9" fmla="*/ 688975 h 688975"/>
                    <a:gd name="connsiteX10" fmla="*/ 2565400 w 2570812"/>
                    <a:gd name="connsiteY10" fmla="*/ 688975 h 688975"/>
                    <a:gd name="connsiteX11" fmla="*/ 2552700 w 2570812"/>
                    <a:gd name="connsiteY11" fmla="*/ 171450 h 688975"/>
                    <a:gd name="connsiteX12" fmla="*/ 2466975 w 2570812"/>
                    <a:gd name="connsiteY12" fmla="*/ 95250 h 688975"/>
                    <a:gd name="connsiteX13" fmla="*/ 180975 w 2570812"/>
                    <a:gd name="connsiteY13" fmla="*/ 0 h 688975"/>
                    <a:gd name="connsiteX0" fmla="*/ 180975 w 2570812"/>
                    <a:gd name="connsiteY0" fmla="*/ 31750 h 720725"/>
                    <a:gd name="connsiteX1" fmla="*/ 6350 w 2570812"/>
                    <a:gd name="connsiteY1" fmla="*/ 184150 h 720725"/>
                    <a:gd name="connsiteX2" fmla="*/ 9525 w 2570812"/>
                    <a:gd name="connsiteY2" fmla="*/ 273050 h 720725"/>
                    <a:gd name="connsiteX3" fmla="*/ 2460625 w 2570812"/>
                    <a:gd name="connsiteY3" fmla="*/ 279400 h 720725"/>
                    <a:gd name="connsiteX4" fmla="*/ 2457450 w 2570812"/>
                    <a:gd name="connsiteY4" fmla="*/ 593725 h 720725"/>
                    <a:gd name="connsiteX5" fmla="*/ 66675 w 2570812"/>
                    <a:gd name="connsiteY5" fmla="*/ 596900 h 720725"/>
                    <a:gd name="connsiteX6" fmla="*/ 88900 w 2570812"/>
                    <a:gd name="connsiteY6" fmla="*/ 600075 h 720725"/>
                    <a:gd name="connsiteX7" fmla="*/ 92075 w 2570812"/>
                    <a:gd name="connsiteY7" fmla="*/ 552450 h 720725"/>
                    <a:gd name="connsiteX8" fmla="*/ 0 w 2570812"/>
                    <a:gd name="connsiteY8" fmla="*/ 625475 h 720725"/>
                    <a:gd name="connsiteX9" fmla="*/ 6350 w 2570812"/>
                    <a:gd name="connsiteY9" fmla="*/ 720725 h 720725"/>
                    <a:gd name="connsiteX10" fmla="*/ 2565400 w 2570812"/>
                    <a:gd name="connsiteY10" fmla="*/ 720725 h 720725"/>
                    <a:gd name="connsiteX11" fmla="*/ 2552700 w 2570812"/>
                    <a:gd name="connsiteY11" fmla="*/ 203200 h 720725"/>
                    <a:gd name="connsiteX12" fmla="*/ 2336800 w 2570812"/>
                    <a:gd name="connsiteY12" fmla="*/ 0 h 720725"/>
                    <a:gd name="connsiteX13" fmla="*/ 180975 w 2570812"/>
                    <a:gd name="connsiteY13" fmla="*/ 31750 h 720725"/>
                    <a:gd name="connsiteX0" fmla="*/ 180975 w 2570812"/>
                    <a:gd name="connsiteY0" fmla="*/ 0 h 688975"/>
                    <a:gd name="connsiteX1" fmla="*/ 6350 w 2570812"/>
                    <a:gd name="connsiteY1" fmla="*/ 152400 h 688975"/>
                    <a:gd name="connsiteX2" fmla="*/ 9525 w 2570812"/>
                    <a:gd name="connsiteY2" fmla="*/ 241300 h 688975"/>
                    <a:gd name="connsiteX3" fmla="*/ 2460625 w 2570812"/>
                    <a:gd name="connsiteY3" fmla="*/ 247650 h 688975"/>
                    <a:gd name="connsiteX4" fmla="*/ 2457450 w 2570812"/>
                    <a:gd name="connsiteY4" fmla="*/ 561975 h 688975"/>
                    <a:gd name="connsiteX5" fmla="*/ 66675 w 2570812"/>
                    <a:gd name="connsiteY5" fmla="*/ 565150 h 688975"/>
                    <a:gd name="connsiteX6" fmla="*/ 88900 w 2570812"/>
                    <a:gd name="connsiteY6" fmla="*/ 568325 h 688975"/>
                    <a:gd name="connsiteX7" fmla="*/ 92075 w 2570812"/>
                    <a:gd name="connsiteY7" fmla="*/ 520700 h 688975"/>
                    <a:gd name="connsiteX8" fmla="*/ 0 w 2570812"/>
                    <a:gd name="connsiteY8" fmla="*/ 593725 h 688975"/>
                    <a:gd name="connsiteX9" fmla="*/ 6350 w 2570812"/>
                    <a:gd name="connsiteY9" fmla="*/ 688975 h 688975"/>
                    <a:gd name="connsiteX10" fmla="*/ 2565400 w 2570812"/>
                    <a:gd name="connsiteY10" fmla="*/ 688975 h 688975"/>
                    <a:gd name="connsiteX11" fmla="*/ 2552700 w 2570812"/>
                    <a:gd name="connsiteY11" fmla="*/ 171450 h 688975"/>
                    <a:gd name="connsiteX12" fmla="*/ 2352675 w 2570812"/>
                    <a:gd name="connsiteY12" fmla="*/ 19050 h 688975"/>
                    <a:gd name="connsiteX13" fmla="*/ 180975 w 2570812"/>
                    <a:gd name="connsiteY13" fmla="*/ 0 h 688975"/>
                    <a:gd name="connsiteX0" fmla="*/ 225425 w 2570812"/>
                    <a:gd name="connsiteY0" fmla="*/ 0 h 714375"/>
                    <a:gd name="connsiteX1" fmla="*/ 6350 w 2570812"/>
                    <a:gd name="connsiteY1" fmla="*/ 177800 h 714375"/>
                    <a:gd name="connsiteX2" fmla="*/ 9525 w 2570812"/>
                    <a:gd name="connsiteY2" fmla="*/ 266700 h 714375"/>
                    <a:gd name="connsiteX3" fmla="*/ 2460625 w 2570812"/>
                    <a:gd name="connsiteY3" fmla="*/ 273050 h 714375"/>
                    <a:gd name="connsiteX4" fmla="*/ 2457450 w 2570812"/>
                    <a:gd name="connsiteY4" fmla="*/ 587375 h 714375"/>
                    <a:gd name="connsiteX5" fmla="*/ 66675 w 2570812"/>
                    <a:gd name="connsiteY5" fmla="*/ 590550 h 714375"/>
                    <a:gd name="connsiteX6" fmla="*/ 88900 w 2570812"/>
                    <a:gd name="connsiteY6" fmla="*/ 593725 h 714375"/>
                    <a:gd name="connsiteX7" fmla="*/ 92075 w 2570812"/>
                    <a:gd name="connsiteY7" fmla="*/ 546100 h 714375"/>
                    <a:gd name="connsiteX8" fmla="*/ 0 w 2570812"/>
                    <a:gd name="connsiteY8" fmla="*/ 619125 h 714375"/>
                    <a:gd name="connsiteX9" fmla="*/ 6350 w 2570812"/>
                    <a:gd name="connsiteY9" fmla="*/ 714375 h 714375"/>
                    <a:gd name="connsiteX10" fmla="*/ 2565400 w 2570812"/>
                    <a:gd name="connsiteY10" fmla="*/ 714375 h 714375"/>
                    <a:gd name="connsiteX11" fmla="*/ 2552700 w 2570812"/>
                    <a:gd name="connsiteY11" fmla="*/ 196850 h 714375"/>
                    <a:gd name="connsiteX12" fmla="*/ 2352675 w 2570812"/>
                    <a:gd name="connsiteY12" fmla="*/ 44450 h 714375"/>
                    <a:gd name="connsiteX13" fmla="*/ 225425 w 2570812"/>
                    <a:gd name="connsiteY13" fmla="*/ 0 h 714375"/>
                    <a:gd name="connsiteX0" fmla="*/ 225425 w 2570812"/>
                    <a:gd name="connsiteY0" fmla="*/ 0 h 714375"/>
                    <a:gd name="connsiteX1" fmla="*/ 6350 w 2570812"/>
                    <a:gd name="connsiteY1" fmla="*/ 177800 h 714375"/>
                    <a:gd name="connsiteX2" fmla="*/ 9525 w 2570812"/>
                    <a:gd name="connsiteY2" fmla="*/ 266700 h 714375"/>
                    <a:gd name="connsiteX3" fmla="*/ 2460625 w 2570812"/>
                    <a:gd name="connsiteY3" fmla="*/ 273050 h 714375"/>
                    <a:gd name="connsiteX4" fmla="*/ 2457450 w 2570812"/>
                    <a:gd name="connsiteY4" fmla="*/ 587375 h 714375"/>
                    <a:gd name="connsiteX5" fmla="*/ 66675 w 2570812"/>
                    <a:gd name="connsiteY5" fmla="*/ 590550 h 714375"/>
                    <a:gd name="connsiteX6" fmla="*/ 88900 w 2570812"/>
                    <a:gd name="connsiteY6" fmla="*/ 593725 h 714375"/>
                    <a:gd name="connsiteX7" fmla="*/ 92075 w 2570812"/>
                    <a:gd name="connsiteY7" fmla="*/ 546100 h 714375"/>
                    <a:gd name="connsiteX8" fmla="*/ 0 w 2570812"/>
                    <a:gd name="connsiteY8" fmla="*/ 619125 h 714375"/>
                    <a:gd name="connsiteX9" fmla="*/ 6350 w 2570812"/>
                    <a:gd name="connsiteY9" fmla="*/ 714375 h 714375"/>
                    <a:gd name="connsiteX10" fmla="*/ 2565400 w 2570812"/>
                    <a:gd name="connsiteY10" fmla="*/ 714375 h 714375"/>
                    <a:gd name="connsiteX11" fmla="*/ 2552700 w 2570812"/>
                    <a:gd name="connsiteY11" fmla="*/ 196850 h 714375"/>
                    <a:gd name="connsiteX12" fmla="*/ 2308225 w 2570812"/>
                    <a:gd name="connsiteY12" fmla="*/ 12700 h 714375"/>
                    <a:gd name="connsiteX13" fmla="*/ 225425 w 2570812"/>
                    <a:gd name="connsiteY13" fmla="*/ 0 h 714375"/>
                    <a:gd name="connsiteX0" fmla="*/ 225425 w 2570812"/>
                    <a:gd name="connsiteY0" fmla="*/ 0 h 714375"/>
                    <a:gd name="connsiteX1" fmla="*/ 6350 w 2570812"/>
                    <a:gd name="connsiteY1" fmla="*/ 177800 h 714375"/>
                    <a:gd name="connsiteX2" fmla="*/ 9525 w 2570812"/>
                    <a:gd name="connsiteY2" fmla="*/ 266700 h 714375"/>
                    <a:gd name="connsiteX3" fmla="*/ 2460625 w 2570812"/>
                    <a:gd name="connsiteY3" fmla="*/ 273050 h 714375"/>
                    <a:gd name="connsiteX4" fmla="*/ 2457450 w 2570812"/>
                    <a:gd name="connsiteY4" fmla="*/ 587375 h 714375"/>
                    <a:gd name="connsiteX5" fmla="*/ 66675 w 2570812"/>
                    <a:gd name="connsiteY5" fmla="*/ 590550 h 714375"/>
                    <a:gd name="connsiteX6" fmla="*/ 88900 w 2570812"/>
                    <a:gd name="connsiteY6" fmla="*/ 593725 h 714375"/>
                    <a:gd name="connsiteX7" fmla="*/ 92075 w 2570812"/>
                    <a:gd name="connsiteY7" fmla="*/ 546100 h 714375"/>
                    <a:gd name="connsiteX8" fmla="*/ 0 w 2570812"/>
                    <a:gd name="connsiteY8" fmla="*/ 619125 h 714375"/>
                    <a:gd name="connsiteX9" fmla="*/ 6350 w 2570812"/>
                    <a:gd name="connsiteY9" fmla="*/ 714375 h 714375"/>
                    <a:gd name="connsiteX10" fmla="*/ 2565400 w 2570812"/>
                    <a:gd name="connsiteY10" fmla="*/ 714375 h 714375"/>
                    <a:gd name="connsiteX11" fmla="*/ 2552700 w 2570812"/>
                    <a:gd name="connsiteY11" fmla="*/ 196850 h 714375"/>
                    <a:gd name="connsiteX12" fmla="*/ 2295525 w 2570812"/>
                    <a:gd name="connsiteY12" fmla="*/ 0 h 714375"/>
                    <a:gd name="connsiteX13" fmla="*/ 225425 w 2570812"/>
                    <a:gd name="connsiteY13" fmla="*/ 0 h 714375"/>
                    <a:gd name="connsiteX0" fmla="*/ 225425 w 2570812"/>
                    <a:gd name="connsiteY0" fmla="*/ 0 h 714375"/>
                    <a:gd name="connsiteX1" fmla="*/ 6350 w 2570812"/>
                    <a:gd name="connsiteY1" fmla="*/ 177800 h 714375"/>
                    <a:gd name="connsiteX2" fmla="*/ 9525 w 2570812"/>
                    <a:gd name="connsiteY2" fmla="*/ 266700 h 714375"/>
                    <a:gd name="connsiteX3" fmla="*/ 2460625 w 2570812"/>
                    <a:gd name="connsiteY3" fmla="*/ 273050 h 714375"/>
                    <a:gd name="connsiteX4" fmla="*/ 2457450 w 2570812"/>
                    <a:gd name="connsiteY4" fmla="*/ 587375 h 714375"/>
                    <a:gd name="connsiteX5" fmla="*/ 66675 w 2570812"/>
                    <a:gd name="connsiteY5" fmla="*/ 590550 h 714375"/>
                    <a:gd name="connsiteX6" fmla="*/ 88900 w 2570812"/>
                    <a:gd name="connsiteY6" fmla="*/ 593725 h 714375"/>
                    <a:gd name="connsiteX7" fmla="*/ 92075 w 2570812"/>
                    <a:gd name="connsiteY7" fmla="*/ 546100 h 714375"/>
                    <a:gd name="connsiteX8" fmla="*/ 0 w 2570812"/>
                    <a:gd name="connsiteY8" fmla="*/ 619125 h 714375"/>
                    <a:gd name="connsiteX9" fmla="*/ 6350 w 2570812"/>
                    <a:gd name="connsiteY9" fmla="*/ 714375 h 714375"/>
                    <a:gd name="connsiteX10" fmla="*/ 2565400 w 2570812"/>
                    <a:gd name="connsiteY10" fmla="*/ 714375 h 714375"/>
                    <a:gd name="connsiteX11" fmla="*/ 2552700 w 2570812"/>
                    <a:gd name="connsiteY11" fmla="*/ 196850 h 714375"/>
                    <a:gd name="connsiteX12" fmla="*/ 2295525 w 2570812"/>
                    <a:gd name="connsiteY12" fmla="*/ 0 h 714375"/>
                    <a:gd name="connsiteX13" fmla="*/ 225425 w 2570812"/>
                    <a:gd name="connsiteY13" fmla="*/ 0 h 714375"/>
                    <a:gd name="connsiteX0" fmla="*/ 225425 w 2578868"/>
                    <a:gd name="connsiteY0" fmla="*/ 0 h 714375"/>
                    <a:gd name="connsiteX1" fmla="*/ 6350 w 2578868"/>
                    <a:gd name="connsiteY1" fmla="*/ 177800 h 714375"/>
                    <a:gd name="connsiteX2" fmla="*/ 9525 w 2578868"/>
                    <a:gd name="connsiteY2" fmla="*/ 266700 h 714375"/>
                    <a:gd name="connsiteX3" fmla="*/ 2460625 w 2578868"/>
                    <a:gd name="connsiteY3" fmla="*/ 273050 h 714375"/>
                    <a:gd name="connsiteX4" fmla="*/ 2457450 w 2578868"/>
                    <a:gd name="connsiteY4" fmla="*/ 587375 h 714375"/>
                    <a:gd name="connsiteX5" fmla="*/ 66675 w 2578868"/>
                    <a:gd name="connsiteY5" fmla="*/ 590550 h 714375"/>
                    <a:gd name="connsiteX6" fmla="*/ 88900 w 2578868"/>
                    <a:gd name="connsiteY6" fmla="*/ 593725 h 714375"/>
                    <a:gd name="connsiteX7" fmla="*/ 92075 w 2578868"/>
                    <a:gd name="connsiteY7" fmla="*/ 546100 h 714375"/>
                    <a:gd name="connsiteX8" fmla="*/ 0 w 2578868"/>
                    <a:gd name="connsiteY8" fmla="*/ 619125 h 714375"/>
                    <a:gd name="connsiteX9" fmla="*/ 6350 w 2578868"/>
                    <a:gd name="connsiteY9" fmla="*/ 714375 h 714375"/>
                    <a:gd name="connsiteX10" fmla="*/ 2565400 w 2578868"/>
                    <a:gd name="connsiteY10" fmla="*/ 714375 h 714375"/>
                    <a:gd name="connsiteX11" fmla="*/ 2578868 w 2578868"/>
                    <a:gd name="connsiteY11" fmla="*/ 202083 h 714375"/>
                    <a:gd name="connsiteX12" fmla="*/ 2295525 w 2578868"/>
                    <a:gd name="connsiteY12" fmla="*/ 0 h 714375"/>
                    <a:gd name="connsiteX13" fmla="*/ 225425 w 2578868"/>
                    <a:gd name="connsiteY13" fmla="*/ 0 h 714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578868" h="714375">
                      <a:moveTo>
                        <a:pt x="225425" y="0"/>
                      </a:moveTo>
                      <a:lnTo>
                        <a:pt x="6350" y="177800"/>
                      </a:lnTo>
                      <a:lnTo>
                        <a:pt x="9525" y="266700"/>
                      </a:lnTo>
                      <a:lnTo>
                        <a:pt x="2460625" y="273050"/>
                      </a:lnTo>
                      <a:cubicBezTo>
                        <a:pt x="2459567" y="377825"/>
                        <a:pt x="2458508" y="482600"/>
                        <a:pt x="2457450" y="587375"/>
                      </a:cubicBezTo>
                      <a:lnTo>
                        <a:pt x="66675" y="590550"/>
                      </a:lnTo>
                      <a:cubicBezTo>
                        <a:pt x="69850" y="588433"/>
                        <a:pt x="85725" y="595842"/>
                        <a:pt x="88900" y="593725"/>
                      </a:cubicBezTo>
                      <a:lnTo>
                        <a:pt x="92075" y="546100"/>
                      </a:lnTo>
                      <a:lnTo>
                        <a:pt x="0" y="619125"/>
                      </a:lnTo>
                      <a:lnTo>
                        <a:pt x="6350" y="714375"/>
                      </a:lnTo>
                      <a:lnTo>
                        <a:pt x="2565400" y="714375"/>
                      </a:lnTo>
                      <a:cubicBezTo>
                        <a:pt x="2583392" y="672042"/>
                        <a:pt x="2576751" y="377766"/>
                        <a:pt x="2578868" y="202083"/>
                      </a:cubicBezTo>
                      <a:cubicBezTo>
                        <a:pt x="2493143" y="120591"/>
                        <a:pt x="2381250" y="65617"/>
                        <a:pt x="2295525" y="0"/>
                      </a:cubicBezTo>
                      <a:lnTo>
                        <a:pt x="225425" y="0"/>
                      </a:lnTo>
                      <a:close/>
                    </a:path>
                  </a:pathLst>
                </a:custGeom>
                <a:solidFill>
                  <a:srgbClr val="8CBABE"/>
                </a:solidFill>
                <a:ln w="12700" cap="flat" cmpd="sng" algn="ctr">
                  <a:noFill/>
                  <a:prstDash val="solid"/>
                  <a:miter lim="800000"/>
                </a:ln>
                <a:effectLst>
                  <a:outerShdw blurRad="50800" dist="38100" dir="8100000" algn="tr"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2701" b="0" i="0" u="none" strike="noStrike" kern="0" cap="none" spc="0" normalizeH="0" baseline="0" noProof="0" dirty="0">
                    <a:ln>
                      <a:noFill/>
                    </a:ln>
                    <a:solidFill>
                      <a:prstClr val="white"/>
                    </a:solidFill>
                    <a:effectLst/>
                    <a:uLnTx/>
                    <a:uFillTx/>
                    <a:latin typeface="Arial"/>
                    <a:cs typeface="+mn-cs"/>
                  </a:endParaRPr>
                </a:p>
              </p:txBody>
            </p:sp>
            <p:sp>
              <p:nvSpPr>
                <p:cNvPr id="101" name="Rectangle 22">
                  <a:extLst>
                    <a:ext uri="{FF2B5EF4-FFF2-40B4-BE49-F238E27FC236}">
                      <a16:creationId xmlns:a16="http://schemas.microsoft.com/office/drawing/2014/main" id="{090053FD-8254-1E99-27E8-7364A3F51331}"/>
                    </a:ext>
                  </a:extLst>
                </p:cNvPr>
                <p:cNvSpPr/>
                <p:nvPr/>
              </p:nvSpPr>
              <p:spPr>
                <a:xfrm>
                  <a:off x="3707904" y="3762375"/>
                  <a:ext cx="2376264" cy="321543"/>
                </a:xfrm>
                <a:custGeom>
                  <a:avLst/>
                  <a:gdLst>
                    <a:gd name="connsiteX0" fmla="*/ 0 w 2376264"/>
                    <a:gd name="connsiteY0" fmla="*/ 0 h 321543"/>
                    <a:gd name="connsiteX1" fmla="*/ 2376264 w 2376264"/>
                    <a:gd name="connsiteY1" fmla="*/ 0 h 321543"/>
                    <a:gd name="connsiteX2" fmla="*/ 2376264 w 2376264"/>
                    <a:gd name="connsiteY2" fmla="*/ 321543 h 321543"/>
                    <a:gd name="connsiteX3" fmla="*/ 0 w 2376264"/>
                    <a:gd name="connsiteY3" fmla="*/ 321543 h 321543"/>
                    <a:gd name="connsiteX4" fmla="*/ 0 w 2376264"/>
                    <a:gd name="connsiteY4" fmla="*/ 0 h 321543"/>
                    <a:gd name="connsiteX0" fmla="*/ 0 w 2376264"/>
                    <a:gd name="connsiteY0" fmla="*/ 0 h 321543"/>
                    <a:gd name="connsiteX1" fmla="*/ 2376264 w 2376264"/>
                    <a:gd name="connsiteY1" fmla="*/ 0 h 321543"/>
                    <a:gd name="connsiteX2" fmla="*/ 2376264 w 2376264"/>
                    <a:gd name="connsiteY2" fmla="*/ 321543 h 321543"/>
                    <a:gd name="connsiteX3" fmla="*/ 0 w 2376264"/>
                    <a:gd name="connsiteY3" fmla="*/ 321543 h 321543"/>
                    <a:gd name="connsiteX4" fmla="*/ 0 w 2376264"/>
                    <a:gd name="connsiteY4" fmla="*/ 0 h 321543"/>
                    <a:gd name="connsiteX0" fmla="*/ 0 w 2376264"/>
                    <a:gd name="connsiteY0" fmla="*/ 0 h 321543"/>
                    <a:gd name="connsiteX1" fmla="*/ 2376264 w 2376264"/>
                    <a:gd name="connsiteY1" fmla="*/ 0 h 321543"/>
                    <a:gd name="connsiteX2" fmla="*/ 2376264 w 2376264"/>
                    <a:gd name="connsiteY2" fmla="*/ 321543 h 321543"/>
                    <a:gd name="connsiteX3" fmla="*/ 0 w 2376264"/>
                    <a:gd name="connsiteY3" fmla="*/ 321543 h 321543"/>
                    <a:gd name="connsiteX4" fmla="*/ 0 w 2376264"/>
                    <a:gd name="connsiteY4" fmla="*/ 0 h 321543"/>
                    <a:gd name="connsiteX0" fmla="*/ 0 w 2376264"/>
                    <a:gd name="connsiteY0" fmla="*/ 0 h 321543"/>
                    <a:gd name="connsiteX1" fmla="*/ 2376264 w 2376264"/>
                    <a:gd name="connsiteY1" fmla="*/ 0 h 321543"/>
                    <a:gd name="connsiteX2" fmla="*/ 2376264 w 2376264"/>
                    <a:gd name="connsiteY2" fmla="*/ 321543 h 321543"/>
                    <a:gd name="connsiteX3" fmla="*/ 0 w 2376264"/>
                    <a:gd name="connsiteY3" fmla="*/ 321543 h 321543"/>
                    <a:gd name="connsiteX4" fmla="*/ 0 w 2376264"/>
                    <a:gd name="connsiteY4" fmla="*/ 0 h 3215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6264" h="321543">
                      <a:moveTo>
                        <a:pt x="0" y="0"/>
                      </a:moveTo>
                      <a:lnTo>
                        <a:pt x="2376264" y="0"/>
                      </a:lnTo>
                      <a:lnTo>
                        <a:pt x="2376264" y="321543"/>
                      </a:lnTo>
                      <a:lnTo>
                        <a:pt x="0" y="321543"/>
                      </a:lnTo>
                      <a:cubicBezTo>
                        <a:pt x="34925" y="258812"/>
                        <a:pt x="50800" y="110356"/>
                        <a:pt x="0" y="0"/>
                      </a:cubicBezTo>
                      <a:close/>
                    </a:path>
                  </a:pathLst>
                </a:custGeom>
                <a:solidFill>
                  <a:sysClr val="window" lastClr="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2701" b="0" i="0" u="none" strike="noStrike" kern="0" cap="none" spc="0" normalizeH="0" baseline="0" noProof="0" dirty="0">
                    <a:ln>
                      <a:noFill/>
                    </a:ln>
                    <a:solidFill>
                      <a:prstClr val="white"/>
                    </a:solidFill>
                    <a:effectLst/>
                    <a:uLnTx/>
                    <a:uFillTx/>
                    <a:latin typeface="Arial"/>
                    <a:cs typeface="+mn-cs"/>
                  </a:endParaRPr>
                </a:p>
              </p:txBody>
            </p:sp>
          </p:grpSp>
          <p:grpSp>
            <p:nvGrpSpPr>
              <p:cNvPr id="97" name="Group 128">
                <a:extLst>
                  <a:ext uri="{FF2B5EF4-FFF2-40B4-BE49-F238E27FC236}">
                    <a16:creationId xmlns:a16="http://schemas.microsoft.com/office/drawing/2014/main" id="{11293A90-2354-E6F3-B4A4-363F0549352A}"/>
                  </a:ext>
                </a:extLst>
              </p:cNvPr>
              <p:cNvGrpSpPr/>
              <p:nvPr/>
            </p:nvGrpSpPr>
            <p:grpSpPr>
              <a:xfrm rot="16200000">
                <a:off x="8948200" y="2632612"/>
                <a:ext cx="2581564" cy="550977"/>
                <a:chOff x="3644106" y="3130550"/>
                <a:chExt cx="2603340" cy="555625"/>
              </a:xfrm>
              <a:effectLst/>
            </p:grpSpPr>
            <p:sp>
              <p:nvSpPr>
                <p:cNvPr id="98" name="Freeform 27">
                  <a:extLst>
                    <a:ext uri="{FF2B5EF4-FFF2-40B4-BE49-F238E27FC236}">
                      <a16:creationId xmlns:a16="http://schemas.microsoft.com/office/drawing/2014/main" id="{70430755-E995-DBE8-FF1F-5A0BB755E837}"/>
                    </a:ext>
                  </a:extLst>
                </p:cNvPr>
                <p:cNvSpPr/>
                <p:nvPr/>
              </p:nvSpPr>
              <p:spPr>
                <a:xfrm>
                  <a:off x="3644106" y="3130550"/>
                  <a:ext cx="2603340" cy="555625"/>
                </a:xfrm>
                <a:custGeom>
                  <a:avLst/>
                  <a:gdLst>
                    <a:gd name="connsiteX0" fmla="*/ 47625 w 2552700"/>
                    <a:gd name="connsiteY0" fmla="*/ 374650 h 685800"/>
                    <a:gd name="connsiteX1" fmla="*/ 0 w 2552700"/>
                    <a:gd name="connsiteY1" fmla="*/ 422275 h 685800"/>
                    <a:gd name="connsiteX2" fmla="*/ 447675 w 2552700"/>
                    <a:gd name="connsiteY2" fmla="*/ 685800 h 685800"/>
                    <a:gd name="connsiteX3" fmla="*/ 2549525 w 2552700"/>
                    <a:gd name="connsiteY3" fmla="*/ 615950 h 685800"/>
                    <a:gd name="connsiteX4" fmla="*/ 2552700 w 2552700"/>
                    <a:gd name="connsiteY4" fmla="*/ 273050 h 685800"/>
                    <a:gd name="connsiteX5" fmla="*/ 1384300 w 2552700"/>
                    <a:gd name="connsiteY5" fmla="*/ 0 h 685800"/>
                    <a:gd name="connsiteX6" fmla="*/ 6350 w 2552700"/>
                    <a:gd name="connsiteY6" fmla="*/ 168275 h 685800"/>
                    <a:gd name="connsiteX7" fmla="*/ 3175 w 2552700"/>
                    <a:gd name="connsiteY7" fmla="*/ 206375 h 685800"/>
                    <a:gd name="connsiteX8" fmla="*/ 463550 w 2552700"/>
                    <a:gd name="connsiteY8" fmla="*/ 374650 h 685800"/>
                    <a:gd name="connsiteX9" fmla="*/ 2520950 w 2552700"/>
                    <a:gd name="connsiteY9" fmla="*/ 333375 h 685800"/>
                    <a:gd name="connsiteX10" fmla="*/ 2501900 w 2552700"/>
                    <a:gd name="connsiteY10" fmla="*/ 549275 h 685800"/>
                    <a:gd name="connsiteX11" fmla="*/ 473075 w 2552700"/>
                    <a:gd name="connsiteY11" fmla="*/ 622300 h 685800"/>
                    <a:gd name="connsiteX12" fmla="*/ 47625 w 2552700"/>
                    <a:gd name="connsiteY12" fmla="*/ 374650 h 685800"/>
                    <a:gd name="connsiteX0" fmla="*/ 47625 w 2552700"/>
                    <a:gd name="connsiteY0" fmla="*/ 263525 h 574675"/>
                    <a:gd name="connsiteX1" fmla="*/ 0 w 2552700"/>
                    <a:gd name="connsiteY1" fmla="*/ 311150 h 574675"/>
                    <a:gd name="connsiteX2" fmla="*/ 447675 w 2552700"/>
                    <a:gd name="connsiteY2" fmla="*/ 574675 h 574675"/>
                    <a:gd name="connsiteX3" fmla="*/ 2549525 w 2552700"/>
                    <a:gd name="connsiteY3" fmla="*/ 504825 h 574675"/>
                    <a:gd name="connsiteX4" fmla="*/ 2552700 w 2552700"/>
                    <a:gd name="connsiteY4" fmla="*/ 161925 h 574675"/>
                    <a:gd name="connsiteX5" fmla="*/ 1552575 w 2552700"/>
                    <a:gd name="connsiteY5" fmla="*/ 0 h 574675"/>
                    <a:gd name="connsiteX6" fmla="*/ 6350 w 2552700"/>
                    <a:gd name="connsiteY6" fmla="*/ 57150 h 574675"/>
                    <a:gd name="connsiteX7" fmla="*/ 3175 w 2552700"/>
                    <a:gd name="connsiteY7" fmla="*/ 95250 h 574675"/>
                    <a:gd name="connsiteX8" fmla="*/ 463550 w 2552700"/>
                    <a:gd name="connsiteY8" fmla="*/ 263525 h 574675"/>
                    <a:gd name="connsiteX9" fmla="*/ 2520950 w 2552700"/>
                    <a:gd name="connsiteY9" fmla="*/ 222250 h 574675"/>
                    <a:gd name="connsiteX10" fmla="*/ 2501900 w 2552700"/>
                    <a:gd name="connsiteY10" fmla="*/ 438150 h 574675"/>
                    <a:gd name="connsiteX11" fmla="*/ 473075 w 2552700"/>
                    <a:gd name="connsiteY11" fmla="*/ 511175 h 574675"/>
                    <a:gd name="connsiteX12" fmla="*/ 47625 w 2552700"/>
                    <a:gd name="connsiteY12" fmla="*/ 263525 h 574675"/>
                    <a:gd name="connsiteX0" fmla="*/ 47625 w 2552700"/>
                    <a:gd name="connsiteY0" fmla="*/ 244475 h 555625"/>
                    <a:gd name="connsiteX1" fmla="*/ 0 w 2552700"/>
                    <a:gd name="connsiteY1" fmla="*/ 292100 h 555625"/>
                    <a:gd name="connsiteX2" fmla="*/ 447675 w 2552700"/>
                    <a:gd name="connsiteY2" fmla="*/ 555625 h 555625"/>
                    <a:gd name="connsiteX3" fmla="*/ 2549525 w 2552700"/>
                    <a:gd name="connsiteY3" fmla="*/ 485775 h 555625"/>
                    <a:gd name="connsiteX4" fmla="*/ 2552700 w 2552700"/>
                    <a:gd name="connsiteY4" fmla="*/ 142875 h 555625"/>
                    <a:gd name="connsiteX5" fmla="*/ 1606550 w 2552700"/>
                    <a:gd name="connsiteY5" fmla="*/ 0 h 555625"/>
                    <a:gd name="connsiteX6" fmla="*/ 6350 w 2552700"/>
                    <a:gd name="connsiteY6" fmla="*/ 38100 h 555625"/>
                    <a:gd name="connsiteX7" fmla="*/ 3175 w 2552700"/>
                    <a:gd name="connsiteY7" fmla="*/ 76200 h 555625"/>
                    <a:gd name="connsiteX8" fmla="*/ 463550 w 2552700"/>
                    <a:gd name="connsiteY8" fmla="*/ 244475 h 555625"/>
                    <a:gd name="connsiteX9" fmla="*/ 2520950 w 2552700"/>
                    <a:gd name="connsiteY9" fmla="*/ 203200 h 555625"/>
                    <a:gd name="connsiteX10" fmla="*/ 2501900 w 2552700"/>
                    <a:gd name="connsiteY10" fmla="*/ 419100 h 555625"/>
                    <a:gd name="connsiteX11" fmla="*/ 473075 w 2552700"/>
                    <a:gd name="connsiteY11" fmla="*/ 492125 h 555625"/>
                    <a:gd name="connsiteX12" fmla="*/ 47625 w 2552700"/>
                    <a:gd name="connsiteY12" fmla="*/ 244475 h 555625"/>
                    <a:gd name="connsiteX0" fmla="*/ 47625 w 2585519"/>
                    <a:gd name="connsiteY0" fmla="*/ 244475 h 555625"/>
                    <a:gd name="connsiteX1" fmla="*/ 0 w 2585519"/>
                    <a:gd name="connsiteY1" fmla="*/ 292100 h 555625"/>
                    <a:gd name="connsiteX2" fmla="*/ 447675 w 2585519"/>
                    <a:gd name="connsiteY2" fmla="*/ 555625 h 555625"/>
                    <a:gd name="connsiteX3" fmla="*/ 2549525 w 2585519"/>
                    <a:gd name="connsiteY3" fmla="*/ 485775 h 555625"/>
                    <a:gd name="connsiteX4" fmla="*/ 2552700 w 2585519"/>
                    <a:gd name="connsiteY4" fmla="*/ 142875 h 555625"/>
                    <a:gd name="connsiteX5" fmla="*/ 1606550 w 2585519"/>
                    <a:gd name="connsiteY5" fmla="*/ 0 h 555625"/>
                    <a:gd name="connsiteX6" fmla="*/ 6350 w 2585519"/>
                    <a:gd name="connsiteY6" fmla="*/ 38100 h 555625"/>
                    <a:gd name="connsiteX7" fmla="*/ 3175 w 2585519"/>
                    <a:gd name="connsiteY7" fmla="*/ 76200 h 555625"/>
                    <a:gd name="connsiteX8" fmla="*/ 463550 w 2585519"/>
                    <a:gd name="connsiteY8" fmla="*/ 244475 h 555625"/>
                    <a:gd name="connsiteX9" fmla="*/ 2520950 w 2585519"/>
                    <a:gd name="connsiteY9" fmla="*/ 203200 h 555625"/>
                    <a:gd name="connsiteX10" fmla="*/ 2501900 w 2585519"/>
                    <a:gd name="connsiteY10" fmla="*/ 419100 h 555625"/>
                    <a:gd name="connsiteX11" fmla="*/ 473075 w 2585519"/>
                    <a:gd name="connsiteY11" fmla="*/ 492125 h 555625"/>
                    <a:gd name="connsiteX12" fmla="*/ 47625 w 2585519"/>
                    <a:gd name="connsiteY12" fmla="*/ 244475 h 555625"/>
                    <a:gd name="connsiteX0" fmla="*/ 47625 w 2599371"/>
                    <a:gd name="connsiteY0" fmla="*/ 244475 h 555625"/>
                    <a:gd name="connsiteX1" fmla="*/ 0 w 2599371"/>
                    <a:gd name="connsiteY1" fmla="*/ 292100 h 555625"/>
                    <a:gd name="connsiteX2" fmla="*/ 447675 w 2599371"/>
                    <a:gd name="connsiteY2" fmla="*/ 555625 h 555625"/>
                    <a:gd name="connsiteX3" fmla="*/ 2549525 w 2599371"/>
                    <a:gd name="connsiteY3" fmla="*/ 485775 h 555625"/>
                    <a:gd name="connsiteX4" fmla="*/ 2552700 w 2599371"/>
                    <a:gd name="connsiteY4" fmla="*/ 142875 h 555625"/>
                    <a:gd name="connsiteX5" fmla="*/ 1606550 w 2599371"/>
                    <a:gd name="connsiteY5" fmla="*/ 0 h 555625"/>
                    <a:gd name="connsiteX6" fmla="*/ 6350 w 2599371"/>
                    <a:gd name="connsiteY6" fmla="*/ 38100 h 555625"/>
                    <a:gd name="connsiteX7" fmla="*/ 3175 w 2599371"/>
                    <a:gd name="connsiteY7" fmla="*/ 76200 h 555625"/>
                    <a:gd name="connsiteX8" fmla="*/ 463550 w 2599371"/>
                    <a:gd name="connsiteY8" fmla="*/ 244475 h 555625"/>
                    <a:gd name="connsiteX9" fmla="*/ 2520950 w 2599371"/>
                    <a:gd name="connsiteY9" fmla="*/ 203200 h 555625"/>
                    <a:gd name="connsiteX10" fmla="*/ 2501900 w 2599371"/>
                    <a:gd name="connsiteY10" fmla="*/ 419100 h 555625"/>
                    <a:gd name="connsiteX11" fmla="*/ 473075 w 2599371"/>
                    <a:gd name="connsiteY11" fmla="*/ 492125 h 555625"/>
                    <a:gd name="connsiteX12" fmla="*/ 47625 w 2599371"/>
                    <a:gd name="connsiteY12" fmla="*/ 244475 h 555625"/>
                    <a:gd name="connsiteX0" fmla="*/ 47625 w 2599371"/>
                    <a:gd name="connsiteY0" fmla="*/ 244475 h 555625"/>
                    <a:gd name="connsiteX1" fmla="*/ 0 w 2599371"/>
                    <a:gd name="connsiteY1" fmla="*/ 292100 h 555625"/>
                    <a:gd name="connsiteX2" fmla="*/ 447675 w 2599371"/>
                    <a:gd name="connsiteY2" fmla="*/ 555625 h 555625"/>
                    <a:gd name="connsiteX3" fmla="*/ 2549525 w 2599371"/>
                    <a:gd name="connsiteY3" fmla="*/ 485775 h 555625"/>
                    <a:gd name="connsiteX4" fmla="*/ 2552700 w 2599371"/>
                    <a:gd name="connsiteY4" fmla="*/ 142875 h 555625"/>
                    <a:gd name="connsiteX5" fmla="*/ 1606550 w 2599371"/>
                    <a:gd name="connsiteY5" fmla="*/ 0 h 555625"/>
                    <a:gd name="connsiteX6" fmla="*/ 6350 w 2599371"/>
                    <a:gd name="connsiteY6" fmla="*/ 38100 h 555625"/>
                    <a:gd name="connsiteX7" fmla="*/ 3175 w 2599371"/>
                    <a:gd name="connsiteY7" fmla="*/ 76200 h 555625"/>
                    <a:gd name="connsiteX8" fmla="*/ 463550 w 2599371"/>
                    <a:gd name="connsiteY8" fmla="*/ 244475 h 555625"/>
                    <a:gd name="connsiteX9" fmla="*/ 2495550 w 2599371"/>
                    <a:gd name="connsiteY9" fmla="*/ 206375 h 555625"/>
                    <a:gd name="connsiteX10" fmla="*/ 2501900 w 2599371"/>
                    <a:gd name="connsiteY10" fmla="*/ 419100 h 555625"/>
                    <a:gd name="connsiteX11" fmla="*/ 473075 w 2599371"/>
                    <a:gd name="connsiteY11" fmla="*/ 492125 h 555625"/>
                    <a:gd name="connsiteX12" fmla="*/ 47625 w 2599371"/>
                    <a:gd name="connsiteY12" fmla="*/ 244475 h 555625"/>
                    <a:gd name="connsiteX0" fmla="*/ 47625 w 2599371"/>
                    <a:gd name="connsiteY0" fmla="*/ 244475 h 555625"/>
                    <a:gd name="connsiteX1" fmla="*/ 0 w 2599371"/>
                    <a:gd name="connsiteY1" fmla="*/ 292100 h 555625"/>
                    <a:gd name="connsiteX2" fmla="*/ 447675 w 2599371"/>
                    <a:gd name="connsiteY2" fmla="*/ 555625 h 555625"/>
                    <a:gd name="connsiteX3" fmla="*/ 2549525 w 2599371"/>
                    <a:gd name="connsiteY3" fmla="*/ 485775 h 555625"/>
                    <a:gd name="connsiteX4" fmla="*/ 2552700 w 2599371"/>
                    <a:gd name="connsiteY4" fmla="*/ 142875 h 555625"/>
                    <a:gd name="connsiteX5" fmla="*/ 1606550 w 2599371"/>
                    <a:gd name="connsiteY5" fmla="*/ 0 h 555625"/>
                    <a:gd name="connsiteX6" fmla="*/ 6350 w 2599371"/>
                    <a:gd name="connsiteY6" fmla="*/ 38100 h 555625"/>
                    <a:gd name="connsiteX7" fmla="*/ 3175 w 2599371"/>
                    <a:gd name="connsiteY7" fmla="*/ 76200 h 555625"/>
                    <a:gd name="connsiteX8" fmla="*/ 463550 w 2599371"/>
                    <a:gd name="connsiteY8" fmla="*/ 244475 h 555625"/>
                    <a:gd name="connsiteX9" fmla="*/ 2495550 w 2599371"/>
                    <a:gd name="connsiteY9" fmla="*/ 206375 h 555625"/>
                    <a:gd name="connsiteX10" fmla="*/ 2527300 w 2599371"/>
                    <a:gd name="connsiteY10" fmla="*/ 307975 h 555625"/>
                    <a:gd name="connsiteX11" fmla="*/ 2501900 w 2599371"/>
                    <a:gd name="connsiteY11" fmla="*/ 419100 h 555625"/>
                    <a:gd name="connsiteX12" fmla="*/ 473075 w 2599371"/>
                    <a:gd name="connsiteY12" fmla="*/ 492125 h 555625"/>
                    <a:gd name="connsiteX13" fmla="*/ 47625 w 2599371"/>
                    <a:gd name="connsiteY13" fmla="*/ 244475 h 555625"/>
                    <a:gd name="connsiteX0" fmla="*/ 47625 w 2599371"/>
                    <a:gd name="connsiteY0" fmla="*/ 244475 h 555625"/>
                    <a:gd name="connsiteX1" fmla="*/ 0 w 2599371"/>
                    <a:gd name="connsiteY1" fmla="*/ 292100 h 555625"/>
                    <a:gd name="connsiteX2" fmla="*/ 447675 w 2599371"/>
                    <a:gd name="connsiteY2" fmla="*/ 555625 h 555625"/>
                    <a:gd name="connsiteX3" fmla="*/ 2549525 w 2599371"/>
                    <a:gd name="connsiteY3" fmla="*/ 485775 h 555625"/>
                    <a:gd name="connsiteX4" fmla="*/ 2552700 w 2599371"/>
                    <a:gd name="connsiteY4" fmla="*/ 142875 h 555625"/>
                    <a:gd name="connsiteX5" fmla="*/ 1606550 w 2599371"/>
                    <a:gd name="connsiteY5" fmla="*/ 0 h 555625"/>
                    <a:gd name="connsiteX6" fmla="*/ 6350 w 2599371"/>
                    <a:gd name="connsiteY6" fmla="*/ 38100 h 555625"/>
                    <a:gd name="connsiteX7" fmla="*/ 3175 w 2599371"/>
                    <a:gd name="connsiteY7" fmla="*/ 76200 h 555625"/>
                    <a:gd name="connsiteX8" fmla="*/ 463550 w 2599371"/>
                    <a:gd name="connsiteY8" fmla="*/ 244475 h 555625"/>
                    <a:gd name="connsiteX9" fmla="*/ 2495550 w 2599371"/>
                    <a:gd name="connsiteY9" fmla="*/ 206375 h 555625"/>
                    <a:gd name="connsiteX10" fmla="*/ 2527300 w 2599371"/>
                    <a:gd name="connsiteY10" fmla="*/ 307975 h 555625"/>
                    <a:gd name="connsiteX11" fmla="*/ 2479675 w 2599371"/>
                    <a:gd name="connsiteY11" fmla="*/ 425450 h 555625"/>
                    <a:gd name="connsiteX12" fmla="*/ 473075 w 2599371"/>
                    <a:gd name="connsiteY12" fmla="*/ 492125 h 555625"/>
                    <a:gd name="connsiteX13" fmla="*/ 47625 w 2599371"/>
                    <a:gd name="connsiteY13" fmla="*/ 244475 h 555625"/>
                    <a:gd name="connsiteX0" fmla="*/ 47625 w 2740156"/>
                    <a:gd name="connsiteY0" fmla="*/ 244475 h 555625"/>
                    <a:gd name="connsiteX1" fmla="*/ 0 w 2740156"/>
                    <a:gd name="connsiteY1" fmla="*/ 292100 h 555625"/>
                    <a:gd name="connsiteX2" fmla="*/ 447675 w 2740156"/>
                    <a:gd name="connsiteY2" fmla="*/ 555625 h 555625"/>
                    <a:gd name="connsiteX3" fmla="*/ 2549525 w 2740156"/>
                    <a:gd name="connsiteY3" fmla="*/ 485775 h 555625"/>
                    <a:gd name="connsiteX4" fmla="*/ 2552700 w 2740156"/>
                    <a:gd name="connsiteY4" fmla="*/ 142875 h 555625"/>
                    <a:gd name="connsiteX5" fmla="*/ 1606550 w 2740156"/>
                    <a:gd name="connsiteY5" fmla="*/ 0 h 555625"/>
                    <a:gd name="connsiteX6" fmla="*/ 6350 w 2740156"/>
                    <a:gd name="connsiteY6" fmla="*/ 38100 h 555625"/>
                    <a:gd name="connsiteX7" fmla="*/ 3175 w 2740156"/>
                    <a:gd name="connsiteY7" fmla="*/ 76200 h 555625"/>
                    <a:gd name="connsiteX8" fmla="*/ 463550 w 2740156"/>
                    <a:gd name="connsiteY8" fmla="*/ 244475 h 555625"/>
                    <a:gd name="connsiteX9" fmla="*/ 2495550 w 2740156"/>
                    <a:gd name="connsiteY9" fmla="*/ 206375 h 555625"/>
                    <a:gd name="connsiteX10" fmla="*/ 2479675 w 2740156"/>
                    <a:gd name="connsiteY10" fmla="*/ 425450 h 555625"/>
                    <a:gd name="connsiteX11" fmla="*/ 473075 w 2740156"/>
                    <a:gd name="connsiteY11" fmla="*/ 492125 h 555625"/>
                    <a:gd name="connsiteX12" fmla="*/ 47625 w 2740156"/>
                    <a:gd name="connsiteY12" fmla="*/ 244475 h 555625"/>
                    <a:gd name="connsiteX0" fmla="*/ 47625 w 2646925"/>
                    <a:gd name="connsiteY0" fmla="*/ 244475 h 555625"/>
                    <a:gd name="connsiteX1" fmla="*/ 0 w 2646925"/>
                    <a:gd name="connsiteY1" fmla="*/ 292100 h 555625"/>
                    <a:gd name="connsiteX2" fmla="*/ 447675 w 2646925"/>
                    <a:gd name="connsiteY2" fmla="*/ 555625 h 555625"/>
                    <a:gd name="connsiteX3" fmla="*/ 2549525 w 2646925"/>
                    <a:gd name="connsiteY3" fmla="*/ 485775 h 555625"/>
                    <a:gd name="connsiteX4" fmla="*/ 2552700 w 2646925"/>
                    <a:gd name="connsiteY4" fmla="*/ 142875 h 555625"/>
                    <a:gd name="connsiteX5" fmla="*/ 1606550 w 2646925"/>
                    <a:gd name="connsiteY5" fmla="*/ 0 h 555625"/>
                    <a:gd name="connsiteX6" fmla="*/ 6350 w 2646925"/>
                    <a:gd name="connsiteY6" fmla="*/ 38100 h 555625"/>
                    <a:gd name="connsiteX7" fmla="*/ 3175 w 2646925"/>
                    <a:gd name="connsiteY7" fmla="*/ 76200 h 555625"/>
                    <a:gd name="connsiteX8" fmla="*/ 463550 w 2646925"/>
                    <a:gd name="connsiteY8" fmla="*/ 244475 h 555625"/>
                    <a:gd name="connsiteX9" fmla="*/ 2495550 w 2646925"/>
                    <a:gd name="connsiteY9" fmla="*/ 206375 h 555625"/>
                    <a:gd name="connsiteX10" fmla="*/ 2479675 w 2646925"/>
                    <a:gd name="connsiteY10" fmla="*/ 425450 h 555625"/>
                    <a:gd name="connsiteX11" fmla="*/ 473075 w 2646925"/>
                    <a:gd name="connsiteY11" fmla="*/ 492125 h 555625"/>
                    <a:gd name="connsiteX12" fmla="*/ 47625 w 2646925"/>
                    <a:gd name="connsiteY12" fmla="*/ 244475 h 555625"/>
                    <a:gd name="connsiteX0" fmla="*/ 47625 w 2599371"/>
                    <a:gd name="connsiteY0" fmla="*/ 244475 h 555625"/>
                    <a:gd name="connsiteX1" fmla="*/ 0 w 2599371"/>
                    <a:gd name="connsiteY1" fmla="*/ 292100 h 555625"/>
                    <a:gd name="connsiteX2" fmla="*/ 447675 w 2599371"/>
                    <a:gd name="connsiteY2" fmla="*/ 555625 h 555625"/>
                    <a:gd name="connsiteX3" fmla="*/ 2549525 w 2599371"/>
                    <a:gd name="connsiteY3" fmla="*/ 485775 h 555625"/>
                    <a:gd name="connsiteX4" fmla="*/ 2552700 w 2599371"/>
                    <a:gd name="connsiteY4" fmla="*/ 142875 h 555625"/>
                    <a:gd name="connsiteX5" fmla="*/ 1606550 w 2599371"/>
                    <a:gd name="connsiteY5" fmla="*/ 0 h 555625"/>
                    <a:gd name="connsiteX6" fmla="*/ 6350 w 2599371"/>
                    <a:gd name="connsiteY6" fmla="*/ 38100 h 555625"/>
                    <a:gd name="connsiteX7" fmla="*/ 3175 w 2599371"/>
                    <a:gd name="connsiteY7" fmla="*/ 76200 h 555625"/>
                    <a:gd name="connsiteX8" fmla="*/ 463550 w 2599371"/>
                    <a:gd name="connsiteY8" fmla="*/ 244475 h 555625"/>
                    <a:gd name="connsiteX9" fmla="*/ 2495550 w 2599371"/>
                    <a:gd name="connsiteY9" fmla="*/ 206375 h 555625"/>
                    <a:gd name="connsiteX10" fmla="*/ 2479675 w 2599371"/>
                    <a:gd name="connsiteY10" fmla="*/ 425450 h 555625"/>
                    <a:gd name="connsiteX11" fmla="*/ 473075 w 2599371"/>
                    <a:gd name="connsiteY11" fmla="*/ 492125 h 555625"/>
                    <a:gd name="connsiteX12" fmla="*/ 47625 w 2599371"/>
                    <a:gd name="connsiteY12" fmla="*/ 244475 h 555625"/>
                    <a:gd name="connsiteX0" fmla="*/ 47625 w 2599371"/>
                    <a:gd name="connsiteY0" fmla="*/ 244475 h 555625"/>
                    <a:gd name="connsiteX1" fmla="*/ 0 w 2599371"/>
                    <a:gd name="connsiteY1" fmla="*/ 292100 h 555625"/>
                    <a:gd name="connsiteX2" fmla="*/ 447675 w 2599371"/>
                    <a:gd name="connsiteY2" fmla="*/ 555625 h 555625"/>
                    <a:gd name="connsiteX3" fmla="*/ 2549525 w 2599371"/>
                    <a:gd name="connsiteY3" fmla="*/ 485775 h 555625"/>
                    <a:gd name="connsiteX4" fmla="*/ 2552700 w 2599371"/>
                    <a:gd name="connsiteY4" fmla="*/ 142875 h 555625"/>
                    <a:gd name="connsiteX5" fmla="*/ 1606550 w 2599371"/>
                    <a:gd name="connsiteY5" fmla="*/ 0 h 555625"/>
                    <a:gd name="connsiteX6" fmla="*/ 6350 w 2599371"/>
                    <a:gd name="connsiteY6" fmla="*/ 38100 h 555625"/>
                    <a:gd name="connsiteX7" fmla="*/ 3175 w 2599371"/>
                    <a:gd name="connsiteY7" fmla="*/ 76200 h 555625"/>
                    <a:gd name="connsiteX8" fmla="*/ 463550 w 2599371"/>
                    <a:gd name="connsiteY8" fmla="*/ 244475 h 555625"/>
                    <a:gd name="connsiteX9" fmla="*/ 2470150 w 2599371"/>
                    <a:gd name="connsiteY9" fmla="*/ 209550 h 555625"/>
                    <a:gd name="connsiteX10" fmla="*/ 2479675 w 2599371"/>
                    <a:gd name="connsiteY10" fmla="*/ 425450 h 555625"/>
                    <a:gd name="connsiteX11" fmla="*/ 473075 w 2599371"/>
                    <a:gd name="connsiteY11" fmla="*/ 492125 h 555625"/>
                    <a:gd name="connsiteX12" fmla="*/ 47625 w 2599371"/>
                    <a:gd name="connsiteY12" fmla="*/ 244475 h 555625"/>
                    <a:gd name="connsiteX0" fmla="*/ 47625 w 2599371"/>
                    <a:gd name="connsiteY0" fmla="*/ 244475 h 555625"/>
                    <a:gd name="connsiteX1" fmla="*/ 0 w 2599371"/>
                    <a:gd name="connsiteY1" fmla="*/ 292100 h 555625"/>
                    <a:gd name="connsiteX2" fmla="*/ 447675 w 2599371"/>
                    <a:gd name="connsiteY2" fmla="*/ 555625 h 555625"/>
                    <a:gd name="connsiteX3" fmla="*/ 2549525 w 2599371"/>
                    <a:gd name="connsiteY3" fmla="*/ 485775 h 555625"/>
                    <a:gd name="connsiteX4" fmla="*/ 2552700 w 2599371"/>
                    <a:gd name="connsiteY4" fmla="*/ 142875 h 555625"/>
                    <a:gd name="connsiteX5" fmla="*/ 1606550 w 2599371"/>
                    <a:gd name="connsiteY5" fmla="*/ 0 h 555625"/>
                    <a:gd name="connsiteX6" fmla="*/ 6350 w 2599371"/>
                    <a:gd name="connsiteY6" fmla="*/ 38100 h 555625"/>
                    <a:gd name="connsiteX7" fmla="*/ 3175 w 2599371"/>
                    <a:gd name="connsiteY7" fmla="*/ 76200 h 555625"/>
                    <a:gd name="connsiteX8" fmla="*/ 463550 w 2599371"/>
                    <a:gd name="connsiteY8" fmla="*/ 244475 h 555625"/>
                    <a:gd name="connsiteX9" fmla="*/ 2470150 w 2599371"/>
                    <a:gd name="connsiteY9" fmla="*/ 209550 h 555625"/>
                    <a:gd name="connsiteX10" fmla="*/ 2479675 w 2599371"/>
                    <a:gd name="connsiteY10" fmla="*/ 425450 h 555625"/>
                    <a:gd name="connsiteX11" fmla="*/ 473075 w 2599371"/>
                    <a:gd name="connsiteY11" fmla="*/ 492125 h 555625"/>
                    <a:gd name="connsiteX12" fmla="*/ 47625 w 2599371"/>
                    <a:gd name="connsiteY12" fmla="*/ 244475 h 555625"/>
                    <a:gd name="connsiteX0" fmla="*/ 47625 w 2599371"/>
                    <a:gd name="connsiteY0" fmla="*/ 244475 h 555625"/>
                    <a:gd name="connsiteX1" fmla="*/ 0 w 2599371"/>
                    <a:gd name="connsiteY1" fmla="*/ 292100 h 555625"/>
                    <a:gd name="connsiteX2" fmla="*/ 447675 w 2599371"/>
                    <a:gd name="connsiteY2" fmla="*/ 555625 h 555625"/>
                    <a:gd name="connsiteX3" fmla="*/ 2549525 w 2599371"/>
                    <a:gd name="connsiteY3" fmla="*/ 485775 h 555625"/>
                    <a:gd name="connsiteX4" fmla="*/ 2552700 w 2599371"/>
                    <a:gd name="connsiteY4" fmla="*/ 142875 h 555625"/>
                    <a:gd name="connsiteX5" fmla="*/ 1606550 w 2599371"/>
                    <a:gd name="connsiteY5" fmla="*/ 0 h 555625"/>
                    <a:gd name="connsiteX6" fmla="*/ 6350 w 2599371"/>
                    <a:gd name="connsiteY6" fmla="*/ 38100 h 555625"/>
                    <a:gd name="connsiteX7" fmla="*/ 3175 w 2599371"/>
                    <a:gd name="connsiteY7" fmla="*/ 76200 h 555625"/>
                    <a:gd name="connsiteX8" fmla="*/ 463550 w 2599371"/>
                    <a:gd name="connsiteY8" fmla="*/ 244475 h 555625"/>
                    <a:gd name="connsiteX9" fmla="*/ 2470150 w 2599371"/>
                    <a:gd name="connsiteY9" fmla="*/ 209550 h 555625"/>
                    <a:gd name="connsiteX10" fmla="*/ 2479675 w 2599371"/>
                    <a:gd name="connsiteY10" fmla="*/ 425450 h 555625"/>
                    <a:gd name="connsiteX11" fmla="*/ 473075 w 2599371"/>
                    <a:gd name="connsiteY11" fmla="*/ 492125 h 555625"/>
                    <a:gd name="connsiteX12" fmla="*/ 47625 w 2599371"/>
                    <a:gd name="connsiteY12" fmla="*/ 244475 h 555625"/>
                    <a:gd name="connsiteX0" fmla="*/ 24625 w 2608121"/>
                    <a:gd name="connsiteY0" fmla="*/ 244475 h 555625"/>
                    <a:gd name="connsiteX1" fmla="*/ 8750 w 2608121"/>
                    <a:gd name="connsiteY1" fmla="*/ 292100 h 555625"/>
                    <a:gd name="connsiteX2" fmla="*/ 456425 w 2608121"/>
                    <a:gd name="connsiteY2" fmla="*/ 555625 h 555625"/>
                    <a:gd name="connsiteX3" fmla="*/ 2558275 w 2608121"/>
                    <a:gd name="connsiteY3" fmla="*/ 485775 h 555625"/>
                    <a:gd name="connsiteX4" fmla="*/ 2561450 w 2608121"/>
                    <a:gd name="connsiteY4" fmla="*/ 142875 h 555625"/>
                    <a:gd name="connsiteX5" fmla="*/ 1615300 w 2608121"/>
                    <a:gd name="connsiteY5" fmla="*/ 0 h 555625"/>
                    <a:gd name="connsiteX6" fmla="*/ 15100 w 2608121"/>
                    <a:gd name="connsiteY6" fmla="*/ 38100 h 555625"/>
                    <a:gd name="connsiteX7" fmla="*/ 11925 w 2608121"/>
                    <a:gd name="connsiteY7" fmla="*/ 76200 h 555625"/>
                    <a:gd name="connsiteX8" fmla="*/ 472300 w 2608121"/>
                    <a:gd name="connsiteY8" fmla="*/ 244475 h 555625"/>
                    <a:gd name="connsiteX9" fmla="*/ 2478900 w 2608121"/>
                    <a:gd name="connsiteY9" fmla="*/ 209550 h 555625"/>
                    <a:gd name="connsiteX10" fmla="*/ 2488425 w 2608121"/>
                    <a:gd name="connsiteY10" fmla="*/ 425450 h 555625"/>
                    <a:gd name="connsiteX11" fmla="*/ 481825 w 2608121"/>
                    <a:gd name="connsiteY11" fmla="*/ 492125 h 555625"/>
                    <a:gd name="connsiteX12" fmla="*/ 24625 w 2608121"/>
                    <a:gd name="connsiteY12" fmla="*/ 244475 h 555625"/>
                    <a:gd name="connsiteX0" fmla="*/ 20208 w 2622754"/>
                    <a:gd name="connsiteY0" fmla="*/ 244475 h 555625"/>
                    <a:gd name="connsiteX1" fmla="*/ 23383 w 2622754"/>
                    <a:gd name="connsiteY1" fmla="*/ 292100 h 555625"/>
                    <a:gd name="connsiteX2" fmla="*/ 471058 w 2622754"/>
                    <a:gd name="connsiteY2" fmla="*/ 555625 h 555625"/>
                    <a:gd name="connsiteX3" fmla="*/ 2572908 w 2622754"/>
                    <a:gd name="connsiteY3" fmla="*/ 485775 h 555625"/>
                    <a:gd name="connsiteX4" fmla="*/ 2576083 w 2622754"/>
                    <a:gd name="connsiteY4" fmla="*/ 142875 h 555625"/>
                    <a:gd name="connsiteX5" fmla="*/ 1629933 w 2622754"/>
                    <a:gd name="connsiteY5" fmla="*/ 0 h 555625"/>
                    <a:gd name="connsiteX6" fmla="*/ 29733 w 2622754"/>
                    <a:gd name="connsiteY6" fmla="*/ 38100 h 555625"/>
                    <a:gd name="connsiteX7" fmla="*/ 26558 w 2622754"/>
                    <a:gd name="connsiteY7" fmla="*/ 76200 h 555625"/>
                    <a:gd name="connsiteX8" fmla="*/ 486933 w 2622754"/>
                    <a:gd name="connsiteY8" fmla="*/ 244475 h 555625"/>
                    <a:gd name="connsiteX9" fmla="*/ 2493533 w 2622754"/>
                    <a:gd name="connsiteY9" fmla="*/ 209550 h 555625"/>
                    <a:gd name="connsiteX10" fmla="*/ 2503058 w 2622754"/>
                    <a:gd name="connsiteY10" fmla="*/ 425450 h 555625"/>
                    <a:gd name="connsiteX11" fmla="*/ 496458 w 2622754"/>
                    <a:gd name="connsiteY11" fmla="*/ 492125 h 555625"/>
                    <a:gd name="connsiteX12" fmla="*/ 20208 w 2622754"/>
                    <a:gd name="connsiteY12" fmla="*/ 244475 h 555625"/>
                    <a:gd name="connsiteX0" fmla="*/ 63500 w 2599371"/>
                    <a:gd name="connsiteY0" fmla="*/ 244475 h 555625"/>
                    <a:gd name="connsiteX1" fmla="*/ 0 w 2599371"/>
                    <a:gd name="connsiteY1" fmla="*/ 292100 h 555625"/>
                    <a:gd name="connsiteX2" fmla="*/ 447675 w 2599371"/>
                    <a:gd name="connsiteY2" fmla="*/ 555625 h 555625"/>
                    <a:gd name="connsiteX3" fmla="*/ 2549525 w 2599371"/>
                    <a:gd name="connsiteY3" fmla="*/ 485775 h 555625"/>
                    <a:gd name="connsiteX4" fmla="*/ 2552700 w 2599371"/>
                    <a:gd name="connsiteY4" fmla="*/ 142875 h 555625"/>
                    <a:gd name="connsiteX5" fmla="*/ 1606550 w 2599371"/>
                    <a:gd name="connsiteY5" fmla="*/ 0 h 555625"/>
                    <a:gd name="connsiteX6" fmla="*/ 6350 w 2599371"/>
                    <a:gd name="connsiteY6" fmla="*/ 38100 h 555625"/>
                    <a:gd name="connsiteX7" fmla="*/ 3175 w 2599371"/>
                    <a:gd name="connsiteY7" fmla="*/ 76200 h 555625"/>
                    <a:gd name="connsiteX8" fmla="*/ 463550 w 2599371"/>
                    <a:gd name="connsiteY8" fmla="*/ 244475 h 555625"/>
                    <a:gd name="connsiteX9" fmla="*/ 2470150 w 2599371"/>
                    <a:gd name="connsiteY9" fmla="*/ 209550 h 555625"/>
                    <a:gd name="connsiteX10" fmla="*/ 2479675 w 2599371"/>
                    <a:gd name="connsiteY10" fmla="*/ 425450 h 555625"/>
                    <a:gd name="connsiteX11" fmla="*/ 473075 w 2599371"/>
                    <a:gd name="connsiteY11" fmla="*/ 492125 h 555625"/>
                    <a:gd name="connsiteX12" fmla="*/ 63500 w 2599371"/>
                    <a:gd name="connsiteY12" fmla="*/ 244475 h 555625"/>
                    <a:gd name="connsiteX0" fmla="*/ 63500 w 2599371"/>
                    <a:gd name="connsiteY0" fmla="*/ 244475 h 555625"/>
                    <a:gd name="connsiteX1" fmla="*/ 0 w 2599371"/>
                    <a:gd name="connsiteY1" fmla="*/ 292100 h 555625"/>
                    <a:gd name="connsiteX2" fmla="*/ 447675 w 2599371"/>
                    <a:gd name="connsiteY2" fmla="*/ 555625 h 555625"/>
                    <a:gd name="connsiteX3" fmla="*/ 2549525 w 2599371"/>
                    <a:gd name="connsiteY3" fmla="*/ 485775 h 555625"/>
                    <a:gd name="connsiteX4" fmla="*/ 2552700 w 2599371"/>
                    <a:gd name="connsiteY4" fmla="*/ 142875 h 555625"/>
                    <a:gd name="connsiteX5" fmla="*/ 1606550 w 2599371"/>
                    <a:gd name="connsiteY5" fmla="*/ 0 h 555625"/>
                    <a:gd name="connsiteX6" fmla="*/ 6350 w 2599371"/>
                    <a:gd name="connsiteY6" fmla="*/ 38100 h 555625"/>
                    <a:gd name="connsiteX7" fmla="*/ 3175 w 2599371"/>
                    <a:gd name="connsiteY7" fmla="*/ 76200 h 555625"/>
                    <a:gd name="connsiteX8" fmla="*/ 463550 w 2599371"/>
                    <a:gd name="connsiteY8" fmla="*/ 244475 h 555625"/>
                    <a:gd name="connsiteX9" fmla="*/ 2470150 w 2599371"/>
                    <a:gd name="connsiteY9" fmla="*/ 209550 h 555625"/>
                    <a:gd name="connsiteX10" fmla="*/ 2479675 w 2599371"/>
                    <a:gd name="connsiteY10" fmla="*/ 425450 h 555625"/>
                    <a:gd name="connsiteX11" fmla="*/ 485775 w 2599371"/>
                    <a:gd name="connsiteY11" fmla="*/ 488950 h 555625"/>
                    <a:gd name="connsiteX12" fmla="*/ 63500 w 2599371"/>
                    <a:gd name="connsiteY12" fmla="*/ 244475 h 555625"/>
                    <a:gd name="connsiteX0" fmla="*/ 96355 w 2632226"/>
                    <a:gd name="connsiteY0" fmla="*/ 244475 h 555625"/>
                    <a:gd name="connsiteX1" fmla="*/ 36030 w 2632226"/>
                    <a:gd name="connsiteY1" fmla="*/ 247650 h 555625"/>
                    <a:gd name="connsiteX2" fmla="*/ 32855 w 2632226"/>
                    <a:gd name="connsiteY2" fmla="*/ 292100 h 555625"/>
                    <a:gd name="connsiteX3" fmla="*/ 480530 w 2632226"/>
                    <a:gd name="connsiteY3" fmla="*/ 555625 h 555625"/>
                    <a:gd name="connsiteX4" fmla="*/ 2582380 w 2632226"/>
                    <a:gd name="connsiteY4" fmla="*/ 485775 h 555625"/>
                    <a:gd name="connsiteX5" fmla="*/ 2585555 w 2632226"/>
                    <a:gd name="connsiteY5" fmla="*/ 142875 h 555625"/>
                    <a:gd name="connsiteX6" fmla="*/ 1639405 w 2632226"/>
                    <a:gd name="connsiteY6" fmla="*/ 0 h 555625"/>
                    <a:gd name="connsiteX7" fmla="*/ 39205 w 2632226"/>
                    <a:gd name="connsiteY7" fmla="*/ 38100 h 555625"/>
                    <a:gd name="connsiteX8" fmla="*/ 36030 w 2632226"/>
                    <a:gd name="connsiteY8" fmla="*/ 76200 h 555625"/>
                    <a:gd name="connsiteX9" fmla="*/ 496405 w 2632226"/>
                    <a:gd name="connsiteY9" fmla="*/ 244475 h 555625"/>
                    <a:gd name="connsiteX10" fmla="*/ 2503005 w 2632226"/>
                    <a:gd name="connsiteY10" fmla="*/ 209550 h 555625"/>
                    <a:gd name="connsiteX11" fmla="*/ 2512530 w 2632226"/>
                    <a:gd name="connsiteY11" fmla="*/ 425450 h 555625"/>
                    <a:gd name="connsiteX12" fmla="*/ 518630 w 2632226"/>
                    <a:gd name="connsiteY12" fmla="*/ 488950 h 555625"/>
                    <a:gd name="connsiteX13" fmla="*/ 96355 w 2632226"/>
                    <a:gd name="connsiteY13" fmla="*/ 244475 h 555625"/>
                    <a:gd name="connsiteX0" fmla="*/ 105580 w 2641451"/>
                    <a:gd name="connsiteY0" fmla="*/ 244475 h 555625"/>
                    <a:gd name="connsiteX1" fmla="*/ 19061 w 2641451"/>
                    <a:gd name="connsiteY1" fmla="*/ 226218 h 555625"/>
                    <a:gd name="connsiteX2" fmla="*/ 42080 w 2641451"/>
                    <a:gd name="connsiteY2" fmla="*/ 292100 h 555625"/>
                    <a:gd name="connsiteX3" fmla="*/ 489755 w 2641451"/>
                    <a:gd name="connsiteY3" fmla="*/ 555625 h 555625"/>
                    <a:gd name="connsiteX4" fmla="*/ 2591605 w 2641451"/>
                    <a:gd name="connsiteY4" fmla="*/ 485775 h 555625"/>
                    <a:gd name="connsiteX5" fmla="*/ 2594780 w 2641451"/>
                    <a:gd name="connsiteY5" fmla="*/ 142875 h 555625"/>
                    <a:gd name="connsiteX6" fmla="*/ 1648630 w 2641451"/>
                    <a:gd name="connsiteY6" fmla="*/ 0 h 555625"/>
                    <a:gd name="connsiteX7" fmla="*/ 48430 w 2641451"/>
                    <a:gd name="connsiteY7" fmla="*/ 38100 h 555625"/>
                    <a:gd name="connsiteX8" fmla="*/ 45255 w 2641451"/>
                    <a:gd name="connsiteY8" fmla="*/ 76200 h 555625"/>
                    <a:gd name="connsiteX9" fmla="*/ 505630 w 2641451"/>
                    <a:gd name="connsiteY9" fmla="*/ 244475 h 555625"/>
                    <a:gd name="connsiteX10" fmla="*/ 2512230 w 2641451"/>
                    <a:gd name="connsiteY10" fmla="*/ 209550 h 555625"/>
                    <a:gd name="connsiteX11" fmla="*/ 2521755 w 2641451"/>
                    <a:gd name="connsiteY11" fmla="*/ 425450 h 555625"/>
                    <a:gd name="connsiteX12" fmla="*/ 527855 w 2641451"/>
                    <a:gd name="connsiteY12" fmla="*/ 488950 h 555625"/>
                    <a:gd name="connsiteX13" fmla="*/ 105580 w 2641451"/>
                    <a:gd name="connsiteY13" fmla="*/ 244475 h 555625"/>
                    <a:gd name="connsiteX0" fmla="*/ 100036 w 2635907"/>
                    <a:gd name="connsiteY0" fmla="*/ 244475 h 555625"/>
                    <a:gd name="connsiteX1" fmla="*/ 27804 w 2635907"/>
                    <a:gd name="connsiteY1" fmla="*/ 266699 h 555625"/>
                    <a:gd name="connsiteX2" fmla="*/ 36536 w 2635907"/>
                    <a:gd name="connsiteY2" fmla="*/ 292100 h 555625"/>
                    <a:gd name="connsiteX3" fmla="*/ 484211 w 2635907"/>
                    <a:gd name="connsiteY3" fmla="*/ 555625 h 555625"/>
                    <a:gd name="connsiteX4" fmla="*/ 2586061 w 2635907"/>
                    <a:gd name="connsiteY4" fmla="*/ 485775 h 555625"/>
                    <a:gd name="connsiteX5" fmla="*/ 2589236 w 2635907"/>
                    <a:gd name="connsiteY5" fmla="*/ 142875 h 555625"/>
                    <a:gd name="connsiteX6" fmla="*/ 1643086 w 2635907"/>
                    <a:gd name="connsiteY6" fmla="*/ 0 h 555625"/>
                    <a:gd name="connsiteX7" fmla="*/ 42886 w 2635907"/>
                    <a:gd name="connsiteY7" fmla="*/ 38100 h 555625"/>
                    <a:gd name="connsiteX8" fmla="*/ 39711 w 2635907"/>
                    <a:gd name="connsiteY8" fmla="*/ 76200 h 555625"/>
                    <a:gd name="connsiteX9" fmla="*/ 500086 w 2635907"/>
                    <a:gd name="connsiteY9" fmla="*/ 244475 h 555625"/>
                    <a:gd name="connsiteX10" fmla="*/ 2506686 w 2635907"/>
                    <a:gd name="connsiteY10" fmla="*/ 209550 h 555625"/>
                    <a:gd name="connsiteX11" fmla="*/ 2516211 w 2635907"/>
                    <a:gd name="connsiteY11" fmla="*/ 425450 h 555625"/>
                    <a:gd name="connsiteX12" fmla="*/ 522311 w 2635907"/>
                    <a:gd name="connsiteY12" fmla="*/ 488950 h 555625"/>
                    <a:gd name="connsiteX13" fmla="*/ 100036 w 2635907"/>
                    <a:gd name="connsiteY13" fmla="*/ 244475 h 555625"/>
                    <a:gd name="connsiteX0" fmla="*/ 103571 w 2639442"/>
                    <a:gd name="connsiteY0" fmla="*/ 244475 h 555625"/>
                    <a:gd name="connsiteX1" fmla="*/ 21814 w 2639442"/>
                    <a:gd name="connsiteY1" fmla="*/ 226218 h 555625"/>
                    <a:gd name="connsiteX2" fmla="*/ 40071 w 2639442"/>
                    <a:gd name="connsiteY2" fmla="*/ 292100 h 555625"/>
                    <a:gd name="connsiteX3" fmla="*/ 487746 w 2639442"/>
                    <a:gd name="connsiteY3" fmla="*/ 555625 h 555625"/>
                    <a:gd name="connsiteX4" fmla="*/ 2589596 w 2639442"/>
                    <a:gd name="connsiteY4" fmla="*/ 485775 h 555625"/>
                    <a:gd name="connsiteX5" fmla="*/ 2592771 w 2639442"/>
                    <a:gd name="connsiteY5" fmla="*/ 142875 h 555625"/>
                    <a:gd name="connsiteX6" fmla="*/ 1646621 w 2639442"/>
                    <a:gd name="connsiteY6" fmla="*/ 0 h 555625"/>
                    <a:gd name="connsiteX7" fmla="*/ 46421 w 2639442"/>
                    <a:gd name="connsiteY7" fmla="*/ 38100 h 555625"/>
                    <a:gd name="connsiteX8" fmla="*/ 43246 w 2639442"/>
                    <a:gd name="connsiteY8" fmla="*/ 76200 h 555625"/>
                    <a:gd name="connsiteX9" fmla="*/ 503621 w 2639442"/>
                    <a:gd name="connsiteY9" fmla="*/ 244475 h 555625"/>
                    <a:gd name="connsiteX10" fmla="*/ 2510221 w 2639442"/>
                    <a:gd name="connsiteY10" fmla="*/ 209550 h 555625"/>
                    <a:gd name="connsiteX11" fmla="*/ 2519746 w 2639442"/>
                    <a:gd name="connsiteY11" fmla="*/ 425450 h 555625"/>
                    <a:gd name="connsiteX12" fmla="*/ 525846 w 2639442"/>
                    <a:gd name="connsiteY12" fmla="*/ 488950 h 555625"/>
                    <a:gd name="connsiteX13" fmla="*/ 103571 w 2639442"/>
                    <a:gd name="connsiteY13" fmla="*/ 244475 h 555625"/>
                    <a:gd name="connsiteX0" fmla="*/ 103571 w 2639442"/>
                    <a:gd name="connsiteY0" fmla="*/ 244475 h 555625"/>
                    <a:gd name="connsiteX1" fmla="*/ 21814 w 2639442"/>
                    <a:gd name="connsiteY1" fmla="*/ 226218 h 555625"/>
                    <a:gd name="connsiteX2" fmla="*/ 40071 w 2639442"/>
                    <a:gd name="connsiteY2" fmla="*/ 292100 h 555625"/>
                    <a:gd name="connsiteX3" fmla="*/ 487746 w 2639442"/>
                    <a:gd name="connsiteY3" fmla="*/ 555625 h 555625"/>
                    <a:gd name="connsiteX4" fmla="*/ 2589596 w 2639442"/>
                    <a:gd name="connsiteY4" fmla="*/ 485775 h 555625"/>
                    <a:gd name="connsiteX5" fmla="*/ 2592771 w 2639442"/>
                    <a:gd name="connsiteY5" fmla="*/ 142875 h 555625"/>
                    <a:gd name="connsiteX6" fmla="*/ 1646621 w 2639442"/>
                    <a:gd name="connsiteY6" fmla="*/ 0 h 555625"/>
                    <a:gd name="connsiteX7" fmla="*/ 46421 w 2639442"/>
                    <a:gd name="connsiteY7" fmla="*/ 38100 h 555625"/>
                    <a:gd name="connsiteX8" fmla="*/ 43246 w 2639442"/>
                    <a:gd name="connsiteY8" fmla="*/ 76200 h 555625"/>
                    <a:gd name="connsiteX9" fmla="*/ 503621 w 2639442"/>
                    <a:gd name="connsiteY9" fmla="*/ 244475 h 555625"/>
                    <a:gd name="connsiteX10" fmla="*/ 2510221 w 2639442"/>
                    <a:gd name="connsiteY10" fmla="*/ 209550 h 555625"/>
                    <a:gd name="connsiteX11" fmla="*/ 2519746 w 2639442"/>
                    <a:gd name="connsiteY11" fmla="*/ 425450 h 555625"/>
                    <a:gd name="connsiteX12" fmla="*/ 525846 w 2639442"/>
                    <a:gd name="connsiteY12" fmla="*/ 488950 h 555625"/>
                    <a:gd name="connsiteX13" fmla="*/ 103571 w 2639442"/>
                    <a:gd name="connsiteY13" fmla="*/ 244475 h 555625"/>
                    <a:gd name="connsiteX0" fmla="*/ 98616 w 2634487"/>
                    <a:gd name="connsiteY0" fmla="*/ 244475 h 555625"/>
                    <a:gd name="connsiteX1" fmla="*/ 16859 w 2634487"/>
                    <a:gd name="connsiteY1" fmla="*/ 226218 h 555625"/>
                    <a:gd name="connsiteX2" fmla="*/ 35116 w 2634487"/>
                    <a:gd name="connsiteY2" fmla="*/ 292100 h 555625"/>
                    <a:gd name="connsiteX3" fmla="*/ 482791 w 2634487"/>
                    <a:gd name="connsiteY3" fmla="*/ 555625 h 555625"/>
                    <a:gd name="connsiteX4" fmla="*/ 2584641 w 2634487"/>
                    <a:gd name="connsiteY4" fmla="*/ 485775 h 555625"/>
                    <a:gd name="connsiteX5" fmla="*/ 2587816 w 2634487"/>
                    <a:gd name="connsiteY5" fmla="*/ 142875 h 555625"/>
                    <a:gd name="connsiteX6" fmla="*/ 1641666 w 2634487"/>
                    <a:gd name="connsiteY6" fmla="*/ 0 h 555625"/>
                    <a:gd name="connsiteX7" fmla="*/ 41466 w 2634487"/>
                    <a:gd name="connsiteY7" fmla="*/ 38100 h 555625"/>
                    <a:gd name="connsiteX8" fmla="*/ 38291 w 2634487"/>
                    <a:gd name="connsiteY8" fmla="*/ 76200 h 555625"/>
                    <a:gd name="connsiteX9" fmla="*/ 498666 w 2634487"/>
                    <a:gd name="connsiteY9" fmla="*/ 244475 h 555625"/>
                    <a:gd name="connsiteX10" fmla="*/ 2505266 w 2634487"/>
                    <a:gd name="connsiteY10" fmla="*/ 209550 h 555625"/>
                    <a:gd name="connsiteX11" fmla="*/ 2514791 w 2634487"/>
                    <a:gd name="connsiteY11" fmla="*/ 425450 h 555625"/>
                    <a:gd name="connsiteX12" fmla="*/ 520891 w 2634487"/>
                    <a:gd name="connsiteY12" fmla="*/ 488950 h 555625"/>
                    <a:gd name="connsiteX13" fmla="*/ 98616 w 2634487"/>
                    <a:gd name="connsiteY13" fmla="*/ 244475 h 555625"/>
                    <a:gd name="connsiteX0" fmla="*/ 81757 w 2617628"/>
                    <a:gd name="connsiteY0" fmla="*/ 244475 h 555625"/>
                    <a:gd name="connsiteX1" fmla="*/ 0 w 2617628"/>
                    <a:gd name="connsiteY1" fmla="*/ 226218 h 555625"/>
                    <a:gd name="connsiteX2" fmla="*/ 18257 w 2617628"/>
                    <a:gd name="connsiteY2" fmla="*/ 292100 h 555625"/>
                    <a:gd name="connsiteX3" fmla="*/ 465932 w 2617628"/>
                    <a:gd name="connsiteY3" fmla="*/ 555625 h 555625"/>
                    <a:gd name="connsiteX4" fmla="*/ 2567782 w 2617628"/>
                    <a:gd name="connsiteY4" fmla="*/ 485775 h 555625"/>
                    <a:gd name="connsiteX5" fmla="*/ 2570957 w 2617628"/>
                    <a:gd name="connsiteY5" fmla="*/ 142875 h 555625"/>
                    <a:gd name="connsiteX6" fmla="*/ 1624807 w 2617628"/>
                    <a:gd name="connsiteY6" fmla="*/ 0 h 555625"/>
                    <a:gd name="connsiteX7" fmla="*/ 24607 w 2617628"/>
                    <a:gd name="connsiteY7" fmla="*/ 38100 h 555625"/>
                    <a:gd name="connsiteX8" fmla="*/ 21432 w 2617628"/>
                    <a:gd name="connsiteY8" fmla="*/ 76200 h 555625"/>
                    <a:gd name="connsiteX9" fmla="*/ 481807 w 2617628"/>
                    <a:gd name="connsiteY9" fmla="*/ 244475 h 555625"/>
                    <a:gd name="connsiteX10" fmla="*/ 2488407 w 2617628"/>
                    <a:gd name="connsiteY10" fmla="*/ 209550 h 555625"/>
                    <a:gd name="connsiteX11" fmla="*/ 2497932 w 2617628"/>
                    <a:gd name="connsiteY11" fmla="*/ 425450 h 555625"/>
                    <a:gd name="connsiteX12" fmla="*/ 504032 w 2617628"/>
                    <a:gd name="connsiteY12" fmla="*/ 488950 h 555625"/>
                    <a:gd name="connsiteX13" fmla="*/ 81757 w 2617628"/>
                    <a:gd name="connsiteY13" fmla="*/ 244475 h 555625"/>
                    <a:gd name="connsiteX0" fmla="*/ 67469 w 2603340"/>
                    <a:gd name="connsiteY0" fmla="*/ 244475 h 555625"/>
                    <a:gd name="connsiteX1" fmla="*/ 0 w 2603340"/>
                    <a:gd name="connsiteY1" fmla="*/ 247649 h 555625"/>
                    <a:gd name="connsiteX2" fmla="*/ 3969 w 2603340"/>
                    <a:gd name="connsiteY2" fmla="*/ 292100 h 555625"/>
                    <a:gd name="connsiteX3" fmla="*/ 451644 w 2603340"/>
                    <a:gd name="connsiteY3" fmla="*/ 555625 h 555625"/>
                    <a:gd name="connsiteX4" fmla="*/ 2553494 w 2603340"/>
                    <a:gd name="connsiteY4" fmla="*/ 485775 h 555625"/>
                    <a:gd name="connsiteX5" fmla="*/ 2556669 w 2603340"/>
                    <a:gd name="connsiteY5" fmla="*/ 142875 h 555625"/>
                    <a:gd name="connsiteX6" fmla="*/ 1610519 w 2603340"/>
                    <a:gd name="connsiteY6" fmla="*/ 0 h 555625"/>
                    <a:gd name="connsiteX7" fmla="*/ 10319 w 2603340"/>
                    <a:gd name="connsiteY7" fmla="*/ 38100 h 555625"/>
                    <a:gd name="connsiteX8" fmla="*/ 7144 w 2603340"/>
                    <a:gd name="connsiteY8" fmla="*/ 76200 h 555625"/>
                    <a:gd name="connsiteX9" fmla="*/ 467519 w 2603340"/>
                    <a:gd name="connsiteY9" fmla="*/ 244475 h 555625"/>
                    <a:gd name="connsiteX10" fmla="*/ 2474119 w 2603340"/>
                    <a:gd name="connsiteY10" fmla="*/ 209550 h 555625"/>
                    <a:gd name="connsiteX11" fmla="*/ 2483644 w 2603340"/>
                    <a:gd name="connsiteY11" fmla="*/ 425450 h 555625"/>
                    <a:gd name="connsiteX12" fmla="*/ 489744 w 2603340"/>
                    <a:gd name="connsiteY12" fmla="*/ 488950 h 555625"/>
                    <a:gd name="connsiteX13" fmla="*/ 67469 w 2603340"/>
                    <a:gd name="connsiteY13" fmla="*/ 244475 h 555625"/>
                    <a:gd name="connsiteX0" fmla="*/ 67469 w 2603340"/>
                    <a:gd name="connsiteY0" fmla="*/ 244475 h 555625"/>
                    <a:gd name="connsiteX1" fmla="*/ 0 w 2603340"/>
                    <a:gd name="connsiteY1" fmla="*/ 247649 h 555625"/>
                    <a:gd name="connsiteX2" fmla="*/ 3969 w 2603340"/>
                    <a:gd name="connsiteY2" fmla="*/ 292100 h 555625"/>
                    <a:gd name="connsiteX3" fmla="*/ 451644 w 2603340"/>
                    <a:gd name="connsiteY3" fmla="*/ 555625 h 555625"/>
                    <a:gd name="connsiteX4" fmla="*/ 2553494 w 2603340"/>
                    <a:gd name="connsiteY4" fmla="*/ 485775 h 555625"/>
                    <a:gd name="connsiteX5" fmla="*/ 2556669 w 2603340"/>
                    <a:gd name="connsiteY5" fmla="*/ 142875 h 555625"/>
                    <a:gd name="connsiteX6" fmla="*/ 1610519 w 2603340"/>
                    <a:gd name="connsiteY6" fmla="*/ 0 h 555625"/>
                    <a:gd name="connsiteX7" fmla="*/ 10319 w 2603340"/>
                    <a:gd name="connsiteY7" fmla="*/ 38100 h 555625"/>
                    <a:gd name="connsiteX8" fmla="*/ 7144 w 2603340"/>
                    <a:gd name="connsiteY8" fmla="*/ 76200 h 555625"/>
                    <a:gd name="connsiteX9" fmla="*/ 467519 w 2603340"/>
                    <a:gd name="connsiteY9" fmla="*/ 244475 h 555625"/>
                    <a:gd name="connsiteX10" fmla="*/ 2474119 w 2603340"/>
                    <a:gd name="connsiteY10" fmla="*/ 209550 h 555625"/>
                    <a:gd name="connsiteX11" fmla="*/ 2483644 w 2603340"/>
                    <a:gd name="connsiteY11" fmla="*/ 425450 h 555625"/>
                    <a:gd name="connsiteX12" fmla="*/ 489744 w 2603340"/>
                    <a:gd name="connsiteY12" fmla="*/ 488950 h 555625"/>
                    <a:gd name="connsiteX13" fmla="*/ 67469 w 2603340"/>
                    <a:gd name="connsiteY13" fmla="*/ 244475 h 555625"/>
                    <a:gd name="connsiteX0" fmla="*/ 67469 w 2603340"/>
                    <a:gd name="connsiteY0" fmla="*/ 244475 h 555625"/>
                    <a:gd name="connsiteX1" fmla="*/ 0 w 2603340"/>
                    <a:gd name="connsiteY1" fmla="*/ 242887 h 555625"/>
                    <a:gd name="connsiteX2" fmla="*/ 3969 w 2603340"/>
                    <a:gd name="connsiteY2" fmla="*/ 292100 h 555625"/>
                    <a:gd name="connsiteX3" fmla="*/ 451644 w 2603340"/>
                    <a:gd name="connsiteY3" fmla="*/ 555625 h 555625"/>
                    <a:gd name="connsiteX4" fmla="*/ 2553494 w 2603340"/>
                    <a:gd name="connsiteY4" fmla="*/ 485775 h 555625"/>
                    <a:gd name="connsiteX5" fmla="*/ 2556669 w 2603340"/>
                    <a:gd name="connsiteY5" fmla="*/ 142875 h 555625"/>
                    <a:gd name="connsiteX6" fmla="*/ 1610519 w 2603340"/>
                    <a:gd name="connsiteY6" fmla="*/ 0 h 555625"/>
                    <a:gd name="connsiteX7" fmla="*/ 10319 w 2603340"/>
                    <a:gd name="connsiteY7" fmla="*/ 38100 h 555625"/>
                    <a:gd name="connsiteX8" fmla="*/ 7144 w 2603340"/>
                    <a:gd name="connsiteY8" fmla="*/ 76200 h 555625"/>
                    <a:gd name="connsiteX9" fmla="*/ 467519 w 2603340"/>
                    <a:gd name="connsiteY9" fmla="*/ 244475 h 555625"/>
                    <a:gd name="connsiteX10" fmla="*/ 2474119 w 2603340"/>
                    <a:gd name="connsiteY10" fmla="*/ 209550 h 555625"/>
                    <a:gd name="connsiteX11" fmla="*/ 2483644 w 2603340"/>
                    <a:gd name="connsiteY11" fmla="*/ 425450 h 555625"/>
                    <a:gd name="connsiteX12" fmla="*/ 489744 w 2603340"/>
                    <a:gd name="connsiteY12" fmla="*/ 488950 h 555625"/>
                    <a:gd name="connsiteX13" fmla="*/ 67469 w 2603340"/>
                    <a:gd name="connsiteY13" fmla="*/ 244475 h 555625"/>
                    <a:gd name="connsiteX0" fmla="*/ 67469 w 2603340"/>
                    <a:gd name="connsiteY0" fmla="*/ 244475 h 555625"/>
                    <a:gd name="connsiteX1" fmla="*/ 0 w 2603340"/>
                    <a:gd name="connsiteY1" fmla="*/ 242887 h 555625"/>
                    <a:gd name="connsiteX2" fmla="*/ 3969 w 2603340"/>
                    <a:gd name="connsiteY2" fmla="*/ 292100 h 555625"/>
                    <a:gd name="connsiteX3" fmla="*/ 451644 w 2603340"/>
                    <a:gd name="connsiteY3" fmla="*/ 555625 h 555625"/>
                    <a:gd name="connsiteX4" fmla="*/ 2553494 w 2603340"/>
                    <a:gd name="connsiteY4" fmla="*/ 485775 h 555625"/>
                    <a:gd name="connsiteX5" fmla="*/ 2556669 w 2603340"/>
                    <a:gd name="connsiteY5" fmla="*/ 142875 h 555625"/>
                    <a:gd name="connsiteX6" fmla="*/ 1610519 w 2603340"/>
                    <a:gd name="connsiteY6" fmla="*/ 0 h 555625"/>
                    <a:gd name="connsiteX7" fmla="*/ 19844 w 2603340"/>
                    <a:gd name="connsiteY7" fmla="*/ 33337 h 555625"/>
                    <a:gd name="connsiteX8" fmla="*/ 7144 w 2603340"/>
                    <a:gd name="connsiteY8" fmla="*/ 76200 h 555625"/>
                    <a:gd name="connsiteX9" fmla="*/ 467519 w 2603340"/>
                    <a:gd name="connsiteY9" fmla="*/ 244475 h 555625"/>
                    <a:gd name="connsiteX10" fmla="*/ 2474119 w 2603340"/>
                    <a:gd name="connsiteY10" fmla="*/ 209550 h 555625"/>
                    <a:gd name="connsiteX11" fmla="*/ 2483644 w 2603340"/>
                    <a:gd name="connsiteY11" fmla="*/ 425450 h 555625"/>
                    <a:gd name="connsiteX12" fmla="*/ 489744 w 2603340"/>
                    <a:gd name="connsiteY12" fmla="*/ 488950 h 555625"/>
                    <a:gd name="connsiteX13" fmla="*/ 67469 w 2603340"/>
                    <a:gd name="connsiteY13" fmla="*/ 244475 h 555625"/>
                    <a:gd name="connsiteX0" fmla="*/ 67469 w 2603340"/>
                    <a:gd name="connsiteY0" fmla="*/ 244475 h 555625"/>
                    <a:gd name="connsiteX1" fmla="*/ 0 w 2603340"/>
                    <a:gd name="connsiteY1" fmla="*/ 242887 h 555625"/>
                    <a:gd name="connsiteX2" fmla="*/ 3969 w 2603340"/>
                    <a:gd name="connsiteY2" fmla="*/ 292100 h 555625"/>
                    <a:gd name="connsiteX3" fmla="*/ 451644 w 2603340"/>
                    <a:gd name="connsiteY3" fmla="*/ 555625 h 555625"/>
                    <a:gd name="connsiteX4" fmla="*/ 2553494 w 2603340"/>
                    <a:gd name="connsiteY4" fmla="*/ 485775 h 555625"/>
                    <a:gd name="connsiteX5" fmla="*/ 2556669 w 2603340"/>
                    <a:gd name="connsiteY5" fmla="*/ 142875 h 555625"/>
                    <a:gd name="connsiteX6" fmla="*/ 1610519 w 2603340"/>
                    <a:gd name="connsiteY6" fmla="*/ 0 h 555625"/>
                    <a:gd name="connsiteX7" fmla="*/ 10319 w 2603340"/>
                    <a:gd name="connsiteY7" fmla="*/ 30955 h 555625"/>
                    <a:gd name="connsiteX8" fmla="*/ 7144 w 2603340"/>
                    <a:gd name="connsiteY8" fmla="*/ 76200 h 555625"/>
                    <a:gd name="connsiteX9" fmla="*/ 467519 w 2603340"/>
                    <a:gd name="connsiteY9" fmla="*/ 244475 h 555625"/>
                    <a:gd name="connsiteX10" fmla="*/ 2474119 w 2603340"/>
                    <a:gd name="connsiteY10" fmla="*/ 209550 h 555625"/>
                    <a:gd name="connsiteX11" fmla="*/ 2483644 w 2603340"/>
                    <a:gd name="connsiteY11" fmla="*/ 425450 h 555625"/>
                    <a:gd name="connsiteX12" fmla="*/ 489744 w 2603340"/>
                    <a:gd name="connsiteY12" fmla="*/ 488950 h 555625"/>
                    <a:gd name="connsiteX13" fmla="*/ 67469 w 2603340"/>
                    <a:gd name="connsiteY13" fmla="*/ 244475 h 555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603340" h="555625">
                      <a:moveTo>
                        <a:pt x="67469" y="244475"/>
                      </a:moveTo>
                      <a:cubicBezTo>
                        <a:pt x="66940" y="247651"/>
                        <a:pt x="46301" y="239713"/>
                        <a:pt x="0" y="242887"/>
                      </a:cubicBezTo>
                      <a:cubicBezTo>
                        <a:pt x="6086" y="288924"/>
                        <a:pt x="-2116" y="262732"/>
                        <a:pt x="3969" y="292100"/>
                      </a:cubicBezTo>
                      <a:lnTo>
                        <a:pt x="451644" y="555625"/>
                      </a:lnTo>
                      <a:lnTo>
                        <a:pt x="2553494" y="485775"/>
                      </a:lnTo>
                      <a:cubicBezTo>
                        <a:pt x="2605352" y="396875"/>
                        <a:pt x="2631811" y="276225"/>
                        <a:pt x="2556669" y="142875"/>
                      </a:cubicBezTo>
                      <a:lnTo>
                        <a:pt x="1610519" y="0"/>
                      </a:lnTo>
                      <a:lnTo>
                        <a:pt x="10319" y="30955"/>
                      </a:lnTo>
                      <a:lnTo>
                        <a:pt x="7144" y="76200"/>
                      </a:lnTo>
                      <a:lnTo>
                        <a:pt x="467519" y="244475"/>
                      </a:lnTo>
                      <a:lnTo>
                        <a:pt x="2474119" y="209550"/>
                      </a:lnTo>
                      <a:cubicBezTo>
                        <a:pt x="2527565" y="280988"/>
                        <a:pt x="2515923" y="346075"/>
                        <a:pt x="2483644" y="425450"/>
                      </a:cubicBezTo>
                      <a:lnTo>
                        <a:pt x="489744" y="488950"/>
                      </a:lnTo>
                      <a:lnTo>
                        <a:pt x="67469" y="244475"/>
                      </a:lnTo>
                      <a:close/>
                    </a:path>
                  </a:pathLst>
                </a:custGeom>
                <a:solidFill>
                  <a:srgbClr val="507C89"/>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2701" b="0" i="0" u="none" strike="noStrike" kern="0" cap="none" spc="0" normalizeH="0" baseline="0" noProof="0" dirty="0">
                    <a:ln>
                      <a:noFill/>
                    </a:ln>
                    <a:solidFill>
                      <a:prstClr val="white"/>
                    </a:solidFill>
                    <a:effectLst/>
                    <a:uLnTx/>
                    <a:uFillTx/>
                    <a:latin typeface="Arial"/>
                    <a:cs typeface="+mn-cs"/>
                  </a:endParaRPr>
                </a:p>
              </p:txBody>
            </p:sp>
            <p:sp>
              <p:nvSpPr>
                <p:cNvPr id="99" name="Freeform 28">
                  <a:extLst>
                    <a:ext uri="{FF2B5EF4-FFF2-40B4-BE49-F238E27FC236}">
                      <a16:creationId xmlns:a16="http://schemas.microsoft.com/office/drawing/2014/main" id="{14DCCA26-6352-F35C-E186-52963E8ACE0E}"/>
                    </a:ext>
                  </a:extLst>
                </p:cNvPr>
                <p:cNvSpPr/>
                <p:nvPr/>
              </p:nvSpPr>
              <p:spPr>
                <a:xfrm>
                  <a:off x="3695702" y="3233738"/>
                  <a:ext cx="2458684" cy="383382"/>
                </a:xfrm>
                <a:custGeom>
                  <a:avLst/>
                  <a:gdLst>
                    <a:gd name="connsiteX0" fmla="*/ 7144 w 2424113"/>
                    <a:gd name="connsiteY0" fmla="*/ 0 h 378619"/>
                    <a:gd name="connsiteX1" fmla="*/ 0 w 2424113"/>
                    <a:gd name="connsiteY1" fmla="*/ 130969 h 378619"/>
                    <a:gd name="connsiteX2" fmla="*/ 431007 w 2424113"/>
                    <a:gd name="connsiteY2" fmla="*/ 378619 h 378619"/>
                    <a:gd name="connsiteX3" fmla="*/ 2424113 w 2424113"/>
                    <a:gd name="connsiteY3" fmla="*/ 304800 h 378619"/>
                    <a:gd name="connsiteX4" fmla="*/ 2414588 w 2424113"/>
                    <a:gd name="connsiteY4" fmla="*/ 109538 h 378619"/>
                    <a:gd name="connsiteX5" fmla="*/ 428625 w 2424113"/>
                    <a:gd name="connsiteY5" fmla="*/ 150019 h 378619"/>
                    <a:gd name="connsiteX6" fmla="*/ 7144 w 2424113"/>
                    <a:gd name="connsiteY6" fmla="*/ 0 h 378619"/>
                    <a:gd name="connsiteX0" fmla="*/ 7144 w 2436996"/>
                    <a:gd name="connsiteY0" fmla="*/ 0 h 378619"/>
                    <a:gd name="connsiteX1" fmla="*/ 0 w 2436996"/>
                    <a:gd name="connsiteY1" fmla="*/ 130969 h 378619"/>
                    <a:gd name="connsiteX2" fmla="*/ 431007 w 2436996"/>
                    <a:gd name="connsiteY2" fmla="*/ 378619 h 378619"/>
                    <a:gd name="connsiteX3" fmla="*/ 2424113 w 2436996"/>
                    <a:gd name="connsiteY3" fmla="*/ 304800 h 378619"/>
                    <a:gd name="connsiteX4" fmla="*/ 2414588 w 2436996"/>
                    <a:gd name="connsiteY4" fmla="*/ 109538 h 378619"/>
                    <a:gd name="connsiteX5" fmla="*/ 428625 w 2436996"/>
                    <a:gd name="connsiteY5" fmla="*/ 150019 h 378619"/>
                    <a:gd name="connsiteX6" fmla="*/ 7144 w 2436996"/>
                    <a:gd name="connsiteY6" fmla="*/ 0 h 378619"/>
                    <a:gd name="connsiteX0" fmla="*/ 7144 w 2448855"/>
                    <a:gd name="connsiteY0" fmla="*/ 0 h 378619"/>
                    <a:gd name="connsiteX1" fmla="*/ 0 w 2448855"/>
                    <a:gd name="connsiteY1" fmla="*/ 130969 h 378619"/>
                    <a:gd name="connsiteX2" fmla="*/ 431007 w 2448855"/>
                    <a:gd name="connsiteY2" fmla="*/ 378619 h 378619"/>
                    <a:gd name="connsiteX3" fmla="*/ 2424113 w 2448855"/>
                    <a:gd name="connsiteY3" fmla="*/ 304800 h 378619"/>
                    <a:gd name="connsiteX4" fmla="*/ 2414588 w 2448855"/>
                    <a:gd name="connsiteY4" fmla="*/ 109538 h 378619"/>
                    <a:gd name="connsiteX5" fmla="*/ 428625 w 2448855"/>
                    <a:gd name="connsiteY5" fmla="*/ 150019 h 378619"/>
                    <a:gd name="connsiteX6" fmla="*/ 7144 w 2448855"/>
                    <a:gd name="connsiteY6" fmla="*/ 0 h 378619"/>
                    <a:gd name="connsiteX0" fmla="*/ 7144 w 2444270"/>
                    <a:gd name="connsiteY0" fmla="*/ 0 h 378619"/>
                    <a:gd name="connsiteX1" fmla="*/ 0 w 2444270"/>
                    <a:gd name="connsiteY1" fmla="*/ 130969 h 378619"/>
                    <a:gd name="connsiteX2" fmla="*/ 431007 w 2444270"/>
                    <a:gd name="connsiteY2" fmla="*/ 378619 h 378619"/>
                    <a:gd name="connsiteX3" fmla="*/ 2414588 w 2444270"/>
                    <a:gd name="connsiteY3" fmla="*/ 314325 h 378619"/>
                    <a:gd name="connsiteX4" fmla="*/ 2414588 w 2444270"/>
                    <a:gd name="connsiteY4" fmla="*/ 109538 h 378619"/>
                    <a:gd name="connsiteX5" fmla="*/ 428625 w 2444270"/>
                    <a:gd name="connsiteY5" fmla="*/ 150019 h 378619"/>
                    <a:gd name="connsiteX6" fmla="*/ 7144 w 2444270"/>
                    <a:gd name="connsiteY6" fmla="*/ 0 h 378619"/>
                    <a:gd name="connsiteX0" fmla="*/ 7144 w 2446779"/>
                    <a:gd name="connsiteY0" fmla="*/ 0 h 378619"/>
                    <a:gd name="connsiteX1" fmla="*/ 0 w 2446779"/>
                    <a:gd name="connsiteY1" fmla="*/ 130969 h 378619"/>
                    <a:gd name="connsiteX2" fmla="*/ 431007 w 2446779"/>
                    <a:gd name="connsiteY2" fmla="*/ 378619 h 378619"/>
                    <a:gd name="connsiteX3" fmla="*/ 2414588 w 2446779"/>
                    <a:gd name="connsiteY3" fmla="*/ 314325 h 378619"/>
                    <a:gd name="connsiteX4" fmla="*/ 2414588 w 2446779"/>
                    <a:gd name="connsiteY4" fmla="*/ 109538 h 378619"/>
                    <a:gd name="connsiteX5" fmla="*/ 428625 w 2446779"/>
                    <a:gd name="connsiteY5" fmla="*/ 150019 h 378619"/>
                    <a:gd name="connsiteX6" fmla="*/ 7144 w 2446779"/>
                    <a:gd name="connsiteY6" fmla="*/ 0 h 378619"/>
                    <a:gd name="connsiteX0" fmla="*/ 7144 w 2446779"/>
                    <a:gd name="connsiteY0" fmla="*/ 0 h 378619"/>
                    <a:gd name="connsiteX1" fmla="*/ 0 w 2446779"/>
                    <a:gd name="connsiteY1" fmla="*/ 130969 h 378619"/>
                    <a:gd name="connsiteX2" fmla="*/ 431007 w 2446779"/>
                    <a:gd name="connsiteY2" fmla="*/ 378619 h 378619"/>
                    <a:gd name="connsiteX3" fmla="*/ 2414588 w 2446779"/>
                    <a:gd name="connsiteY3" fmla="*/ 314325 h 378619"/>
                    <a:gd name="connsiteX4" fmla="*/ 2414588 w 2446779"/>
                    <a:gd name="connsiteY4" fmla="*/ 109538 h 378619"/>
                    <a:gd name="connsiteX5" fmla="*/ 433388 w 2446779"/>
                    <a:gd name="connsiteY5" fmla="*/ 140494 h 378619"/>
                    <a:gd name="connsiteX6" fmla="*/ 7144 w 2446779"/>
                    <a:gd name="connsiteY6" fmla="*/ 0 h 378619"/>
                    <a:gd name="connsiteX0" fmla="*/ 7144 w 2446779"/>
                    <a:gd name="connsiteY0" fmla="*/ 0 h 378619"/>
                    <a:gd name="connsiteX1" fmla="*/ 0 w 2446779"/>
                    <a:gd name="connsiteY1" fmla="*/ 130969 h 378619"/>
                    <a:gd name="connsiteX2" fmla="*/ 431007 w 2446779"/>
                    <a:gd name="connsiteY2" fmla="*/ 378619 h 378619"/>
                    <a:gd name="connsiteX3" fmla="*/ 2414588 w 2446779"/>
                    <a:gd name="connsiteY3" fmla="*/ 314325 h 378619"/>
                    <a:gd name="connsiteX4" fmla="*/ 2414588 w 2446779"/>
                    <a:gd name="connsiteY4" fmla="*/ 100013 h 378619"/>
                    <a:gd name="connsiteX5" fmla="*/ 433388 w 2446779"/>
                    <a:gd name="connsiteY5" fmla="*/ 140494 h 378619"/>
                    <a:gd name="connsiteX6" fmla="*/ 7144 w 2446779"/>
                    <a:gd name="connsiteY6" fmla="*/ 0 h 378619"/>
                    <a:gd name="connsiteX0" fmla="*/ 7144 w 2446779"/>
                    <a:gd name="connsiteY0" fmla="*/ 0 h 378619"/>
                    <a:gd name="connsiteX1" fmla="*/ 0 w 2446779"/>
                    <a:gd name="connsiteY1" fmla="*/ 130969 h 378619"/>
                    <a:gd name="connsiteX2" fmla="*/ 431007 w 2446779"/>
                    <a:gd name="connsiteY2" fmla="*/ 378619 h 378619"/>
                    <a:gd name="connsiteX3" fmla="*/ 2414588 w 2446779"/>
                    <a:gd name="connsiteY3" fmla="*/ 314325 h 378619"/>
                    <a:gd name="connsiteX4" fmla="*/ 2414588 w 2446779"/>
                    <a:gd name="connsiteY4" fmla="*/ 100013 h 378619"/>
                    <a:gd name="connsiteX5" fmla="*/ 442913 w 2446779"/>
                    <a:gd name="connsiteY5" fmla="*/ 142875 h 378619"/>
                    <a:gd name="connsiteX6" fmla="*/ 7144 w 2446779"/>
                    <a:gd name="connsiteY6" fmla="*/ 0 h 378619"/>
                    <a:gd name="connsiteX0" fmla="*/ 7144 w 2446779"/>
                    <a:gd name="connsiteY0" fmla="*/ 0 h 378619"/>
                    <a:gd name="connsiteX1" fmla="*/ 0 w 2446779"/>
                    <a:gd name="connsiteY1" fmla="*/ 130969 h 378619"/>
                    <a:gd name="connsiteX2" fmla="*/ 431007 w 2446779"/>
                    <a:gd name="connsiteY2" fmla="*/ 378619 h 378619"/>
                    <a:gd name="connsiteX3" fmla="*/ 2414588 w 2446779"/>
                    <a:gd name="connsiteY3" fmla="*/ 314325 h 378619"/>
                    <a:gd name="connsiteX4" fmla="*/ 2414588 w 2446779"/>
                    <a:gd name="connsiteY4" fmla="*/ 100013 h 378619"/>
                    <a:gd name="connsiteX5" fmla="*/ 445294 w 2446779"/>
                    <a:gd name="connsiteY5" fmla="*/ 135731 h 378619"/>
                    <a:gd name="connsiteX6" fmla="*/ 7144 w 2446779"/>
                    <a:gd name="connsiteY6" fmla="*/ 0 h 378619"/>
                    <a:gd name="connsiteX0" fmla="*/ 9525 w 2446779"/>
                    <a:gd name="connsiteY0" fmla="*/ 0 h 385763"/>
                    <a:gd name="connsiteX1" fmla="*/ 0 w 2446779"/>
                    <a:gd name="connsiteY1" fmla="*/ 138113 h 385763"/>
                    <a:gd name="connsiteX2" fmla="*/ 431007 w 2446779"/>
                    <a:gd name="connsiteY2" fmla="*/ 385763 h 385763"/>
                    <a:gd name="connsiteX3" fmla="*/ 2414588 w 2446779"/>
                    <a:gd name="connsiteY3" fmla="*/ 321469 h 385763"/>
                    <a:gd name="connsiteX4" fmla="*/ 2414588 w 2446779"/>
                    <a:gd name="connsiteY4" fmla="*/ 107157 h 385763"/>
                    <a:gd name="connsiteX5" fmla="*/ 445294 w 2446779"/>
                    <a:gd name="connsiteY5" fmla="*/ 142875 h 385763"/>
                    <a:gd name="connsiteX6" fmla="*/ 9525 w 2446779"/>
                    <a:gd name="connsiteY6" fmla="*/ 0 h 385763"/>
                    <a:gd name="connsiteX0" fmla="*/ 9525 w 2446779"/>
                    <a:gd name="connsiteY0" fmla="*/ 0 h 385763"/>
                    <a:gd name="connsiteX1" fmla="*/ 0 w 2446779"/>
                    <a:gd name="connsiteY1" fmla="*/ 138113 h 385763"/>
                    <a:gd name="connsiteX2" fmla="*/ 431007 w 2446779"/>
                    <a:gd name="connsiteY2" fmla="*/ 385763 h 385763"/>
                    <a:gd name="connsiteX3" fmla="*/ 2414588 w 2446779"/>
                    <a:gd name="connsiteY3" fmla="*/ 321469 h 385763"/>
                    <a:gd name="connsiteX4" fmla="*/ 2414588 w 2446779"/>
                    <a:gd name="connsiteY4" fmla="*/ 107157 h 385763"/>
                    <a:gd name="connsiteX5" fmla="*/ 445294 w 2446779"/>
                    <a:gd name="connsiteY5" fmla="*/ 142875 h 385763"/>
                    <a:gd name="connsiteX6" fmla="*/ 9525 w 2446779"/>
                    <a:gd name="connsiteY6" fmla="*/ 0 h 385763"/>
                    <a:gd name="connsiteX0" fmla="*/ 9525 w 2446779"/>
                    <a:gd name="connsiteY0" fmla="*/ 0 h 385763"/>
                    <a:gd name="connsiteX1" fmla="*/ 0 w 2446779"/>
                    <a:gd name="connsiteY1" fmla="*/ 138113 h 385763"/>
                    <a:gd name="connsiteX2" fmla="*/ 431007 w 2446779"/>
                    <a:gd name="connsiteY2" fmla="*/ 385763 h 385763"/>
                    <a:gd name="connsiteX3" fmla="*/ 2414588 w 2446779"/>
                    <a:gd name="connsiteY3" fmla="*/ 321469 h 385763"/>
                    <a:gd name="connsiteX4" fmla="*/ 2414588 w 2446779"/>
                    <a:gd name="connsiteY4" fmla="*/ 107157 h 385763"/>
                    <a:gd name="connsiteX5" fmla="*/ 445294 w 2446779"/>
                    <a:gd name="connsiteY5" fmla="*/ 142875 h 385763"/>
                    <a:gd name="connsiteX6" fmla="*/ 9525 w 2446779"/>
                    <a:gd name="connsiteY6" fmla="*/ 0 h 385763"/>
                    <a:gd name="connsiteX0" fmla="*/ 14287 w 2451541"/>
                    <a:gd name="connsiteY0" fmla="*/ 0 h 385763"/>
                    <a:gd name="connsiteX1" fmla="*/ 0 w 2451541"/>
                    <a:gd name="connsiteY1" fmla="*/ 145257 h 385763"/>
                    <a:gd name="connsiteX2" fmla="*/ 435769 w 2451541"/>
                    <a:gd name="connsiteY2" fmla="*/ 385763 h 385763"/>
                    <a:gd name="connsiteX3" fmla="*/ 2419350 w 2451541"/>
                    <a:gd name="connsiteY3" fmla="*/ 321469 h 385763"/>
                    <a:gd name="connsiteX4" fmla="*/ 2419350 w 2451541"/>
                    <a:gd name="connsiteY4" fmla="*/ 107157 h 385763"/>
                    <a:gd name="connsiteX5" fmla="*/ 450056 w 2451541"/>
                    <a:gd name="connsiteY5" fmla="*/ 142875 h 385763"/>
                    <a:gd name="connsiteX6" fmla="*/ 14287 w 2451541"/>
                    <a:gd name="connsiteY6" fmla="*/ 0 h 385763"/>
                    <a:gd name="connsiteX0" fmla="*/ 4762 w 2451541"/>
                    <a:gd name="connsiteY0" fmla="*/ 0 h 383382"/>
                    <a:gd name="connsiteX1" fmla="*/ 0 w 2451541"/>
                    <a:gd name="connsiteY1" fmla="*/ 142876 h 383382"/>
                    <a:gd name="connsiteX2" fmla="*/ 435769 w 2451541"/>
                    <a:gd name="connsiteY2" fmla="*/ 383382 h 383382"/>
                    <a:gd name="connsiteX3" fmla="*/ 2419350 w 2451541"/>
                    <a:gd name="connsiteY3" fmla="*/ 319088 h 383382"/>
                    <a:gd name="connsiteX4" fmla="*/ 2419350 w 2451541"/>
                    <a:gd name="connsiteY4" fmla="*/ 104776 h 383382"/>
                    <a:gd name="connsiteX5" fmla="*/ 450056 w 2451541"/>
                    <a:gd name="connsiteY5" fmla="*/ 140494 h 383382"/>
                    <a:gd name="connsiteX6" fmla="*/ 4762 w 2451541"/>
                    <a:gd name="connsiteY6" fmla="*/ 0 h 383382"/>
                    <a:gd name="connsiteX0" fmla="*/ 4762 w 2451541"/>
                    <a:gd name="connsiteY0" fmla="*/ 0 h 383382"/>
                    <a:gd name="connsiteX1" fmla="*/ 0 w 2451541"/>
                    <a:gd name="connsiteY1" fmla="*/ 142876 h 383382"/>
                    <a:gd name="connsiteX2" fmla="*/ 435769 w 2451541"/>
                    <a:gd name="connsiteY2" fmla="*/ 383382 h 383382"/>
                    <a:gd name="connsiteX3" fmla="*/ 2419350 w 2451541"/>
                    <a:gd name="connsiteY3" fmla="*/ 319088 h 383382"/>
                    <a:gd name="connsiteX4" fmla="*/ 2419350 w 2451541"/>
                    <a:gd name="connsiteY4" fmla="*/ 104776 h 383382"/>
                    <a:gd name="connsiteX5" fmla="*/ 450056 w 2451541"/>
                    <a:gd name="connsiteY5" fmla="*/ 140494 h 383382"/>
                    <a:gd name="connsiteX6" fmla="*/ 4762 w 2451541"/>
                    <a:gd name="connsiteY6" fmla="*/ 0 h 383382"/>
                    <a:gd name="connsiteX0" fmla="*/ 11905 w 2458684"/>
                    <a:gd name="connsiteY0" fmla="*/ 0 h 383382"/>
                    <a:gd name="connsiteX1" fmla="*/ 0 w 2458684"/>
                    <a:gd name="connsiteY1" fmla="*/ 138114 h 383382"/>
                    <a:gd name="connsiteX2" fmla="*/ 442912 w 2458684"/>
                    <a:gd name="connsiteY2" fmla="*/ 383382 h 383382"/>
                    <a:gd name="connsiteX3" fmla="*/ 2426493 w 2458684"/>
                    <a:gd name="connsiteY3" fmla="*/ 319088 h 383382"/>
                    <a:gd name="connsiteX4" fmla="*/ 2426493 w 2458684"/>
                    <a:gd name="connsiteY4" fmla="*/ 104776 h 383382"/>
                    <a:gd name="connsiteX5" fmla="*/ 457199 w 2458684"/>
                    <a:gd name="connsiteY5" fmla="*/ 140494 h 383382"/>
                    <a:gd name="connsiteX6" fmla="*/ 11905 w 2458684"/>
                    <a:gd name="connsiteY6" fmla="*/ 0 h 383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58684" h="383382">
                      <a:moveTo>
                        <a:pt x="11905" y="0"/>
                      </a:moveTo>
                      <a:cubicBezTo>
                        <a:pt x="25399" y="53182"/>
                        <a:pt x="19843" y="123033"/>
                        <a:pt x="0" y="138114"/>
                      </a:cubicBezTo>
                      <a:lnTo>
                        <a:pt x="442912" y="383382"/>
                      </a:lnTo>
                      <a:lnTo>
                        <a:pt x="2426493" y="319088"/>
                      </a:lnTo>
                      <a:cubicBezTo>
                        <a:pt x="2466181" y="277813"/>
                        <a:pt x="2472531" y="174625"/>
                        <a:pt x="2426493" y="104776"/>
                      </a:cubicBezTo>
                      <a:lnTo>
                        <a:pt x="457199" y="140494"/>
                      </a:lnTo>
                      <a:lnTo>
                        <a:pt x="11905" y="0"/>
                      </a:lnTo>
                      <a:close/>
                    </a:path>
                  </a:pathLst>
                </a:custGeom>
                <a:solidFill>
                  <a:sysClr val="window" lastClr="FFFFFF"/>
                </a:solidFill>
                <a:ln w="12700" cap="flat" cmpd="sng" algn="ctr">
                  <a:noFill/>
                  <a:prstDash val="solid"/>
                  <a:miter lim="800000"/>
                </a:ln>
                <a:effectLst>
                  <a:outerShdw blurRad="50800" dist="38100" dir="8100000" algn="tr" rotWithShape="0">
                    <a:prstClr val="black">
                      <a:alpha val="4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2701" b="0" i="0" u="none" strike="noStrike" kern="0" cap="none" spc="0" normalizeH="0" baseline="0" noProof="0" dirty="0">
                    <a:ln>
                      <a:noFill/>
                    </a:ln>
                    <a:solidFill>
                      <a:prstClr val="white"/>
                    </a:solidFill>
                    <a:effectLst/>
                    <a:uLnTx/>
                    <a:uFillTx/>
                    <a:latin typeface="Arial"/>
                    <a:cs typeface="+mn-cs"/>
                  </a:endParaRPr>
                </a:p>
              </p:txBody>
            </p:sp>
          </p:grpSp>
        </p:grpSp>
        <p:sp>
          <p:nvSpPr>
            <p:cNvPr id="83" name="Freeform: Shape 114">
              <a:extLst>
                <a:ext uri="{FF2B5EF4-FFF2-40B4-BE49-F238E27FC236}">
                  <a16:creationId xmlns:a16="http://schemas.microsoft.com/office/drawing/2014/main" id="{1D88A4F3-91B7-DDC7-B9EB-63264B821255}"/>
                </a:ext>
              </a:extLst>
            </p:cNvPr>
            <p:cNvSpPr/>
            <p:nvPr/>
          </p:nvSpPr>
          <p:spPr>
            <a:xfrm>
              <a:off x="1468798" y="4498667"/>
              <a:ext cx="3184355" cy="1504523"/>
            </a:xfrm>
            <a:custGeom>
              <a:avLst/>
              <a:gdLst>
                <a:gd name="connsiteX0" fmla="*/ 5233035 w 5795962"/>
                <a:gd name="connsiteY0" fmla="*/ 2738438 h 2738437"/>
                <a:gd name="connsiteX1" fmla="*/ 555308 w 5795962"/>
                <a:gd name="connsiteY1" fmla="*/ 2738438 h 2738437"/>
                <a:gd name="connsiteX2" fmla="*/ 357188 w 5795962"/>
                <a:gd name="connsiteY2" fmla="*/ 2566035 h 2738437"/>
                <a:gd name="connsiteX3" fmla="*/ 0 w 5795962"/>
                <a:gd name="connsiteY3" fmla="*/ 0 h 2738437"/>
                <a:gd name="connsiteX4" fmla="*/ 5795963 w 5795962"/>
                <a:gd name="connsiteY4" fmla="*/ 0 h 2738437"/>
                <a:gd name="connsiteX5" fmla="*/ 5430203 w 5795962"/>
                <a:gd name="connsiteY5" fmla="*/ 2566988 h 2738437"/>
                <a:gd name="connsiteX6" fmla="*/ 5233035 w 5795962"/>
                <a:gd name="connsiteY6" fmla="*/ 2738438 h 2738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95962" h="2738437">
                  <a:moveTo>
                    <a:pt x="5233035" y="2738438"/>
                  </a:moveTo>
                  <a:lnTo>
                    <a:pt x="555308" y="2738438"/>
                  </a:lnTo>
                  <a:cubicBezTo>
                    <a:pt x="455295" y="2738438"/>
                    <a:pt x="371475" y="2665095"/>
                    <a:pt x="357188" y="2566035"/>
                  </a:cubicBezTo>
                  <a:lnTo>
                    <a:pt x="0" y="0"/>
                  </a:lnTo>
                  <a:lnTo>
                    <a:pt x="5795963" y="0"/>
                  </a:lnTo>
                  <a:lnTo>
                    <a:pt x="5430203" y="2566988"/>
                  </a:lnTo>
                  <a:cubicBezTo>
                    <a:pt x="5415915" y="2665095"/>
                    <a:pt x="5332095" y="2738438"/>
                    <a:pt x="5233035" y="2738438"/>
                  </a:cubicBezTo>
                  <a:close/>
                </a:path>
              </a:pathLst>
            </a:custGeom>
            <a:solidFill>
              <a:srgbClr val="01484C"/>
            </a:solidFill>
            <a:ln w="9525"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a:endParaRPr>
            </a:p>
          </p:txBody>
        </p:sp>
        <p:sp>
          <p:nvSpPr>
            <p:cNvPr id="84" name="Freeform: Shape 115">
              <a:extLst>
                <a:ext uri="{FF2B5EF4-FFF2-40B4-BE49-F238E27FC236}">
                  <a16:creationId xmlns:a16="http://schemas.microsoft.com/office/drawing/2014/main" id="{864B42EE-D233-94E2-FC54-97226D063357}"/>
                </a:ext>
              </a:extLst>
            </p:cNvPr>
            <p:cNvSpPr/>
            <p:nvPr/>
          </p:nvSpPr>
          <p:spPr>
            <a:xfrm>
              <a:off x="1712138" y="5040818"/>
              <a:ext cx="2697674" cy="112512"/>
            </a:xfrm>
            <a:custGeom>
              <a:avLst/>
              <a:gdLst>
                <a:gd name="connsiteX0" fmla="*/ 0 w 4910137"/>
                <a:gd name="connsiteY0" fmla="*/ 0 h 204787"/>
                <a:gd name="connsiteX1" fmla="*/ 4910138 w 4910137"/>
                <a:gd name="connsiteY1" fmla="*/ 0 h 204787"/>
                <a:gd name="connsiteX2" fmla="*/ 4910138 w 4910137"/>
                <a:gd name="connsiteY2" fmla="*/ 204787 h 204787"/>
                <a:gd name="connsiteX3" fmla="*/ 0 w 4910137"/>
                <a:gd name="connsiteY3" fmla="*/ 204787 h 204787"/>
              </a:gdLst>
              <a:ahLst/>
              <a:cxnLst>
                <a:cxn ang="0">
                  <a:pos x="connsiteX0" y="connsiteY0"/>
                </a:cxn>
                <a:cxn ang="0">
                  <a:pos x="connsiteX1" y="connsiteY1"/>
                </a:cxn>
                <a:cxn ang="0">
                  <a:pos x="connsiteX2" y="connsiteY2"/>
                </a:cxn>
                <a:cxn ang="0">
                  <a:pos x="connsiteX3" y="connsiteY3"/>
                </a:cxn>
              </a:cxnLst>
              <a:rect l="l" t="t" r="r" b="b"/>
              <a:pathLst>
                <a:path w="4910137" h="204787">
                  <a:moveTo>
                    <a:pt x="0" y="0"/>
                  </a:moveTo>
                  <a:lnTo>
                    <a:pt x="4910138" y="0"/>
                  </a:lnTo>
                  <a:lnTo>
                    <a:pt x="4910138" y="204787"/>
                  </a:lnTo>
                  <a:lnTo>
                    <a:pt x="0" y="204787"/>
                  </a:lnTo>
                  <a:close/>
                </a:path>
              </a:pathLst>
            </a:custGeom>
            <a:solidFill>
              <a:srgbClr val="02C1C8"/>
            </a:solidFill>
            <a:ln w="9525"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a:endParaRPr>
            </a:p>
          </p:txBody>
        </p:sp>
        <p:sp>
          <p:nvSpPr>
            <p:cNvPr id="85" name="Freeform: Shape 116">
              <a:extLst>
                <a:ext uri="{FF2B5EF4-FFF2-40B4-BE49-F238E27FC236}">
                  <a16:creationId xmlns:a16="http://schemas.microsoft.com/office/drawing/2014/main" id="{6AAC593B-2067-F5DA-3098-D5BC79C0AAE1}"/>
                </a:ext>
              </a:extLst>
            </p:cNvPr>
            <p:cNvSpPr/>
            <p:nvPr/>
          </p:nvSpPr>
          <p:spPr>
            <a:xfrm>
              <a:off x="1752956" y="5733160"/>
              <a:ext cx="2620224" cy="112512"/>
            </a:xfrm>
            <a:custGeom>
              <a:avLst/>
              <a:gdLst>
                <a:gd name="connsiteX0" fmla="*/ 0 w 4769167"/>
                <a:gd name="connsiteY0" fmla="*/ 0 h 204787"/>
                <a:gd name="connsiteX1" fmla="*/ 4769168 w 4769167"/>
                <a:gd name="connsiteY1" fmla="*/ 0 h 204787"/>
                <a:gd name="connsiteX2" fmla="*/ 4769168 w 4769167"/>
                <a:gd name="connsiteY2" fmla="*/ 204787 h 204787"/>
                <a:gd name="connsiteX3" fmla="*/ 0 w 4769167"/>
                <a:gd name="connsiteY3" fmla="*/ 204787 h 204787"/>
              </a:gdLst>
              <a:ahLst/>
              <a:cxnLst>
                <a:cxn ang="0">
                  <a:pos x="connsiteX0" y="connsiteY0"/>
                </a:cxn>
                <a:cxn ang="0">
                  <a:pos x="connsiteX1" y="connsiteY1"/>
                </a:cxn>
                <a:cxn ang="0">
                  <a:pos x="connsiteX2" y="connsiteY2"/>
                </a:cxn>
                <a:cxn ang="0">
                  <a:pos x="connsiteX3" y="connsiteY3"/>
                </a:cxn>
              </a:cxnLst>
              <a:rect l="l" t="t" r="r" b="b"/>
              <a:pathLst>
                <a:path w="4769167" h="204787">
                  <a:moveTo>
                    <a:pt x="0" y="0"/>
                  </a:moveTo>
                  <a:lnTo>
                    <a:pt x="4769168" y="0"/>
                  </a:lnTo>
                  <a:lnTo>
                    <a:pt x="4769168" y="204787"/>
                  </a:lnTo>
                  <a:lnTo>
                    <a:pt x="0" y="204787"/>
                  </a:lnTo>
                  <a:close/>
                </a:path>
              </a:pathLst>
            </a:custGeom>
            <a:solidFill>
              <a:srgbClr val="02C1C8"/>
            </a:solidFill>
            <a:ln w="9525"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a:endParaRPr>
            </a:p>
          </p:txBody>
        </p:sp>
        <p:sp>
          <p:nvSpPr>
            <p:cNvPr id="86" name="Freeform: Shape 117">
              <a:extLst>
                <a:ext uri="{FF2B5EF4-FFF2-40B4-BE49-F238E27FC236}">
                  <a16:creationId xmlns:a16="http://schemas.microsoft.com/office/drawing/2014/main" id="{37A59EFB-FBDC-2F4A-FC2C-D034BEE464CE}"/>
                </a:ext>
              </a:extLst>
            </p:cNvPr>
            <p:cNvSpPr/>
            <p:nvPr/>
          </p:nvSpPr>
          <p:spPr>
            <a:xfrm>
              <a:off x="1714231" y="5308754"/>
              <a:ext cx="2697674" cy="112512"/>
            </a:xfrm>
            <a:custGeom>
              <a:avLst/>
              <a:gdLst>
                <a:gd name="connsiteX0" fmla="*/ 0 w 4910137"/>
                <a:gd name="connsiteY0" fmla="*/ 0 h 204787"/>
                <a:gd name="connsiteX1" fmla="*/ 4910138 w 4910137"/>
                <a:gd name="connsiteY1" fmla="*/ 0 h 204787"/>
                <a:gd name="connsiteX2" fmla="*/ 4910138 w 4910137"/>
                <a:gd name="connsiteY2" fmla="*/ 204788 h 204787"/>
                <a:gd name="connsiteX3" fmla="*/ 0 w 4910137"/>
                <a:gd name="connsiteY3" fmla="*/ 204788 h 204787"/>
              </a:gdLst>
              <a:ahLst/>
              <a:cxnLst>
                <a:cxn ang="0">
                  <a:pos x="connsiteX0" y="connsiteY0"/>
                </a:cxn>
                <a:cxn ang="0">
                  <a:pos x="connsiteX1" y="connsiteY1"/>
                </a:cxn>
                <a:cxn ang="0">
                  <a:pos x="connsiteX2" y="connsiteY2"/>
                </a:cxn>
                <a:cxn ang="0">
                  <a:pos x="connsiteX3" y="connsiteY3"/>
                </a:cxn>
              </a:cxnLst>
              <a:rect l="l" t="t" r="r" b="b"/>
              <a:pathLst>
                <a:path w="4910137" h="204787">
                  <a:moveTo>
                    <a:pt x="0" y="0"/>
                  </a:moveTo>
                  <a:lnTo>
                    <a:pt x="4910138" y="0"/>
                  </a:lnTo>
                  <a:lnTo>
                    <a:pt x="4910138" y="204788"/>
                  </a:lnTo>
                  <a:lnTo>
                    <a:pt x="0" y="204788"/>
                  </a:lnTo>
                  <a:close/>
                </a:path>
              </a:pathLst>
            </a:custGeom>
            <a:solidFill>
              <a:srgbClr val="1A1A1A"/>
            </a:solidFill>
            <a:ln w="9525"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a:endParaRPr>
            </a:p>
          </p:txBody>
        </p:sp>
        <p:sp>
          <p:nvSpPr>
            <p:cNvPr id="87" name="Freeform: Shape 118">
              <a:extLst>
                <a:ext uri="{FF2B5EF4-FFF2-40B4-BE49-F238E27FC236}">
                  <a16:creationId xmlns:a16="http://schemas.microsoft.com/office/drawing/2014/main" id="{721E1159-340F-2A63-0D96-0BF77D570D6E}"/>
                </a:ext>
              </a:extLst>
            </p:cNvPr>
            <p:cNvSpPr/>
            <p:nvPr/>
          </p:nvSpPr>
          <p:spPr>
            <a:xfrm>
              <a:off x="1714231" y="4614319"/>
              <a:ext cx="2697674" cy="112512"/>
            </a:xfrm>
            <a:custGeom>
              <a:avLst/>
              <a:gdLst>
                <a:gd name="connsiteX0" fmla="*/ 0 w 4910137"/>
                <a:gd name="connsiteY0" fmla="*/ 0 h 204787"/>
                <a:gd name="connsiteX1" fmla="*/ 4910138 w 4910137"/>
                <a:gd name="connsiteY1" fmla="*/ 0 h 204787"/>
                <a:gd name="connsiteX2" fmla="*/ 4910138 w 4910137"/>
                <a:gd name="connsiteY2" fmla="*/ 204787 h 204787"/>
                <a:gd name="connsiteX3" fmla="*/ 0 w 4910137"/>
                <a:gd name="connsiteY3" fmla="*/ 204787 h 204787"/>
              </a:gdLst>
              <a:ahLst/>
              <a:cxnLst>
                <a:cxn ang="0">
                  <a:pos x="connsiteX0" y="connsiteY0"/>
                </a:cxn>
                <a:cxn ang="0">
                  <a:pos x="connsiteX1" y="connsiteY1"/>
                </a:cxn>
                <a:cxn ang="0">
                  <a:pos x="connsiteX2" y="connsiteY2"/>
                </a:cxn>
                <a:cxn ang="0">
                  <a:pos x="connsiteX3" y="connsiteY3"/>
                </a:cxn>
              </a:cxnLst>
              <a:rect l="l" t="t" r="r" b="b"/>
              <a:pathLst>
                <a:path w="4910137" h="204787">
                  <a:moveTo>
                    <a:pt x="0" y="0"/>
                  </a:moveTo>
                  <a:lnTo>
                    <a:pt x="4910138" y="0"/>
                  </a:lnTo>
                  <a:lnTo>
                    <a:pt x="4910138" y="204787"/>
                  </a:lnTo>
                  <a:lnTo>
                    <a:pt x="0" y="204787"/>
                  </a:lnTo>
                  <a:close/>
                </a:path>
              </a:pathLst>
            </a:custGeom>
            <a:solidFill>
              <a:srgbClr val="1A1A1A"/>
            </a:solidFill>
            <a:ln w="9525"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a:endParaRPr>
            </a:p>
          </p:txBody>
        </p:sp>
        <p:sp>
          <p:nvSpPr>
            <p:cNvPr id="88" name="Freeform: Shape 119">
              <a:extLst>
                <a:ext uri="{FF2B5EF4-FFF2-40B4-BE49-F238E27FC236}">
                  <a16:creationId xmlns:a16="http://schemas.microsoft.com/office/drawing/2014/main" id="{2E317FF6-E85D-F3DD-A87B-68D0EBFE8E25}"/>
                </a:ext>
              </a:extLst>
            </p:cNvPr>
            <p:cNvSpPr/>
            <p:nvPr/>
          </p:nvSpPr>
          <p:spPr>
            <a:xfrm>
              <a:off x="1201909" y="4118742"/>
              <a:ext cx="3718657" cy="398240"/>
            </a:xfrm>
            <a:custGeom>
              <a:avLst/>
              <a:gdLst>
                <a:gd name="connsiteX0" fmla="*/ 6575108 w 6768465"/>
                <a:gd name="connsiteY0" fmla="*/ 724853 h 724852"/>
                <a:gd name="connsiteX1" fmla="*/ 193358 w 6768465"/>
                <a:gd name="connsiteY1" fmla="*/ 724853 h 724852"/>
                <a:gd name="connsiteX2" fmla="*/ 0 w 6768465"/>
                <a:gd name="connsiteY2" fmla="*/ 531495 h 724852"/>
                <a:gd name="connsiteX3" fmla="*/ 0 w 6768465"/>
                <a:gd name="connsiteY3" fmla="*/ 0 h 724852"/>
                <a:gd name="connsiteX4" fmla="*/ 6768465 w 6768465"/>
                <a:gd name="connsiteY4" fmla="*/ 0 h 724852"/>
                <a:gd name="connsiteX5" fmla="*/ 6768465 w 6768465"/>
                <a:gd name="connsiteY5" fmla="*/ 531495 h 724852"/>
                <a:gd name="connsiteX6" fmla="*/ 6575108 w 6768465"/>
                <a:gd name="connsiteY6" fmla="*/ 724853 h 724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68465" h="724852">
                  <a:moveTo>
                    <a:pt x="6575108" y="724853"/>
                  </a:moveTo>
                  <a:lnTo>
                    <a:pt x="193358" y="724853"/>
                  </a:lnTo>
                  <a:cubicBezTo>
                    <a:pt x="86678" y="724853"/>
                    <a:pt x="0" y="638175"/>
                    <a:pt x="0" y="531495"/>
                  </a:cubicBezTo>
                  <a:lnTo>
                    <a:pt x="0" y="0"/>
                  </a:lnTo>
                  <a:lnTo>
                    <a:pt x="6768465" y="0"/>
                  </a:lnTo>
                  <a:lnTo>
                    <a:pt x="6768465" y="531495"/>
                  </a:lnTo>
                  <a:cubicBezTo>
                    <a:pt x="6768465" y="638175"/>
                    <a:pt x="6681788" y="724853"/>
                    <a:pt x="6575108" y="724853"/>
                  </a:cubicBezTo>
                  <a:close/>
                </a:path>
              </a:pathLst>
            </a:custGeom>
            <a:solidFill>
              <a:srgbClr val="00777E"/>
            </a:solidFill>
            <a:ln w="9525"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Arial"/>
              </a:endParaRPr>
            </a:p>
          </p:txBody>
        </p:sp>
        <p:sp>
          <p:nvSpPr>
            <p:cNvPr id="89" name="Freeform: Shape 120">
              <a:extLst>
                <a:ext uri="{FF2B5EF4-FFF2-40B4-BE49-F238E27FC236}">
                  <a16:creationId xmlns:a16="http://schemas.microsoft.com/office/drawing/2014/main" id="{91E80B62-499A-51B3-3A65-3B3457650895}"/>
                </a:ext>
              </a:extLst>
            </p:cNvPr>
            <p:cNvSpPr/>
            <p:nvPr/>
          </p:nvSpPr>
          <p:spPr>
            <a:xfrm>
              <a:off x="1468798" y="4498667"/>
              <a:ext cx="3184878" cy="1504523"/>
            </a:xfrm>
            <a:custGeom>
              <a:avLst/>
              <a:gdLst>
                <a:gd name="connsiteX0" fmla="*/ 0 w 5796915"/>
                <a:gd name="connsiteY0" fmla="*/ 0 h 2738437"/>
                <a:gd name="connsiteX1" fmla="*/ 357188 w 5796915"/>
                <a:gd name="connsiteY1" fmla="*/ 2566035 h 2738437"/>
                <a:gd name="connsiteX2" fmla="*/ 555308 w 5796915"/>
                <a:gd name="connsiteY2" fmla="*/ 2738438 h 2738437"/>
                <a:gd name="connsiteX3" fmla="*/ 5233035 w 5796915"/>
                <a:gd name="connsiteY3" fmla="*/ 2738438 h 2738437"/>
                <a:gd name="connsiteX4" fmla="*/ 5431155 w 5796915"/>
                <a:gd name="connsiteY4" fmla="*/ 2566988 h 2738437"/>
                <a:gd name="connsiteX5" fmla="*/ 5796915 w 5796915"/>
                <a:gd name="connsiteY5" fmla="*/ 0 h 2738437"/>
                <a:gd name="connsiteX6" fmla="*/ 0 w 5796915"/>
                <a:gd name="connsiteY6" fmla="*/ 0 h 2738437"/>
                <a:gd name="connsiteX7" fmla="*/ 714375 w 5796915"/>
                <a:gd name="connsiteY7" fmla="*/ 2384108 h 2738437"/>
                <a:gd name="connsiteX8" fmla="*/ 645795 w 5796915"/>
                <a:gd name="connsiteY8" fmla="*/ 2452688 h 2738437"/>
                <a:gd name="connsiteX9" fmla="*/ 606743 w 5796915"/>
                <a:gd name="connsiteY9" fmla="*/ 2452688 h 2738437"/>
                <a:gd name="connsiteX10" fmla="*/ 538163 w 5796915"/>
                <a:gd name="connsiteY10" fmla="*/ 2384108 h 2738437"/>
                <a:gd name="connsiteX11" fmla="*/ 442913 w 5796915"/>
                <a:gd name="connsiteY11" fmla="*/ 1547813 h 2738437"/>
                <a:gd name="connsiteX12" fmla="*/ 511493 w 5796915"/>
                <a:gd name="connsiteY12" fmla="*/ 1479232 h 2738437"/>
                <a:gd name="connsiteX13" fmla="*/ 645795 w 5796915"/>
                <a:gd name="connsiteY13" fmla="*/ 1479232 h 2738437"/>
                <a:gd name="connsiteX14" fmla="*/ 714375 w 5796915"/>
                <a:gd name="connsiteY14" fmla="*/ 1547813 h 2738437"/>
                <a:gd name="connsiteX15" fmla="*/ 714375 w 5796915"/>
                <a:gd name="connsiteY15" fmla="*/ 2384108 h 2738437"/>
                <a:gd name="connsiteX16" fmla="*/ 714375 w 5796915"/>
                <a:gd name="connsiteY16" fmla="*/ 1116330 h 2738437"/>
                <a:gd name="connsiteX17" fmla="*/ 645795 w 5796915"/>
                <a:gd name="connsiteY17" fmla="*/ 1184910 h 2738437"/>
                <a:gd name="connsiteX18" fmla="*/ 511493 w 5796915"/>
                <a:gd name="connsiteY18" fmla="*/ 1184910 h 2738437"/>
                <a:gd name="connsiteX19" fmla="*/ 442913 w 5796915"/>
                <a:gd name="connsiteY19" fmla="*/ 1116330 h 2738437"/>
                <a:gd name="connsiteX20" fmla="*/ 442913 w 5796915"/>
                <a:gd name="connsiteY20" fmla="*/ 279082 h 2738437"/>
                <a:gd name="connsiteX21" fmla="*/ 511493 w 5796915"/>
                <a:gd name="connsiteY21" fmla="*/ 210502 h 2738437"/>
                <a:gd name="connsiteX22" fmla="*/ 645795 w 5796915"/>
                <a:gd name="connsiteY22" fmla="*/ 210502 h 2738437"/>
                <a:gd name="connsiteX23" fmla="*/ 714375 w 5796915"/>
                <a:gd name="connsiteY23" fmla="*/ 279082 h 2738437"/>
                <a:gd name="connsiteX24" fmla="*/ 714375 w 5796915"/>
                <a:gd name="connsiteY24" fmla="*/ 1116330 h 2738437"/>
                <a:gd name="connsiteX25" fmla="*/ 1294448 w 5796915"/>
                <a:gd name="connsiteY25" fmla="*/ 2384108 h 2738437"/>
                <a:gd name="connsiteX26" fmla="*/ 1225868 w 5796915"/>
                <a:gd name="connsiteY26" fmla="*/ 2452688 h 2738437"/>
                <a:gd name="connsiteX27" fmla="*/ 1091565 w 5796915"/>
                <a:gd name="connsiteY27" fmla="*/ 2452688 h 2738437"/>
                <a:gd name="connsiteX28" fmla="*/ 1022985 w 5796915"/>
                <a:gd name="connsiteY28" fmla="*/ 2384108 h 2738437"/>
                <a:gd name="connsiteX29" fmla="*/ 1022985 w 5796915"/>
                <a:gd name="connsiteY29" fmla="*/ 1547813 h 2738437"/>
                <a:gd name="connsiteX30" fmla="*/ 1091565 w 5796915"/>
                <a:gd name="connsiteY30" fmla="*/ 1479232 h 2738437"/>
                <a:gd name="connsiteX31" fmla="*/ 1225868 w 5796915"/>
                <a:gd name="connsiteY31" fmla="*/ 1479232 h 2738437"/>
                <a:gd name="connsiteX32" fmla="*/ 1294448 w 5796915"/>
                <a:gd name="connsiteY32" fmla="*/ 1547813 h 2738437"/>
                <a:gd name="connsiteX33" fmla="*/ 1294448 w 5796915"/>
                <a:gd name="connsiteY33" fmla="*/ 2384108 h 2738437"/>
                <a:gd name="connsiteX34" fmla="*/ 1294448 w 5796915"/>
                <a:gd name="connsiteY34" fmla="*/ 1116330 h 2738437"/>
                <a:gd name="connsiteX35" fmla="*/ 1225868 w 5796915"/>
                <a:gd name="connsiteY35" fmla="*/ 1184910 h 2738437"/>
                <a:gd name="connsiteX36" fmla="*/ 1091565 w 5796915"/>
                <a:gd name="connsiteY36" fmla="*/ 1184910 h 2738437"/>
                <a:gd name="connsiteX37" fmla="*/ 1022985 w 5796915"/>
                <a:gd name="connsiteY37" fmla="*/ 1116330 h 2738437"/>
                <a:gd name="connsiteX38" fmla="*/ 1022985 w 5796915"/>
                <a:gd name="connsiteY38" fmla="*/ 279082 h 2738437"/>
                <a:gd name="connsiteX39" fmla="*/ 1091565 w 5796915"/>
                <a:gd name="connsiteY39" fmla="*/ 210502 h 2738437"/>
                <a:gd name="connsiteX40" fmla="*/ 1225868 w 5796915"/>
                <a:gd name="connsiteY40" fmla="*/ 210502 h 2738437"/>
                <a:gd name="connsiteX41" fmla="*/ 1294448 w 5796915"/>
                <a:gd name="connsiteY41" fmla="*/ 279082 h 2738437"/>
                <a:gd name="connsiteX42" fmla="*/ 1294448 w 5796915"/>
                <a:gd name="connsiteY42" fmla="*/ 1116330 h 2738437"/>
                <a:gd name="connsiteX43" fmla="*/ 1874520 w 5796915"/>
                <a:gd name="connsiteY43" fmla="*/ 2384108 h 2738437"/>
                <a:gd name="connsiteX44" fmla="*/ 1805940 w 5796915"/>
                <a:gd name="connsiteY44" fmla="*/ 2452688 h 2738437"/>
                <a:gd name="connsiteX45" fmla="*/ 1671638 w 5796915"/>
                <a:gd name="connsiteY45" fmla="*/ 2452688 h 2738437"/>
                <a:gd name="connsiteX46" fmla="*/ 1603058 w 5796915"/>
                <a:gd name="connsiteY46" fmla="*/ 2384108 h 2738437"/>
                <a:gd name="connsiteX47" fmla="*/ 1603058 w 5796915"/>
                <a:gd name="connsiteY47" fmla="*/ 1547813 h 2738437"/>
                <a:gd name="connsiteX48" fmla="*/ 1671638 w 5796915"/>
                <a:gd name="connsiteY48" fmla="*/ 1479232 h 2738437"/>
                <a:gd name="connsiteX49" fmla="*/ 1805940 w 5796915"/>
                <a:gd name="connsiteY49" fmla="*/ 1479232 h 2738437"/>
                <a:gd name="connsiteX50" fmla="*/ 1874520 w 5796915"/>
                <a:gd name="connsiteY50" fmla="*/ 1547813 h 2738437"/>
                <a:gd name="connsiteX51" fmla="*/ 1874520 w 5796915"/>
                <a:gd name="connsiteY51" fmla="*/ 2384108 h 2738437"/>
                <a:gd name="connsiteX52" fmla="*/ 1874520 w 5796915"/>
                <a:gd name="connsiteY52" fmla="*/ 1116330 h 2738437"/>
                <a:gd name="connsiteX53" fmla="*/ 1805940 w 5796915"/>
                <a:gd name="connsiteY53" fmla="*/ 1184910 h 2738437"/>
                <a:gd name="connsiteX54" fmla="*/ 1671638 w 5796915"/>
                <a:gd name="connsiteY54" fmla="*/ 1184910 h 2738437"/>
                <a:gd name="connsiteX55" fmla="*/ 1603058 w 5796915"/>
                <a:gd name="connsiteY55" fmla="*/ 1116330 h 2738437"/>
                <a:gd name="connsiteX56" fmla="*/ 1603058 w 5796915"/>
                <a:gd name="connsiteY56" fmla="*/ 279082 h 2738437"/>
                <a:gd name="connsiteX57" fmla="*/ 1671638 w 5796915"/>
                <a:gd name="connsiteY57" fmla="*/ 210502 h 2738437"/>
                <a:gd name="connsiteX58" fmla="*/ 1805940 w 5796915"/>
                <a:gd name="connsiteY58" fmla="*/ 210502 h 2738437"/>
                <a:gd name="connsiteX59" fmla="*/ 1874520 w 5796915"/>
                <a:gd name="connsiteY59" fmla="*/ 279082 h 2738437"/>
                <a:gd name="connsiteX60" fmla="*/ 1874520 w 5796915"/>
                <a:gd name="connsiteY60" fmla="*/ 1116330 h 2738437"/>
                <a:gd name="connsiteX61" fmla="*/ 2454593 w 5796915"/>
                <a:gd name="connsiteY61" fmla="*/ 2384108 h 2738437"/>
                <a:gd name="connsiteX62" fmla="*/ 2386013 w 5796915"/>
                <a:gd name="connsiteY62" fmla="*/ 2452688 h 2738437"/>
                <a:gd name="connsiteX63" fmla="*/ 2251710 w 5796915"/>
                <a:gd name="connsiteY63" fmla="*/ 2452688 h 2738437"/>
                <a:gd name="connsiteX64" fmla="*/ 2183130 w 5796915"/>
                <a:gd name="connsiteY64" fmla="*/ 2384108 h 2738437"/>
                <a:gd name="connsiteX65" fmla="*/ 2183130 w 5796915"/>
                <a:gd name="connsiteY65" fmla="*/ 1547813 h 2738437"/>
                <a:gd name="connsiteX66" fmla="*/ 2251710 w 5796915"/>
                <a:gd name="connsiteY66" fmla="*/ 1479232 h 2738437"/>
                <a:gd name="connsiteX67" fmla="*/ 2386013 w 5796915"/>
                <a:gd name="connsiteY67" fmla="*/ 1479232 h 2738437"/>
                <a:gd name="connsiteX68" fmla="*/ 2454593 w 5796915"/>
                <a:gd name="connsiteY68" fmla="*/ 1547813 h 2738437"/>
                <a:gd name="connsiteX69" fmla="*/ 2454593 w 5796915"/>
                <a:gd name="connsiteY69" fmla="*/ 2384108 h 2738437"/>
                <a:gd name="connsiteX70" fmla="*/ 2454593 w 5796915"/>
                <a:gd name="connsiteY70" fmla="*/ 1116330 h 2738437"/>
                <a:gd name="connsiteX71" fmla="*/ 2386013 w 5796915"/>
                <a:gd name="connsiteY71" fmla="*/ 1184910 h 2738437"/>
                <a:gd name="connsiteX72" fmla="*/ 2251710 w 5796915"/>
                <a:gd name="connsiteY72" fmla="*/ 1184910 h 2738437"/>
                <a:gd name="connsiteX73" fmla="*/ 2183130 w 5796915"/>
                <a:gd name="connsiteY73" fmla="*/ 1116330 h 2738437"/>
                <a:gd name="connsiteX74" fmla="*/ 2183130 w 5796915"/>
                <a:gd name="connsiteY74" fmla="*/ 279082 h 2738437"/>
                <a:gd name="connsiteX75" fmla="*/ 2251710 w 5796915"/>
                <a:gd name="connsiteY75" fmla="*/ 210502 h 2738437"/>
                <a:gd name="connsiteX76" fmla="*/ 2386013 w 5796915"/>
                <a:gd name="connsiteY76" fmla="*/ 210502 h 2738437"/>
                <a:gd name="connsiteX77" fmla="*/ 2454593 w 5796915"/>
                <a:gd name="connsiteY77" fmla="*/ 279082 h 2738437"/>
                <a:gd name="connsiteX78" fmla="*/ 2454593 w 5796915"/>
                <a:gd name="connsiteY78" fmla="*/ 1116330 h 2738437"/>
                <a:gd name="connsiteX79" fmla="*/ 3034665 w 5796915"/>
                <a:gd name="connsiteY79" fmla="*/ 2384108 h 2738437"/>
                <a:gd name="connsiteX80" fmla="*/ 2966085 w 5796915"/>
                <a:gd name="connsiteY80" fmla="*/ 2452688 h 2738437"/>
                <a:gd name="connsiteX81" fmla="*/ 2831783 w 5796915"/>
                <a:gd name="connsiteY81" fmla="*/ 2452688 h 2738437"/>
                <a:gd name="connsiteX82" fmla="*/ 2763203 w 5796915"/>
                <a:gd name="connsiteY82" fmla="*/ 2384108 h 2738437"/>
                <a:gd name="connsiteX83" fmla="*/ 2763203 w 5796915"/>
                <a:gd name="connsiteY83" fmla="*/ 1547813 h 2738437"/>
                <a:gd name="connsiteX84" fmla="*/ 2831783 w 5796915"/>
                <a:gd name="connsiteY84" fmla="*/ 1479232 h 2738437"/>
                <a:gd name="connsiteX85" fmla="*/ 2966085 w 5796915"/>
                <a:gd name="connsiteY85" fmla="*/ 1479232 h 2738437"/>
                <a:gd name="connsiteX86" fmla="*/ 3034665 w 5796915"/>
                <a:gd name="connsiteY86" fmla="*/ 1547813 h 2738437"/>
                <a:gd name="connsiteX87" fmla="*/ 3034665 w 5796915"/>
                <a:gd name="connsiteY87" fmla="*/ 2384108 h 2738437"/>
                <a:gd name="connsiteX88" fmla="*/ 3034665 w 5796915"/>
                <a:gd name="connsiteY88" fmla="*/ 1116330 h 2738437"/>
                <a:gd name="connsiteX89" fmla="*/ 2966085 w 5796915"/>
                <a:gd name="connsiteY89" fmla="*/ 1184910 h 2738437"/>
                <a:gd name="connsiteX90" fmla="*/ 2831783 w 5796915"/>
                <a:gd name="connsiteY90" fmla="*/ 1184910 h 2738437"/>
                <a:gd name="connsiteX91" fmla="*/ 2763203 w 5796915"/>
                <a:gd name="connsiteY91" fmla="*/ 1116330 h 2738437"/>
                <a:gd name="connsiteX92" fmla="*/ 2763203 w 5796915"/>
                <a:gd name="connsiteY92" fmla="*/ 279082 h 2738437"/>
                <a:gd name="connsiteX93" fmla="*/ 2831783 w 5796915"/>
                <a:gd name="connsiteY93" fmla="*/ 210502 h 2738437"/>
                <a:gd name="connsiteX94" fmla="*/ 2966085 w 5796915"/>
                <a:gd name="connsiteY94" fmla="*/ 210502 h 2738437"/>
                <a:gd name="connsiteX95" fmla="*/ 3034665 w 5796915"/>
                <a:gd name="connsiteY95" fmla="*/ 279082 h 2738437"/>
                <a:gd name="connsiteX96" fmla="*/ 3034665 w 5796915"/>
                <a:gd name="connsiteY96" fmla="*/ 1116330 h 2738437"/>
                <a:gd name="connsiteX97" fmla="*/ 3613785 w 5796915"/>
                <a:gd name="connsiteY97" fmla="*/ 2384108 h 2738437"/>
                <a:gd name="connsiteX98" fmla="*/ 3545205 w 5796915"/>
                <a:gd name="connsiteY98" fmla="*/ 2452688 h 2738437"/>
                <a:gd name="connsiteX99" fmla="*/ 3410903 w 5796915"/>
                <a:gd name="connsiteY99" fmla="*/ 2452688 h 2738437"/>
                <a:gd name="connsiteX100" fmla="*/ 3342323 w 5796915"/>
                <a:gd name="connsiteY100" fmla="*/ 2384108 h 2738437"/>
                <a:gd name="connsiteX101" fmla="*/ 3342323 w 5796915"/>
                <a:gd name="connsiteY101" fmla="*/ 1547813 h 2738437"/>
                <a:gd name="connsiteX102" fmla="*/ 3410903 w 5796915"/>
                <a:gd name="connsiteY102" fmla="*/ 1479232 h 2738437"/>
                <a:gd name="connsiteX103" fmla="*/ 3545205 w 5796915"/>
                <a:gd name="connsiteY103" fmla="*/ 1479232 h 2738437"/>
                <a:gd name="connsiteX104" fmla="*/ 3613785 w 5796915"/>
                <a:gd name="connsiteY104" fmla="*/ 1547813 h 2738437"/>
                <a:gd name="connsiteX105" fmla="*/ 3613785 w 5796915"/>
                <a:gd name="connsiteY105" fmla="*/ 2384108 h 2738437"/>
                <a:gd name="connsiteX106" fmla="*/ 3613785 w 5796915"/>
                <a:gd name="connsiteY106" fmla="*/ 1116330 h 2738437"/>
                <a:gd name="connsiteX107" fmla="*/ 3545205 w 5796915"/>
                <a:gd name="connsiteY107" fmla="*/ 1184910 h 2738437"/>
                <a:gd name="connsiteX108" fmla="*/ 3410903 w 5796915"/>
                <a:gd name="connsiteY108" fmla="*/ 1184910 h 2738437"/>
                <a:gd name="connsiteX109" fmla="*/ 3342323 w 5796915"/>
                <a:gd name="connsiteY109" fmla="*/ 1116330 h 2738437"/>
                <a:gd name="connsiteX110" fmla="*/ 3342323 w 5796915"/>
                <a:gd name="connsiteY110" fmla="*/ 279082 h 2738437"/>
                <a:gd name="connsiteX111" fmla="*/ 3410903 w 5796915"/>
                <a:gd name="connsiteY111" fmla="*/ 210502 h 2738437"/>
                <a:gd name="connsiteX112" fmla="*/ 3545205 w 5796915"/>
                <a:gd name="connsiteY112" fmla="*/ 210502 h 2738437"/>
                <a:gd name="connsiteX113" fmla="*/ 3613785 w 5796915"/>
                <a:gd name="connsiteY113" fmla="*/ 279082 h 2738437"/>
                <a:gd name="connsiteX114" fmla="*/ 3613785 w 5796915"/>
                <a:gd name="connsiteY114" fmla="*/ 1116330 h 2738437"/>
                <a:gd name="connsiteX115" fmla="*/ 4193858 w 5796915"/>
                <a:gd name="connsiteY115" fmla="*/ 2384108 h 2738437"/>
                <a:gd name="connsiteX116" fmla="*/ 4125278 w 5796915"/>
                <a:gd name="connsiteY116" fmla="*/ 2452688 h 2738437"/>
                <a:gd name="connsiteX117" fmla="*/ 3990975 w 5796915"/>
                <a:gd name="connsiteY117" fmla="*/ 2452688 h 2738437"/>
                <a:gd name="connsiteX118" fmla="*/ 3922395 w 5796915"/>
                <a:gd name="connsiteY118" fmla="*/ 2384108 h 2738437"/>
                <a:gd name="connsiteX119" fmla="*/ 3922395 w 5796915"/>
                <a:gd name="connsiteY119" fmla="*/ 1547813 h 2738437"/>
                <a:gd name="connsiteX120" fmla="*/ 3990975 w 5796915"/>
                <a:gd name="connsiteY120" fmla="*/ 1479232 h 2738437"/>
                <a:gd name="connsiteX121" fmla="*/ 4125278 w 5796915"/>
                <a:gd name="connsiteY121" fmla="*/ 1479232 h 2738437"/>
                <a:gd name="connsiteX122" fmla="*/ 4193858 w 5796915"/>
                <a:gd name="connsiteY122" fmla="*/ 1547813 h 2738437"/>
                <a:gd name="connsiteX123" fmla="*/ 4193858 w 5796915"/>
                <a:gd name="connsiteY123" fmla="*/ 2384108 h 2738437"/>
                <a:gd name="connsiteX124" fmla="*/ 4193858 w 5796915"/>
                <a:gd name="connsiteY124" fmla="*/ 1116330 h 2738437"/>
                <a:gd name="connsiteX125" fmla="*/ 4125278 w 5796915"/>
                <a:gd name="connsiteY125" fmla="*/ 1184910 h 2738437"/>
                <a:gd name="connsiteX126" fmla="*/ 3990975 w 5796915"/>
                <a:gd name="connsiteY126" fmla="*/ 1184910 h 2738437"/>
                <a:gd name="connsiteX127" fmla="*/ 3922395 w 5796915"/>
                <a:gd name="connsiteY127" fmla="*/ 1116330 h 2738437"/>
                <a:gd name="connsiteX128" fmla="*/ 3922395 w 5796915"/>
                <a:gd name="connsiteY128" fmla="*/ 279082 h 2738437"/>
                <a:gd name="connsiteX129" fmla="*/ 3990975 w 5796915"/>
                <a:gd name="connsiteY129" fmla="*/ 210502 h 2738437"/>
                <a:gd name="connsiteX130" fmla="*/ 4125278 w 5796915"/>
                <a:gd name="connsiteY130" fmla="*/ 210502 h 2738437"/>
                <a:gd name="connsiteX131" fmla="*/ 4193858 w 5796915"/>
                <a:gd name="connsiteY131" fmla="*/ 279082 h 2738437"/>
                <a:gd name="connsiteX132" fmla="*/ 4193858 w 5796915"/>
                <a:gd name="connsiteY132" fmla="*/ 1116330 h 2738437"/>
                <a:gd name="connsiteX133" fmla="*/ 4773930 w 5796915"/>
                <a:gd name="connsiteY133" fmla="*/ 2384108 h 2738437"/>
                <a:gd name="connsiteX134" fmla="*/ 4705350 w 5796915"/>
                <a:gd name="connsiteY134" fmla="*/ 2452688 h 2738437"/>
                <a:gd name="connsiteX135" fmla="*/ 4571048 w 5796915"/>
                <a:gd name="connsiteY135" fmla="*/ 2452688 h 2738437"/>
                <a:gd name="connsiteX136" fmla="*/ 4502468 w 5796915"/>
                <a:gd name="connsiteY136" fmla="*/ 2384108 h 2738437"/>
                <a:gd name="connsiteX137" fmla="*/ 4502468 w 5796915"/>
                <a:gd name="connsiteY137" fmla="*/ 1547813 h 2738437"/>
                <a:gd name="connsiteX138" fmla="*/ 4571048 w 5796915"/>
                <a:gd name="connsiteY138" fmla="*/ 1479232 h 2738437"/>
                <a:gd name="connsiteX139" fmla="*/ 4705350 w 5796915"/>
                <a:gd name="connsiteY139" fmla="*/ 1479232 h 2738437"/>
                <a:gd name="connsiteX140" fmla="*/ 4773930 w 5796915"/>
                <a:gd name="connsiteY140" fmla="*/ 1547813 h 2738437"/>
                <a:gd name="connsiteX141" fmla="*/ 4773930 w 5796915"/>
                <a:gd name="connsiteY141" fmla="*/ 2384108 h 2738437"/>
                <a:gd name="connsiteX142" fmla="*/ 4773930 w 5796915"/>
                <a:gd name="connsiteY142" fmla="*/ 1116330 h 2738437"/>
                <a:gd name="connsiteX143" fmla="*/ 4705350 w 5796915"/>
                <a:gd name="connsiteY143" fmla="*/ 1184910 h 2738437"/>
                <a:gd name="connsiteX144" fmla="*/ 4571048 w 5796915"/>
                <a:gd name="connsiteY144" fmla="*/ 1184910 h 2738437"/>
                <a:gd name="connsiteX145" fmla="*/ 4502468 w 5796915"/>
                <a:gd name="connsiteY145" fmla="*/ 1116330 h 2738437"/>
                <a:gd name="connsiteX146" fmla="*/ 4502468 w 5796915"/>
                <a:gd name="connsiteY146" fmla="*/ 279082 h 2738437"/>
                <a:gd name="connsiteX147" fmla="*/ 4571048 w 5796915"/>
                <a:gd name="connsiteY147" fmla="*/ 210502 h 2738437"/>
                <a:gd name="connsiteX148" fmla="*/ 4705350 w 5796915"/>
                <a:gd name="connsiteY148" fmla="*/ 210502 h 2738437"/>
                <a:gd name="connsiteX149" fmla="*/ 4773930 w 5796915"/>
                <a:gd name="connsiteY149" fmla="*/ 279082 h 2738437"/>
                <a:gd name="connsiteX150" fmla="*/ 4773930 w 5796915"/>
                <a:gd name="connsiteY150" fmla="*/ 1116330 h 2738437"/>
                <a:gd name="connsiteX151" fmla="*/ 5258753 w 5796915"/>
                <a:gd name="connsiteY151" fmla="*/ 2384108 h 2738437"/>
                <a:gd name="connsiteX152" fmla="*/ 5190173 w 5796915"/>
                <a:gd name="connsiteY152" fmla="*/ 2452688 h 2738437"/>
                <a:gd name="connsiteX153" fmla="*/ 5151120 w 5796915"/>
                <a:gd name="connsiteY153" fmla="*/ 2452688 h 2738437"/>
                <a:gd name="connsiteX154" fmla="*/ 5082540 w 5796915"/>
                <a:gd name="connsiteY154" fmla="*/ 2384108 h 2738437"/>
                <a:gd name="connsiteX155" fmla="*/ 5082540 w 5796915"/>
                <a:gd name="connsiteY155" fmla="*/ 1547813 h 2738437"/>
                <a:gd name="connsiteX156" fmla="*/ 5151120 w 5796915"/>
                <a:gd name="connsiteY156" fmla="*/ 1479232 h 2738437"/>
                <a:gd name="connsiteX157" fmla="*/ 5285423 w 5796915"/>
                <a:gd name="connsiteY157" fmla="*/ 1479232 h 2738437"/>
                <a:gd name="connsiteX158" fmla="*/ 5354003 w 5796915"/>
                <a:gd name="connsiteY158" fmla="*/ 1547813 h 2738437"/>
                <a:gd name="connsiteX159" fmla="*/ 5258753 w 5796915"/>
                <a:gd name="connsiteY159" fmla="*/ 2384108 h 2738437"/>
                <a:gd name="connsiteX160" fmla="*/ 5354003 w 5796915"/>
                <a:gd name="connsiteY160" fmla="*/ 1116330 h 2738437"/>
                <a:gd name="connsiteX161" fmla="*/ 5285423 w 5796915"/>
                <a:gd name="connsiteY161" fmla="*/ 1184910 h 2738437"/>
                <a:gd name="connsiteX162" fmla="*/ 5151120 w 5796915"/>
                <a:gd name="connsiteY162" fmla="*/ 1184910 h 2738437"/>
                <a:gd name="connsiteX163" fmla="*/ 5082540 w 5796915"/>
                <a:gd name="connsiteY163" fmla="*/ 1116330 h 2738437"/>
                <a:gd name="connsiteX164" fmla="*/ 5082540 w 5796915"/>
                <a:gd name="connsiteY164" fmla="*/ 279082 h 2738437"/>
                <a:gd name="connsiteX165" fmla="*/ 5151120 w 5796915"/>
                <a:gd name="connsiteY165" fmla="*/ 210502 h 2738437"/>
                <a:gd name="connsiteX166" fmla="*/ 5285423 w 5796915"/>
                <a:gd name="connsiteY166" fmla="*/ 210502 h 2738437"/>
                <a:gd name="connsiteX167" fmla="*/ 5354003 w 5796915"/>
                <a:gd name="connsiteY167" fmla="*/ 279082 h 2738437"/>
                <a:gd name="connsiteX168" fmla="*/ 5354003 w 5796915"/>
                <a:gd name="connsiteY168" fmla="*/ 1116330 h 2738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Lst>
              <a:rect l="l" t="t" r="r" b="b"/>
              <a:pathLst>
                <a:path w="5796915" h="2738437">
                  <a:moveTo>
                    <a:pt x="0" y="0"/>
                  </a:moveTo>
                  <a:lnTo>
                    <a:pt x="357188" y="2566035"/>
                  </a:lnTo>
                  <a:cubicBezTo>
                    <a:pt x="370523" y="2665095"/>
                    <a:pt x="455295" y="2738438"/>
                    <a:pt x="555308" y="2738438"/>
                  </a:cubicBezTo>
                  <a:lnTo>
                    <a:pt x="5233035" y="2738438"/>
                  </a:lnTo>
                  <a:cubicBezTo>
                    <a:pt x="5332095" y="2738438"/>
                    <a:pt x="5416868" y="2665095"/>
                    <a:pt x="5431155" y="2566988"/>
                  </a:cubicBezTo>
                  <a:lnTo>
                    <a:pt x="5796915" y="0"/>
                  </a:lnTo>
                  <a:lnTo>
                    <a:pt x="0" y="0"/>
                  </a:lnTo>
                  <a:close/>
                  <a:moveTo>
                    <a:pt x="714375" y="2384108"/>
                  </a:moveTo>
                  <a:cubicBezTo>
                    <a:pt x="714375" y="2422208"/>
                    <a:pt x="683895" y="2452688"/>
                    <a:pt x="645795" y="2452688"/>
                  </a:cubicBezTo>
                  <a:lnTo>
                    <a:pt x="606743" y="2452688"/>
                  </a:lnTo>
                  <a:cubicBezTo>
                    <a:pt x="568643" y="2452688"/>
                    <a:pt x="538163" y="2422208"/>
                    <a:pt x="538163" y="2384108"/>
                  </a:cubicBezTo>
                  <a:lnTo>
                    <a:pt x="442913" y="1547813"/>
                  </a:lnTo>
                  <a:cubicBezTo>
                    <a:pt x="442913" y="1509713"/>
                    <a:pt x="473393" y="1479232"/>
                    <a:pt x="511493" y="1479232"/>
                  </a:cubicBezTo>
                  <a:lnTo>
                    <a:pt x="645795" y="1479232"/>
                  </a:lnTo>
                  <a:cubicBezTo>
                    <a:pt x="683895" y="1479232"/>
                    <a:pt x="714375" y="1509713"/>
                    <a:pt x="714375" y="1547813"/>
                  </a:cubicBezTo>
                  <a:lnTo>
                    <a:pt x="714375" y="2384108"/>
                  </a:lnTo>
                  <a:close/>
                  <a:moveTo>
                    <a:pt x="714375" y="1116330"/>
                  </a:moveTo>
                  <a:cubicBezTo>
                    <a:pt x="714375" y="1154430"/>
                    <a:pt x="683895" y="1184910"/>
                    <a:pt x="645795" y="1184910"/>
                  </a:cubicBezTo>
                  <a:lnTo>
                    <a:pt x="511493" y="1184910"/>
                  </a:lnTo>
                  <a:cubicBezTo>
                    <a:pt x="473393" y="1184910"/>
                    <a:pt x="442913" y="1154430"/>
                    <a:pt x="442913" y="1116330"/>
                  </a:cubicBezTo>
                  <a:lnTo>
                    <a:pt x="442913" y="279082"/>
                  </a:lnTo>
                  <a:cubicBezTo>
                    <a:pt x="442913" y="240982"/>
                    <a:pt x="473393" y="210502"/>
                    <a:pt x="511493" y="210502"/>
                  </a:cubicBezTo>
                  <a:lnTo>
                    <a:pt x="645795" y="210502"/>
                  </a:lnTo>
                  <a:cubicBezTo>
                    <a:pt x="683895" y="210502"/>
                    <a:pt x="714375" y="240982"/>
                    <a:pt x="714375" y="279082"/>
                  </a:cubicBezTo>
                  <a:lnTo>
                    <a:pt x="714375" y="1116330"/>
                  </a:lnTo>
                  <a:close/>
                  <a:moveTo>
                    <a:pt x="1294448" y="2384108"/>
                  </a:moveTo>
                  <a:cubicBezTo>
                    <a:pt x="1294448" y="2422208"/>
                    <a:pt x="1263968" y="2452688"/>
                    <a:pt x="1225868" y="2452688"/>
                  </a:cubicBezTo>
                  <a:lnTo>
                    <a:pt x="1091565" y="2452688"/>
                  </a:lnTo>
                  <a:cubicBezTo>
                    <a:pt x="1053465" y="2452688"/>
                    <a:pt x="1022985" y="2422208"/>
                    <a:pt x="1022985" y="2384108"/>
                  </a:cubicBezTo>
                  <a:lnTo>
                    <a:pt x="1022985" y="1547813"/>
                  </a:lnTo>
                  <a:cubicBezTo>
                    <a:pt x="1022985" y="1509713"/>
                    <a:pt x="1053465" y="1479232"/>
                    <a:pt x="1091565" y="1479232"/>
                  </a:cubicBezTo>
                  <a:lnTo>
                    <a:pt x="1225868" y="1479232"/>
                  </a:lnTo>
                  <a:cubicBezTo>
                    <a:pt x="1263968" y="1479232"/>
                    <a:pt x="1294448" y="1509713"/>
                    <a:pt x="1294448" y="1547813"/>
                  </a:cubicBezTo>
                  <a:lnTo>
                    <a:pt x="1294448" y="2384108"/>
                  </a:lnTo>
                  <a:close/>
                  <a:moveTo>
                    <a:pt x="1294448" y="1116330"/>
                  </a:moveTo>
                  <a:cubicBezTo>
                    <a:pt x="1294448" y="1154430"/>
                    <a:pt x="1263968" y="1184910"/>
                    <a:pt x="1225868" y="1184910"/>
                  </a:cubicBezTo>
                  <a:lnTo>
                    <a:pt x="1091565" y="1184910"/>
                  </a:lnTo>
                  <a:cubicBezTo>
                    <a:pt x="1053465" y="1184910"/>
                    <a:pt x="1022985" y="1154430"/>
                    <a:pt x="1022985" y="1116330"/>
                  </a:cubicBezTo>
                  <a:lnTo>
                    <a:pt x="1022985" y="279082"/>
                  </a:lnTo>
                  <a:cubicBezTo>
                    <a:pt x="1022985" y="240982"/>
                    <a:pt x="1053465" y="210502"/>
                    <a:pt x="1091565" y="210502"/>
                  </a:cubicBezTo>
                  <a:lnTo>
                    <a:pt x="1225868" y="210502"/>
                  </a:lnTo>
                  <a:cubicBezTo>
                    <a:pt x="1263968" y="210502"/>
                    <a:pt x="1294448" y="240982"/>
                    <a:pt x="1294448" y="279082"/>
                  </a:cubicBezTo>
                  <a:lnTo>
                    <a:pt x="1294448" y="1116330"/>
                  </a:lnTo>
                  <a:close/>
                  <a:moveTo>
                    <a:pt x="1874520" y="2384108"/>
                  </a:moveTo>
                  <a:cubicBezTo>
                    <a:pt x="1874520" y="2422208"/>
                    <a:pt x="1844040" y="2452688"/>
                    <a:pt x="1805940" y="2452688"/>
                  </a:cubicBezTo>
                  <a:lnTo>
                    <a:pt x="1671638" y="2452688"/>
                  </a:lnTo>
                  <a:cubicBezTo>
                    <a:pt x="1633538" y="2452688"/>
                    <a:pt x="1603058" y="2422208"/>
                    <a:pt x="1603058" y="2384108"/>
                  </a:cubicBezTo>
                  <a:lnTo>
                    <a:pt x="1603058" y="1547813"/>
                  </a:lnTo>
                  <a:cubicBezTo>
                    <a:pt x="1603058" y="1509713"/>
                    <a:pt x="1633538" y="1479232"/>
                    <a:pt x="1671638" y="1479232"/>
                  </a:cubicBezTo>
                  <a:lnTo>
                    <a:pt x="1805940" y="1479232"/>
                  </a:lnTo>
                  <a:cubicBezTo>
                    <a:pt x="1844040" y="1479232"/>
                    <a:pt x="1874520" y="1509713"/>
                    <a:pt x="1874520" y="1547813"/>
                  </a:cubicBezTo>
                  <a:lnTo>
                    <a:pt x="1874520" y="2384108"/>
                  </a:lnTo>
                  <a:close/>
                  <a:moveTo>
                    <a:pt x="1874520" y="1116330"/>
                  </a:moveTo>
                  <a:cubicBezTo>
                    <a:pt x="1874520" y="1154430"/>
                    <a:pt x="1844040" y="1184910"/>
                    <a:pt x="1805940" y="1184910"/>
                  </a:cubicBezTo>
                  <a:lnTo>
                    <a:pt x="1671638" y="1184910"/>
                  </a:lnTo>
                  <a:cubicBezTo>
                    <a:pt x="1633538" y="1184910"/>
                    <a:pt x="1603058" y="1154430"/>
                    <a:pt x="1603058" y="1116330"/>
                  </a:cubicBezTo>
                  <a:lnTo>
                    <a:pt x="1603058" y="279082"/>
                  </a:lnTo>
                  <a:cubicBezTo>
                    <a:pt x="1603058" y="240982"/>
                    <a:pt x="1633538" y="210502"/>
                    <a:pt x="1671638" y="210502"/>
                  </a:cubicBezTo>
                  <a:lnTo>
                    <a:pt x="1805940" y="210502"/>
                  </a:lnTo>
                  <a:cubicBezTo>
                    <a:pt x="1844040" y="210502"/>
                    <a:pt x="1874520" y="240982"/>
                    <a:pt x="1874520" y="279082"/>
                  </a:cubicBezTo>
                  <a:lnTo>
                    <a:pt x="1874520" y="1116330"/>
                  </a:lnTo>
                  <a:close/>
                  <a:moveTo>
                    <a:pt x="2454593" y="2384108"/>
                  </a:moveTo>
                  <a:cubicBezTo>
                    <a:pt x="2454593" y="2422208"/>
                    <a:pt x="2424113" y="2452688"/>
                    <a:pt x="2386013" y="2452688"/>
                  </a:cubicBezTo>
                  <a:lnTo>
                    <a:pt x="2251710" y="2452688"/>
                  </a:lnTo>
                  <a:cubicBezTo>
                    <a:pt x="2213610" y="2452688"/>
                    <a:pt x="2183130" y="2422208"/>
                    <a:pt x="2183130" y="2384108"/>
                  </a:cubicBezTo>
                  <a:lnTo>
                    <a:pt x="2183130" y="1547813"/>
                  </a:lnTo>
                  <a:cubicBezTo>
                    <a:pt x="2183130" y="1509713"/>
                    <a:pt x="2213610" y="1479232"/>
                    <a:pt x="2251710" y="1479232"/>
                  </a:cubicBezTo>
                  <a:lnTo>
                    <a:pt x="2386013" y="1479232"/>
                  </a:lnTo>
                  <a:cubicBezTo>
                    <a:pt x="2424113" y="1479232"/>
                    <a:pt x="2454593" y="1509713"/>
                    <a:pt x="2454593" y="1547813"/>
                  </a:cubicBezTo>
                  <a:lnTo>
                    <a:pt x="2454593" y="2384108"/>
                  </a:lnTo>
                  <a:close/>
                  <a:moveTo>
                    <a:pt x="2454593" y="1116330"/>
                  </a:moveTo>
                  <a:cubicBezTo>
                    <a:pt x="2454593" y="1154430"/>
                    <a:pt x="2424113" y="1184910"/>
                    <a:pt x="2386013" y="1184910"/>
                  </a:cubicBezTo>
                  <a:lnTo>
                    <a:pt x="2251710" y="1184910"/>
                  </a:lnTo>
                  <a:cubicBezTo>
                    <a:pt x="2213610" y="1184910"/>
                    <a:pt x="2183130" y="1154430"/>
                    <a:pt x="2183130" y="1116330"/>
                  </a:cubicBezTo>
                  <a:lnTo>
                    <a:pt x="2183130" y="279082"/>
                  </a:lnTo>
                  <a:cubicBezTo>
                    <a:pt x="2183130" y="240982"/>
                    <a:pt x="2213610" y="210502"/>
                    <a:pt x="2251710" y="210502"/>
                  </a:cubicBezTo>
                  <a:lnTo>
                    <a:pt x="2386013" y="210502"/>
                  </a:lnTo>
                  <a:cubicBezTo>
                    <a:pt x="2424113" y="210502"/>
                    <a:pt x="2454593" y="240982"/>
                    <a:pt x="2454593" y="279082"/>
                  </a:cubicBezTo>
                  <a:lnTo>
                    <a:pt x="2454593" y="1116330"/>
                  </a:lnTo>
                  <a:close/>
                  <a:moveTo>
                    <a:pt x="3034665" y="2384108"/>
                  </a:moveTo>
                  <a:cubicBezTo>
                    <a:pt x="3034665" y="2422208"/>
                    <a:pt x="3004185" y="2452688"/>
                    <a:pt x="2966085" y="2452688"/>
                  </a:cubicBezTo>
                  <a:lnTo>
                    <a:pt x="2831783" y="2452688"/>
                  </a:lnTo>
                  <a:cubicBezTo>
                    <a:pt x="2793683" y="2452688"/>
                    <a:pt x="2763203" y="2422208"/>
                    <a:pt x="2763203" y="2384108"/>
                  </a:cubicBezTo>
                  <a:lnTo>
                    <a:pt x="2763203" y="1547813"/>
                  </a:lnTo>
                  <a:cubicBezTo>
                    <a:pt x="2763203" y="1509713"/>
                    <a:pt x="2793683" y="1479232"/>
                    <a:pt x="2831783" y="1479232"/>
                  </a:cubicBezTo>
                  <a:lnTo>
                    <a:pt x="2966085" y="1479232"/>
                  </a:lnTo>
                  <a:cubicBezTo>
                    <a:pt x="3004185" y="1479232"/>
                    <a:pt x="3034665" y="1509713"/>
                    <a:pt x="3034665" y="1547813"/>
                  </a:cubicBezTo>
                  <a:lnTo>
                    <a:pt x="3034665" y="2384108"/>
                  </a:lnTo>
                  <a:close/>
                  <a:moveTo>
                    <a:pt x="3034665" y="1116330"/>
                  </a:moveTo>
                  <a:cubicBezTo>
                    <a:pt x="3034665" y="1154430"/>
                    <a:pt x="3004185" y="1184910"/>
                    <a:pt x="2966085" y="1184910"/>
                  </a:cubicBezTo>
                  <a:lnTo>
                    <a:pt x="2831783" y="1184910"/>
                  </a:lnTo>
                  <a:cubicBezTo>
                    <a:pt x="2793683" y="1184910"/>
                    <a:pt x="2763203" y="1154430"/>
                    <a:pt x="2763203" y="1116330"/>
                  </a:cubicBezTo>
                  <a:lnTo>
                    <a:pt x="2763203" y="279082"/>
                  </a:lnTo>
                  <a:cubicBezTo>
                    <a:pt x="2763203" y="240982"/>
                    <a:pt x="2793683" y="210502"/>
                    <a:pt x="2831783" y="210502"/>
                  </a:cubicBezTo>
                  <a:lnTo>
                    <a:pt x="2966085" y="210502"/>
                  </a:lnTo>
                  <a:cubicBezTo>
                    <a:pt x="3004185" y="210502"/>
                    <a:pt x="3034665" y="240982"/>
                    <a:pt x="3034665" y="279082"/>
                  </a:cubicBezTo>
                  <a:lnTo>
                    <a:pt x="3034665" y="1116330"/>
                  </a:lnTo>
                  <a:close/>
                  <a:moveTo>
                    <a:pt x="3613785" y="2384108"/>
                  </a:moveTo>
                  <a:cubicBezTo>
                    <a:pt x="3613785" y="2422208"/>
                    <a:pt x="3583305" y="2452688"/>
                    <a:pt x="3545205" y="2452688"/>
                  </a:cubicBezTo>
                  <a:lnTo>
                    <a:pt x="3410903" y="2452688"/>
                  </a:lnTo>
                  <a:cubicBezTo>
                    <a:pt x="3372803" y="2452688"/>
                    <a:pt x="3342323" y="2422208"/>
                    <a:pt x="3342323" y="2384108"/>
                  </a:cubicBezTo>
                  <a:lnTo>
                    <a:pt x="3342323" y="1547813"/>
                  </a:lnTo>
                  <a:cubicBezTo>
                    <a:pt x="3342323" y="1509713"/>
                    <a:pt x="3372803" y="1479232"/>
                    <a:pt x="3410903" y="1479232"/>
                  </a:cubicBezTo>
                  <a:lnTo>
                    <a:pt x="3545205" y="1479232"/>
                  </a:lnTo>
                  <a:cubicBezTo>
                    <a:pt x="3583305" y="1479232"/>
                    <a:pt x="3613785" y="1509713"/>
                    <a:pt x="3613785" y="1547813"/>
                  </a:cubicBezTo>
                  <a:lnTo>
                    <a:pt x="3613785" y="2384108"/>
                  </a:lnTo>
                  <a:close/>
                  <a:moveTo>
                    <a:pt x="3613785" y="1116330"/>
                  </a:moveTo>
                  <a:cubicBezTo>
                    <a:pt x="3613785" y="1154430"/>
                    <a:pt x="3583305" y="1184910"/>
                    <a:pt x="3545205" y="1184910"/>
                  </a:cubicBezTo>
                  <a:lnTo>
                    <a:pt x="3410903" y="1184910"/>
                  </a:lnTo>
                  <a:cubicBezTo>
                    <a:pt x="3372803" y="1184910"/>
                    <a:pt x="3342323" y="1154430"/>
                    <a:pt x="3342323" y="1116330"/>
                  </a:cubicBezTo>
                  <a:lnTo>
                    <a:pt x="3342323" y="279082"/>
                  </a:lnTo>
                  <a:cubicBezTo>
                    <a:pt x="3342323" y="240982"/>
                    <a:pt x="3372803" y="210502"/>
                    <a:pt x="3410903" y="210502"/>
                  </a:cubicBezTo>
                  <a:lnTo>
                    <a:pt x="3545205" y="210502"/>
                  </a:lnTo>
                  <a:cubicBezTo>
                    <a:pt x="3583305" y="210502"/>
                    <a:pt x="3613785" y="240982"/>
                    <a:pt x="3613785" y="279082"/>
                  </a:cubicBezTo>
                  <a:lnTo>
                    <a:pt x="3613785" y="1116330"/>
                  </a:lnTo>
                  <a:close/>
                  <a:moveTo>
                    <a:pt x="4193858" y="2384108"/>
                  </a:moveTo>
                  <a:cubicBezTo>
                    <a:pt x="4193858" y="2422208"/>
                    <a:pt x="4163378" y="2452688"/>
                    <a:pt x="4125278" y="2452688"/>
                  </a:cubicBezTo>
                  <a:lnTo>
                    <a:pt x="3990975" y="2452688"/>
                  </a:lnTo>
                  <a:cubicBezTo>
                    <a:pt x="3952875" y="2452688"/>
                    <a:pt x="3922395" y="2422208"/>
                    <a:pt x="3922395" y="2384108"/>
                  </a:cubicBezTo>
                  <a:lnTo>
                    <a:pt x="3922395" y="1547813"/>
                  </a:lnTo>
                  <a:cubicBezTo>
                    <a:pt x="3922395" y="1509713"/>
                    <a:pt x="3952875" y="1479232"/>
                    <a:pt x="3990975" y="1479232"/>
                  </a:cubicBezTo>
                  <a:lnTo>
                    <a:pt x="4125278" y="1479232"/>
                  </a:lnTo>
                  <a:cubicBezTo>
                    <a:pt x="4163378" y="1479232"/>
                    <a:pt x="4193858" y="1509713"/>
                    <a:pt x="4193858" y="1547813"/>
                  </a:cubicBezTo>
                  <a:lnTo>
                    <a:pt x="4193858" y="2384108"/>
                  </a:lnTo>
                  <a:close/>
                  <a:moveTo>
                    <a:pt x="4193858" y="1116330"/>
                  </a:moveTo>
                  <a:cubicBezTo>
                    <a:pt x="4193858" y="1154430"/>
                    <a:pt x="4163378" y="1184910"/>
                    <a:pt x="4125278" y="1184910"/>
                  </a:cubicBezTo>
                  <a:lnTo>
                    <a:pt x="3990975" y="1184910"/>
                  </a:lnTo>
                  <a:cubicBezTo>
                    <a:pt x="3952875" y="1184910"/>
                    <a:pt x="3922395" y="1154430"/>
                    <a:pt x="3922395" y="1116330"/>
                  </a:cubicBezTo>
                  <a:lnTo>
                    <a:pt x="3922395" y="279082"/>
                  </a:lnTo>
                  <a:cubicBezTo>
                    <a:pt x="3922395" y="240982"/>
                    <a:pt x="3952875" y="210502"/>
                    <a:pt x="3990975" y="210502"/>
                  </a:cubicBezTo>
                  <a:lnTo>
                    <a:pt x="4125278" y="210502"/>
                  </a:lnTo>
                  <a:cubicBezTo>
                    <a:pt x="4163378" y="210502"/>
                    <a:pt x="4193858" y="240982"/>
                    <a:pt x="4193858" y="279082"/>
                  </a:cubicBezTo>
                  <a:lnTo>
                    <a:pt x="4193858" y="1116330"/>
                  </a:lnTo>
                  <a:close/>
                  <a:moveTo>
                    <a:pt x="4773930" y="2384108"/>
                  </a:moveTo>
                  <a:cubicBezTo>
                    <a:pt x="4773930" y="2422208"/>
                    <a:pt x="4743450" y="2452688"/>
                    <a:pt x="4705350" y="2452688"/>
                  </a:cubicBezTo>
                  <a:lnTo>
                    <a:pt x="4571048" y="2452688"/>
                  </a:lnTo>
                  <a:cubicBezTo>
                    <a:pt x="4532948" y="2452688"/>
                    <a:pt x="4502468" y="2422208"/>
                    <a:pt x="4502468" y="2384108"/>
                  </a:cubicBezTo>
                  <a:lnTo>
                    <a:pt x="4502468" y="1547813"/>
                  </a:lnTo>
                  <a:cubicBezTo>
                    <a:pt x="4502468" y="1509713"/>
                    <a:pt x="4532948" y="1479232"/>
                    <a:pt x="4571048" y="1479232"/>
                  </a:cubicBezTo>
                  <a:lnTo>
                    <a:pt x="4705350" y="1479232"/>
                  </a:lnTo>
                  <a:cubicBezTo>
                    <a:pt x="4743450" y="1479232"/>
                    <a:pt x="4773930" y="1509713"/>
                    <a:pt x="4773930" y="1547813"/>
                  </a:cubicBezTo>
                  <a:lnTo>
                    <a:pt x="4773930" y="2384108"/>
                  </a:lnTo>
                  <a:close/>
                  <a:moveTo>
                    <a:pt x="4773930" y="1116330"/>
                  </a:moveTo>
                  <a:cubicBezTo>
                    <a:pt x="4773930" y="1154430"/>
                    <a:pt x="4743450" y="1184910"/>
                    <a:pt x="4705350" y="1184910"/>
                  </a:cubicBezTo>
                  <a:lnTo>
                    <a:pt x="4571048" y="1184910"/>
                  </a:lnTo>
                  <a:cubicBezTo>
                    <a:pt x="4532948" y="1184910"/>
                    <a:pt x="4502468" y="1154430"/>
                    <a:pt x="4502468" y="1116330"/>
                  </a:cubicBezTo>
                  <a:lnTo>
                    <a:pt x="4502468" y="279082"/>
                  </a:lnTo>
                  <a:cubicBezTo>
                    <a:pt x="4502468" y="240982"/>
                    <a:pt x="4532948" y="210502"/>
                    <a:pt x="4571048" y="210502"/>
                  </a:cubicBezTo>
                  <a:lnTo>
                    <a:pt x="4705350" y="210502"/>
                  </a:lnTo>
                  <a:cubicBezTo>
                    <a:pt x="4743450" y="210502"/>
                    <a:pt x="4773930" y="240982"/>
                    <a:pt x="4773930" y="279082"/>
                  </a:cubicBezTo>
                  <a:lnTo>
                    <a:pt x="4773930" y="1116330"/>
                  </a:lnTo>
                  <a:close/>
                  <a:moveTo>
                    <a:pt x="5258753" y="2384108"/>
                  </a:moveTo>
                  <a:cubicBezTo>
                    <a:pt x="5258753" y="2422208"/>
                    <a:pt x="5228273" y="2452688"/>
                    <a:pt x="5190173" y="2452688"/>
                  </a:cubicBezTo>
                  <a:lnTo>
                    <a:pt x="5151120" y="2452688"/>
                  </a:lnTo>
                  <a:cubicBezTo>
                    <a:pt x="5113020" y="2452688"/>
                    <a:pt x="5082540" y="2422208"/>
                    <a:pt x="5082540" y="2384108"/>
                  </a:cubicBezTo>
                  <a:lnTo>
                    <a:pt x="5082540" y="1547813"/>
                  </a:lnTo>
                  <a:cubicBezTo>
                    <a:pt x="5082540" y="1509713"/>
                    <a:pt x="5113020" y="1479232"/>
                    <a:pt x="5151120" y="1479232"/>
                  </a:cubicBezTo>
                  <a:lnTo>
                    <a:pt x="5285423" y="1479232"/>
                  </a:lnTo>
                  <a:cubicBezTo>
                    <a:pt x="5323523" y="1479232"/>
                    <a:pt x="5354003" y="1509713"/>
                    <a:pt x="5354003" y="1547813"/>
                  </a:cubicBezTo>
                  <a:lnTo>
                    <a:pt x="5258753" y="2384108"/>
                  </a:lnTo>
                  <a:close/>
                  <a:moveTo>
                    <a:pt x="5354003" y="1116330"/>
                  </a:moveTo>
                  <a:cubicBezTo>
                    <a:pt x="5354003" y="1154430"/>
                    <a:pt x="5323523" y="1184910"/>
                    <a:pt x="5285423" y="1184910"/>
                  </a:cubicBezTo>
                  <a:lnTo>
                    <a:pt x="5151120" y="1184910"/>
                  </a:lnTo>
                  <a:cubicBezTo>
                    <a:pt x="5113020" y="1184910"/>
                    <a:pt x="5082540" y="1154430"/>
                    <a:pt x="5082540" y="1116330"/>
                  </a:cubicBezTo>
                  <a:lnTo>
                    <a:pt x="5082540" y="279082"/>
                  </a:lnTo>
                  <a:cubicBezTo>
                    <a:pt x="5082540" y="240982"/>
                    <a:pt x="5113020" y="210502"/>
                    <a:pt x="5151120" y="210502"/>
                  </a:cubicBezTo>
                  <a:lnTo>
                    <a:pt x="5285423" y="210502"/>
                  </a:lnTo>
                  <a:cubicBezTo>
                    <a:pt x="5323523" y="210502"/>
                    <a:pt x="5354003" y="240982"/>
                    <a:pt x="5354003" y="279082"/>
                  </a:cubicBezTo>
                  <a:lnTo>
                    <a:pt x="5354003" y="1116330"/>
                  </a:lnTo>
                  <a:close/>
                </a:path>
              </a:pathLst>
            </a:custGeom>
            <a:solidFill>
              <a:srgbClr val="00686E"/>
            </a:solidFill>
            <a:ln w="9525"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a:endParaRPr>
            </a:p>
          </p:txBody>
        </p:sp>
        <p:sp>
          <p:nvSpPr>
            <p:cNvPr id="90" name="Freeform: Shape 121">
              <a:extLst>
                <a:ext uri="{FF2B5EF4-FFF2-40B4-BE49-F238E27FC236}">
                  <a16:creationId xmlns:a16="http://schemas.microsoft.com/office/drawing/2014/main" id="{3D777094-AF9A-52B1-9BF2-57A5342D272B}"/>
                </a:ext>
              </a:extLst>
            </p:cNvPr>
            <p:cNvSpPr/>
            <p:nvPr/>
          </p:nvSpPr>
          <p:spPr>
            <a:xfrm>
              <a:off x="2959191" y="4228637"/>
              <a:ext cx="206184" cy="206184"/>
            </a:xfrm>
            <a:custGeom>
              <a:avLst/>
              <a:gdLst>
                <a:gd name="connsiteX0" fmla="*/ 375285 w 375284"/>
                <a:gd name="connsiteY0" fmla="*/ 187642 h 375284"/>
                <a:gd name="connsiteX1" fmla="*/ 187642 w 375284"/>
                <a:gd name="connsiteY1" fmla="*/ 375285 h 375284"/>
                <a:gd name="connsiteX2" fmla="*/ 0 w 375284"/>
                <a:gd name="connsiteY2" fmla="*/ 187642 h 375284"/>
                <a:gd name="connsiteX3" fmla="*/ 187642 w 375284"/>
                <a:gd name="connsiteY3" fmla="*/ 0 h 375284"/>
                <a:gd name="connsiteX4" fmla="*/ 375285 w 375284"/>
                <a:gd name="connsiteY4" fmla="*/ 187642 h 3752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5284" h="375284">
                  <a:moveTo>
                    <a:pt x="375285" y="187642"/>
                  </a:moveTo>
                  <a:cubicBezTo>
                    <a:pt x="375285" y="291274"/>
                    <a:pt x="291275" y="375285"/>
                    <a:pt x="187642" y="375285"/>
                  </a:cubicBezTo>
                  <a:cubicBezTo>
                    <a:pt x="84010" y="375285"/>
                    <a:pt x="0" y="291275"/>
                    <a:pt x="0" y="187642"/>
                  </a:cubicBezTo>
                  <a:cubicBezTo>
                    <a:pt x="0" y="84010"/>
                    <a:pt x="84010" y="0"/>
                    <a:pt x="187642" y="0"/>
                  </a:cubicBezTo>
                  <a:cubicBezTo>
                    <a:pt x="291274" y="0"/>
                    <a:pt x="375285" y="84010"/>
                    <a:pt x="375285" y="187642"/>
                  </a:cubicBezTo>
                  <a:close/>
                </a:path>
              </a:pathLst>
            </a:custGeom>
            <a:solidFill>
              <a:srgbClr val="494949"/>
            </a:solidFill>
            <a:ln w="9525"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a:endParaRPr>
            </a:p>
          </p:txBody>
        </p:sp>
        <p:sp>
          <p:nvSpPr>
            <p:cNvPr id="91" name="Rectangle 90">
              <a:extLst>
                <a:ext uri="{FF2B5EF4-FFF2-40B4-BE49-F238E27FC236}">
                  <a16:creationId xmlns:a16="http://schemas.microsoft.com/office/drawing/2014/main" id="{75723594-C95A-3C97-645B-79899DBA3536}"/>
                </a:ext>
              </a:extLst>
            </p:cNvPr>
            <p:cNvSpPr/>
            <p:nvPr/>
          </p:nvSpPr>
          <p:spPr>
            <a:xfrm>
              <a:off x="1435306" y="4038675"/>
              <a:ext cx="3149757" cy="78568"/>
            </a:xfrm>
            <a:prstGeom prst="rect">
              <a:avLst/>
            </a:prstGeom>
            <a:solidFill>
              <a:srgbClr val="218189"/>
            </a:solidFill>
            <a:ln w="9525"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a:endParaRPr>
            </a:p>
          </p:txBody>
        </p:sp>
        <p:sp>
          <p:nvSpPr>
            <p:cNvPr id="92" name="Freeform: Shape 123">
              <a:extLst>
                <a:ext uri="{FF2B5EF4-FFF2-40B4-BE49-F238E27FC236}">
                  <a16:creationId xmlns:a16="http://schemas.microsoft.com/office/drawing/2014/main" id="{792B4805-A925-6C99-4430-2EA891849E2A}"/>
                </a:ext>
              </a:extLst>
            </p:cNvPr>
            <p:cNvSpPr/>
            <p:nvPr/>
          </p:nvSpPr>
          <p:spPr>
            <a:xfrm>
              <a:off x="2978395" y="2422817"/>
              <a:ext cx="1299083" cy="1964532"/>
            </a:xfrm>
            <a:custGeom>
              <a:avLst/>
              <a:gdLst>
                <a:gd name="connsiteX0" fmla="*/ 32143 w 1299083"/>
                <a:gd name="connsiteY0" fmla="*/ 819809 h 1964532"/>
                <a:gd name="connsiteX1" fmla="*/ 32143 w 1299083"/>
                <a:gd name="connsiteY1" fmla="*/ 1024142 h 1964532"/>
                <a:gd name="connsiteX2" fmla="*/ 30206 w 1299083"/>
                <a:gd name="connsiteY2" fmla="*/ 1026591 h 1964532"/>
                <a:gd name="connsiteX3" fmla="*/ 29678 w 1299083"/>
                <a:gd name="connsiteY3" fmla="*/ 822929 h 1964532"/>
                <a:gd name="connsiteX4" fmla="*/ 707768 w 1299083"/>
                <a:gd name="connsiteY4" fmla="*/ 1 h 1964532"/>
                <a:gd name="connsiteX5" fmla="*/ 735937 w 1299083"/>
                <a:gd name="connsiteY5" fmla="*/ 6673 h 1964532"/>
                <a:gd name="connsiteX6" fmla="*/ 1266052 w 1299083"/>
                <a:gd name="connsiteY6" fmla="*/ 420613 h 1964532"/>
                <a:gd name="connsiteX7" fmla="*/ 1295357 w 1299083"/>
                <a:gd name="connsiteY7" fmla="*/ 461431 h 1964532"/>
                <a:gd name="connsiteX8" fmla="*/ 1278088 w 1299083"/>
                <a:gd name="connsiteY8" fmla="*/ 531032 h 1964532"/>
                <a:gd name="connsiteX9" fmla="*/ 141454 w 1299083"/>
                <a:gd name="connsiteY9" fmla="*/ 1938742 h 1964532"/>
                <a:gd name="connsiteX10" fmla="*/ 8533 w 1299083"/>
                <a:gd name="connsiteY10" fmla="*/ 1927753 h 1964532"/>
                <a:gd name="connsiteX11" fmla="*/ 3300 w 1299083"/>
                <a:gd name="connsiteY11" fmla="*/ 1902110 h 1964532"/>
                <a:gd name="connsiteX12" fmla="*/ 945785 w 1299083"/>
                <a:gd name="connsiteY12" fmla="*/ 739834 h 1964532"/>
                <a:gd name="connsiteX13" fmla="*/ 1134178 w 1299083"/>
                <a:gd name="connsiteY13" fmla="*/ 505913 h 1964532"/>
                <a:gd name="connsiteX14" fmla="*/ 1134178 w 1299083"/>
                <a:gd name="connsiteY14" fmla="*/ 481840 h 1964532"/>
                <a:gd name="connsiteX15" fmla="*/ 721284 w 1299083"/>
                <a:gd name="connsiteY15" fmla="*/ 153724 h 1964532"/>
                <a:gd name="connsiteX16" fmla="*/ 688316 w 1299083"/>
                <a:gd name="connsiteY16" fmla="*/ 194542 h 1964532"/>
                <a:gd name="connsiteX17" fmla="*/ 615847 w 1299083"/>
                <a:gd name="connsiteY17" fmla="*/ 286742 h 1964532"/>
                <a:gd name="connsiteX18" fmla="*/ 593004 w 1299083"/>
                <a:gd name="connsiteY18" fmla="*/ 315805 h 1964532"/>
                <a:gd name="connsiteX19" fmla="*/ 566172 w 1299083"/>
                <a:gd name="connsiteY19" fmla="*/ 319972 h 1964532"/>
                <a:gd name="connsiteX20" fmla="*/ 457084 w 1299083"/>
                <a:gd name="connsiteY20" fmla="*/ 363118 h 1964532"/>
                <a:gd name="connsiteX21" fmla="*/ 433604 w 1299083"/>
                <a:gd name="connsiteY21" fmla="*/ 518606 h 1964532"/>
                <a:gd name="connsiteX22" fmla="*/ 415165 w 1299083"/>
                <a:gd name="connsiteY22" fmla="*/ 542065 h 1964532"/>
                <a:gd name="connsiteX23" fmla="*/ 377716 w 1299083"/>
                <a:gd name="connsiteY23" fmla="*/ 589711 h 1964532"/>
                <a:gd name="connsiteX24" fmla="*/ 367170 w 1299083"/>
                <a:gd name="connsiteY24" fmla="*/ 589008 h 1964532"/>
                <a:gd name="connsiteX25" fmla="*/ 297119 w 1299083"/>
                <a:gd name="connsiteY25" fmla="*/ 677334 h 1964532"/>
                <a:gd name="connsiteX26" fmla="*/ 306839 w 1299083"/>
                <a:gd name="connsiteY26" fmla="*/ 676686 h 1964532"/>
                <a:gd name="connsiteX27" fmla="*/ 300564 w 1299083"/>
                <a:gd name="connsiteY27" fmla="*/ 684619 h 1964532"/>
                <a:gd name="connsiteX28" fmla="*/ 299468 w 1299083"/>
                <a:gd name="connsiteY28" fmla="*/ 686005 h 1964532"/>
                <a:gd name="connsiteX29" fmla="*/ 254208 w 1299083"/>
                <a:gd name="connsiteY29" fmla="*/ 696981 h 1964532"/>
                <a:gd name="connsiteX30" fmla="*/ 182126 w 1299083"/>
                <a:gd name="connsiteY30" fmla="*/ 701824 h 1964532"/>
                <a:gd name="connsiteX31" fmla="*/ 129586 w 1299083"/>
                <a:gd name="connsiteY31" fmla="*/ 696480 h 1964532"/>
                <a:gd name="connsiteX32" fmla="*/ 263844 w 1299083"/>
                <a:gd name="connsiteY32" fmla="*/ 526584 h 1964532"/>
                <a:gd name="connsiteX33" fmla="*/ 647497 w 1299083"/>
                <a:gd name="connsiteY33" fmla="*/ 41211 h 1964532"/>
                <a:gd name="connsiteX34" fmla="*/ 707768 w 1299083"/>
                <a:gd name="connsiteY34" fmla="*/ 1 h 1964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299083" h="1964532">
                  <a:moveTo>
                    <a:pt x="32143" y="819809"/>
                  </a:moveTo>
                  <a:lnTo>
                    <a:pt x="32143" y="1024142"/>
                  </a:lnTo>
                  <a:lnTo>
                    <a:pt x="30206" y="1026591"/>
                  </a:lnTo>
                  <a:lnTo>
                    <a:pt x="29678" y="822929"/>
                  </a:lnTo>
                  <a:close/>
                  <a:moveTo>
                    <a:pt x="707768" y="1"/>
                  </a:moveTo>
                  <a:cubicBezTo>
                    <a:pt x="716280" y="33"/>
                    <a:pt x="725601" y="2094"/>
                    <a:pt x="735937" y="6673"/>
                  </a:cubicBezTo>
                  <a:cubicBezTo>
                    <a:pt x="787745" y="40165"/>
                    <a:pt x="1138363" y="319613"/>
                    <a:pt x="1266052" y="420613"/>
                  </a:cubicBezTo>
                  <a:cubicBezTo>
                    <a:pt x="1279658" y="431079"/>
                    <a:pt x="1293787" y="442069"/>
                    <a:pt x="1295357" y="461431"/>
                  </a:cubicBezTo>
                  <a:cubicBezTo>
                    <a:pt x="1304777" y="488644"/>
                    <a:pt x="1295357" y="510099"/>
                    <a:pt x="1278088" y="531032"/>
                  </a:cubicBezTo>
                  <a:cubicBezTo>
                    <a:pt x="1127897" y="715238"/>
                    <a:pt x="143024" y="1935079"/>
                    <a:pt x="141454" y="1938742"/>
                  </a:cubicBezTo>
                  <a:cubicBezTo>
                    <a:pt x="96973" y="1976944"/>
                    <a:pt x="43594" y="1972234"/>
                    <a:pt x="8533" y="1927753"/>
                  </a:cubicBezTo>
                  <a:cubicBezTo>
                    <a:pt x="2253" y="1919903"/>
                    <a:pt x="-4027" y="1911007"/>
                    <a:pt x="3300" y="1902110"/>
                  </a:cubicBezTo>
                  <a:cubicBezTo>
                    <a:pt x="29988" y="1869142"/>
                    <a:pt x="851588" y="856532"/>
                    <a:pt x="945785" y="739834"/>
                  </a:cubicBezTo>
                  <a:cubicBezTo>
                    <a:pt x="1008583" y="661860"/>
                    <a:pt x="1071380" y="583886"/>
                    <a:pt x="1134178" y="505913"/>
                  </a:cubicBezTo>
                  <a:cubicBezTo>
                    <a:pt x="1140980" y="498063"/>
                    <a:pt x="1147784" y="492307"/>
                    <a:pt x="1134178" y="481840"/>
                  </a:cubicBezTo>
                  <a:cubicBezTo>
                    <a:pt x="997593" y="374038"/>
                    <a:pt x="722854" y="154247"/>
                    <a:pt x="721284" y="153724"/>
                  </a:cubicBezTo>
                  <a:cubicBezTo>
                    <a:pt x="710294" y="167330"/>
                    <a:pt x="699305" y="180936"/>
                    <a:pt x="688316" y="194542"/>
                  </a:cubicBezTo>
                  <a:cubicBezTo>
                    <a:pt x="688316" y="194542"/>
                    <a:pt x="658585" y="232368"/>
                    <a:pt x="615847" y="286742"/>
                  </a:cubicBezTo>
                  <a:lnTo>
                    <a:pt x="593004" y="315805"/>
                  </a:lnTo>
                  <a:lnTo>
                    <a:pt x="566172" y="319972"/>
                  </a:lnTo>
                  <a:cubicBezTo>
                    <a:pt x="530921" y="328127"/>
                    <a:pt x="494447" y="342064"/>
                    <a:pt x="457084" y="363118"/>
                  </a:cubicBezTo>
                  <a:lnTo>
                    <a:pt x="433604" y="518606"/>
                  </a:lnTo>
                  <a:lnTo>
                    <a:pt x="415165" y="542065"/>
                  </a:lnTo>
                  <a:lnTo>
                    <a:pt x="377716" y="589711"/>
                  </a:lnTo>
                  <a:lnTo>
                    <a:pt x="367170" y="589008"/>
                  </a:lnTo>
                  <a:lnTo>
                    <a:pt x="297119" y="677334"/>
                  </a:lnTo>
                  <a:lnTo>
                    <a:pt x="306839" y="676686"/>
                  </a:lnTo>
                  <a:lnTo>
                    <a:pt x="300564" y="684619"/>
                  </a:lnTo>
                  <a:lnTo>
                    <a:pt x="299468" y="686005"/>
                  </a:lnTo>
                  <a:lnTo>
                    <a:pt x="254208" y="696981"/>
                  </a:lnTo>
                  <a:cubicBezTo>
                    <a:pt x="231748" y="700381"/>
                    <a:pt x="207306" y="702154"/>
                    <a:pt x="182126" y="701824"/>
                  </a:cubicBezTo>
                  <a:lnTo>
                    <a:pt x="129586" y="696480"/>
                  </a:lnTo>
                  <a:lnTo>
                    <a:pt x="263844" y="526584"/>
                  </a:lnTo>
                  <a:cubicBezTo>
                    <a:pt x="458843" y="279842"/>
                    <a:pt x="646450" y="42520"/>
                    <a:pt x="647497" y="41211"/>
                  </a:cubicBezTo>
                  <a:cubicBezTo>
                    <a:pt x="663981" y="18055"/>
                    <a:pt x="682232" y="-98"/>
                    <a:pt x="707768" y="1"/>
                  </a:cubicBezTo>
                  <a:close/>
                </a:path>
              </a:pathLst>
            </a:custGeom>
            <a:solidFill>
              <a:srgbClr val="1A1A1A"/>
            </a:solidFill>
            <a:ln w="9525" cap="flat">
              <a:noFill/>
              <a:prstDash val="solid"/>
              <a:miter/>
            </a:ln>
          </p:spPr>
          <p:txBody>
            <a:bodyPr wrap="square"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a:endParaRPr>
            </a:p>
          </p:txBody>
        </p:sp>
      </p:grpSp>
      <p:grpSp>
        <p:nvGrpSpPr>
          <p:cNvPr id="121" name="Group 150">
            <a:extLst>
              <a:ext uri="{FF2B5EF4-FFF2-40B4-BE49-F238E27FC236}">
                <a16:creationId xmlns:a16="http://schemas.microsoft.com/office/drawing/2014/main" id="{11BB70BA-2225-D307-FFF2-679689479A7C}"/>
              </a:ext>
            </a:extLst>
          </p:cNvPr>
          <p:cNvGrpSpPr/>
          <p:nvPr/>
        </p:nvGrpSpPr>
        <p:grpSpPr>
          <a:xfrm rot="1458343">
            <a:off x="7015599" y="4771725"/>
            <a:ext cx="5196432" cy="1372984"/>
            <a:chOff x="4540708" y="4679697"/>
            <a:chExt cx="6954304" cy="1988760"/>
          </a:xfrm>
        </p:grpSpPr>
        <p:grpSp>
          <p:nvGrpSpPr>
            <p:cNvPr id="122" name="Group 94">
              <a:extLst>
                <a:ext uri="{FF2B5EF4-FFF2-40B4-BE49-F238E27FC236}">
                  <a16:creationId xmlns:a16="http://schemas.microsoft.com/office/drawing/2014/main" id="{2E93E706-67DE-9858-D0AD-AFC1948D10C6}"/>
                </a:ext>
              </a:extLst>
            </p:cNvPr>
            <p:cNvGrpSpPr/>
            <p:nvPr/>
          </p:nvGrpSpPr>
          <p:grpSpPr>
            <a:xfrm rot="581432">
              <a:off x="9673192" y="5111592"/>
              <a:ext cx="1821820" cy="1472914"/>
              <a:chOff x="8916355" y="3910167"/>
              <a:chExt cx="1821820" cy="1472914"/>
            </a:xfrm>
          </p:grpSpPr>
          <p:sp>
            <p:nvSpPr>
              <p:cNvPr id="126" name="Freeform: Shape 141">
                <a:extLst>
                  <a:ext uri="{FF2B5EF4-FFF2-40B4-BE49-F238E27FC236}">
                    <a16:creationId xmlns:a16="http://schemas.microsoft.com/office/drawing/2014/main" id="{15397E8A-D619-2831-615F-A00A25AE45F8}"/>
                  </a:ext>
                </a:extLst>
              </p:cNvPr>
              <p:cNvSpPr/>
              <p:nvPr/>
            </p:nvSpPr>
            <p:spPr>
              <a:xfrm>
                <a:off x="8916355" y="3910167"/>
                <a:ext cx="1811948" cy="1472914"/>
              </a:xfrm>
              <a:custGeom>
                <a:avLst/>
                <a:gdLst>
                  <a:gd name="connsiteX0" fmla="*/ 3817888 w 3831088"/>
                  <a:gd name="connsiteY0" fmla="*/ 722004 h 3114252"/>
                  <a:gd name="connsiteX1" fmla="*/ 3452269 w 3831088"/>
                  <a:gd name="connsiteY1" fmla="*/ 280008 h 3114252"/>
                  <a:gd name="connsiteX2" fmla="*/ 2264893 w 3831088"/>
                  <a:gd name="connsiteY2" fmla="*/ 2082 h 3114252"/>
                  <a:gd name="connsiteX3" fmla="*/ 1600132 w 3831088"/>
                  <a:gd name="connsiteY3" fmla="*/ 195852 h 3114252"/>
                  <a:gd name="connsiteX4" fmla="*/ 1027306 w 3831088"/>
                  <a:gd name="connsiteY4" fmla="*/ 642091 h 3114252"/>
                  <a:gd name="connsiteX5" fmla="*/ 513884 w 3831088"/>
                  <a:gd name="connsiteY5" fmla="*/ 1130054 h 3114252"/>
                  <a:gd name="connsiteX6" fmla="*/ 66231 w 3831088"/>
                  <a:gd name="connsiteY6" fmla="*/ 1725510 h 3114252"/>
                  <a:gd name="connsiteX7" fmla="*/ 25921 w 3831088"/>
                  <a:gd name="connsiteY7" fmla="*/ 2132146 h 3114252"/>
                  <a:gd name="connsiteX8" fmla="*/ 907790 w 3831088"/>
                  <a:gd name="connsiteY8" fmla="*/ 2922787 h 3114252"/>
                  <a:gd name="connsiteX9" fmla="*/ 1745106 w 3831088"/>
                  <a:gd name="connsiteY9" fmla="*/ 3109486 h 3114252"/>
                  <a:gd name="connsiteX10" fmla="*/ 2197710 w 3831088"/>
                  <a:gd name="connsiteY10" fmla="*/ 2873283 h 3114252"/>
                  <a:gd name="connsiteX11" fmla="*/ 2551306 w 3831088"/>
                  <a:gd name="connsiteY11" fmla="*/ 2477255 h 3114252"/>
                  <a:gd name="connsiteX12" fmla="*/ 3064728 w 3831088"/>
                  <a:gd name="connsiteY12" fmla="*/ 1989293 h 3114252"/>
                  <a:gd name="connsiteX13" fmla="*/ 3629068 w 3831088"/>
                  <a:gd name="connsiteY13" fmla="*/ 1458898 h 3114252"/>
                  <a:gd name="connsiteX14" fmla="*/ 3817888 w 3831088"/>
                  <a:gd name="connsiteY14" fmla="*/ 1005588 h 3114252"/>
                  <a:gd name="connsiteX15" fmla="*/ 3817888 w 3831088"/>
                  <a:gd name="connsiteY15" fmla="*/ 722004 h 31142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831088" h="3114252">
                    <a:moveTo>
                      <a:pt x="3817888" y="722004"/>
                    </a:moveTo>
                    <a:cubicBezTo>
                      <a:pt x="3782528" y="565714"/>
                      <a:pt x="3521574" y="325976"/>
                      <a:pt x="3452269" y="280008"/>
                    </a:cubicBezTo>
                    <a:cubicBezTo>
                      <a:pt x="3124839" y="63607"/>
                      <a:pt x="2569693" y="-14184"/>
                      <a:pt x="2264893" y="2082"/>
                    </a:cubicBezTo>
                    <a:cubicBezTo>
                      <a:pt x="2037176" y="14104"/>
                      <a:pt x="1734498" y="94724"/>
                      <a:pt x="1600132" y="195852"/>
                    </a:cubicBezTo>
                    <a:cubicBezTo>
                      <a:pt x="1465765" y="296981"/>
                      <a:pt x="1179352" y="499238"/>
                      <a:pt x="1027306" y="642091"/>
                    </a:cubicBezTo>
                    <a:cubicBezTo>
                      <a:pt x="875259" y="784944"/>
                      <a:pt x="615719" y="1020439"/>
                      <a:pt x="513884" y="1130054"/>
                    </a:cubicBezTo>
                    <a:cubicBezTo>
                      <a:pt x="419827" y="1231182"/>
                      <a:pt x="105127" y="1612359"/>
                      <a:pt x="66231" y="1725510"/>
                    </a:cubicBezTo>
                    <a:cubicBezTo>
                      <a:pt x="20263" y="1859169"/>
                      <a:pt x="-32776" y="2005558"/>
                      <a:pt x="25921" y="2132146"/>
                    </a:cubicBezTo>
                    <a:cubicBezTo>
                      <a:pt x="168774" y="2511201"/>
                      <a:pt x="751501" y="2843581"/>
                      <a:pt x="907790" y="2922787"/>
                    </a:cubicBezTo>
                    <a:cubicBezTo>
                      <a:pt x="1086002" y="3012600"/>
                      <a:pt x="1487688" y="3140602"/>
                      <a:pt x="1745106" y="3109486"/>
                    </a:cubicBezTo>
                    <a:cubicBezTo>
                      <a:pt x="1995453" y="3079076"/>
                      <a:pt x="2046370" y="3016843"/>
                      <a:pt x="2197710" y="2873283"/>
                    </a:cubicBezTo>
                    <a:cubicBezTo>
                      <a:pt x="2349049" y="2729723"/>
                      <a:pt x="2399967" y="2662540"/>
                      <a:pt x="2551306" y="2477255"/>
                    </a:cubicBezTo>
                    <a:cubicBezTo>
                      <a:pt x="2702645" y="2291971"/>
                      <a:pt x="2904902" y="2089714"/>
                      <a:pt x="3064728" y="1989293"/>
                    </a:cubicBezTo>
                    <a:cubicBezTo>
                      <a:pt x="3224553" y="1888164"/>
                      <a:pt x="3471363" y="1666106"/>
                      <a:pt x="3629068" y="1458898"/>
                    </a:cubicBezTo>
                    <a:cubicBezTo>
                      <a:pt x="3755654" y="1293415"/>
                      <a:pt x="3817888" y="1005588"/>
                      <a:pt x="3817888" y="1005588"/>
                    </a:cubicBezTo>
                    <a:cubicBezTo>
                      <a:pt x="3817888" y="1005588"/>
                      <a:pt x="3847589" y="852127"/>
                      <a:pt x="3817888" y="722004"/>
                    </a:cubicBezTo>
                    <a:close/>
                  </a:path>
                </a:pathLst>
              </a:custGeom>
              <a:solidFill>
                <a:srgbClr val="000000"/>
              </a:solidFill>
              <a:ln w="7072" cap="flat">
                <a:noFill/>
                <a:prstDash val="solid"/>
                <a:miter/>
              </a:ln>
            </p:spPr>
            <p:txBody>
              <a:bodyPr rtlCol="0" anchor="ctr"/>
              <a:lstStyle/>
              <a:p>
                <a:endParaRPr lang="en-US"/>
              </a:p>
            </p:txBody>
          </p:sp>
          <p:sp>
            <p:nvSpPr>
              <p:cNvPr id="127" name="Freeform: Shape 142">
                <a:extLst>
                  <a:ext uri="{FF2B5EF4-FFF2-40B4-BE49-F238E27FC236}">
                    <a16:creationId xmlns:a16="http://schemas.microsoft.com/office/drawing/2014/main" id="{A03DC503-9A14-E8A2-16B5-4A511641928E}"/>
                  </a:ext>
                </a:extLst>
              </p:cNvPr>
              <p:cNvSpPr/>
              <p:nvPr/>
            </p:nvSpPr>
            <p:spPr>
              <a:xfrm>
                <a:off x="8916355" y="4257869"/>
                <a:ext cx="890252" cy="890499"/>
              </a:xfrm>
              <a:custGeom>
                <a:avLst/>
                <a:gdLst>
                  <a:gd name="connsiteX0" fmla="*/ 1040743 w 1882301"/>
                  <a:gd name="connsiteY0" fmla="*/ 1158660 h 1882825"/>
                  <a:gd name="connsiteX1" fmla="*/ 1544970 w 1882301"/>
                  <a:gd name="connsiteY1" fmla="*/ 517237 h 1882825"/>
                  <a:gd name="connsiteX2" fmla="*/ 1882302 w 1882301"/>
                  <a:gd name="connsiteY2" fmla="*/ 8765 h 1882825"/>
                  <a:gd name="connsiteX3" fmla="*/ 1492638 w 1882301"/>
                  <a:gd name="connsiteY3" fmla="*/ 143839 h 1882825"/>
                  <a:gd name="connsiteX4" fmla="*/ 1486981 w 1882301"/>
                  <a:gd name="connsiteY4" fmla="*/ 149497 h 1882825"/>
                  <a:gd name="connsiteX5" fmla="*/ 1482030 w 1882301"/>
                  <a:gd name="connsiteY5" fmla="*/ 143132 h 1882825"/>
                  <a:gd name="connsiteX6" fmla="*/ 915569 w 1882301"/>
                  <a:gd name="connsiteY6" fmla="*/ 12301 h 1882825"/>
                  <a:gd name="connsiteX7" fmla="*/ 513884 w 1882301"/>
                  <a:gd name="connsiteY7" fmla="*/ 395600 h 1882825"/>
                  <a:gd name="connsiteX8" fmla="*/ 66231 w 1882301"/>
                  <a:gd name="connsiteY8" fmla="*/ 991056 h 1882825"/>
                  <a:gd name="connsiteX9" fmla="*/ 25921 w 1882301"/>
                  <a:gd name="connsiteY9" fmla="*/ 1397692 h 1882825"/>
                  <a:gd name="connsiteX10" fmla="*/ 375274 w 1882301"/>
                  <a:gd name="connsiteY10" fmla="*/ 1727950 h 1882825"/>
                  <a:gd name="connsiteX11" fmla="*/ 673710 w 1882301"/>
                  <a:gd name="connsiteY11" fmla="*/ 1882826 h 1882825"/>
                  <a:gd name="connsiteX12" fmla="*/ 937492 w 1882301"/>
                  <a:gd name="connsiteY12" fmla="*/ 1276762 h 1882825"/>
                  <a:gd name="connsiteX13" fmla="*/ 1040743 w 1882301"/>
                  <a:gd name="connsiteY13" fmla="*/ 1158660 h 1882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882301" h="1882825">
                    <a:moveTo>
                      <a:pt x="1040743" y="1158660"/>
                    </a:moveTo>
                    <a:cubicBezTo>
                      <a:pt x="1044986" y="1153710"/>
                      <a:pt x="1503246" y="603514"/>
                      <a:pt x="1544970" y="517237"/>
                    </a:cubicBezTo>
                    <a:cubicBezTo>
                      <a:pt x="1584573" y="435202"/>
                      <a:pt x="1839162" y="70998"/>
                      <a:pt x="1882302" y="8765"/>
                    </a:cubicBezTo>
                    <a:cubicBezTo>
                      <a:pt x="1718233" y="-28716"/>
                      <a:pt x="1580330" y="61098"/>
                      <a:pt x="1492638" y="143839"/>
                    </a:cubicBezTo>
                    <a:lnTo>
                      <a:pt x="1486981" y="149497"/>
                    </a:lnTo>
                    <a:lnTo>
                      <a:pt x="1482030" y="143132"/>
                    </a:lnTo>
                    <a:cubicBezTo>
                      <a:pt x="1443135" y="87971"/>
                      <a:pt x="1063373" y="29981"/>
                      <a:pt x="915569" y="12301"/>
                    </a:cubicBezTo>
                    <a:cubicBezTo>
                      <a:pt x="769888" y="147375"/>
                      <a:pt x="593796" y="310029"/>
                      <a:pt x="513884" y="395600"/>
                    </a:cubicBezTo>
                    <a:cubicBezTo>
                      <a:pt x="419827" y="496728"/>
                      <a:pt x="105127" y="877905"/>
                      <a:pt x="66231" y="991056"/>
                    </a:cubicBezTo>
                    <a:cubicBezTo>
                      <a:pt x="20263" y="1124715"/>
                      <a:pt x="-32776" y="1271104"/>
                      <a:pt x="25921" y="1397692"/>
                    </a:cubicBezTo>
                    <a:cubicBezTo>
                      <a:pt x="84618" y="1524279"/>
                      <a:pt x="257173" y="1655817"/>
                      <a:pt x="375274" y="1727950"/>
                    </a:cubicBezTo>
                    <a:cubicBezTo>
                      <a:pt x="455894" y="1777454"/>
                      <a:pt x="563388" y="1831908"/>
                      <a:pt x="673710" y="1882826"/>
                    </a:cubicBezTo>
                    <a:cubicBezTo>
                      <a:pt x="702704" y="1725122"/>
                      <a:pt x="896475" y="1331216"/>
                      <a:pt x="937492" y="1276762"/>
                    </a:cubicBezTo>
                    <a:cubicBezTo>
                      <a:pt x="979923" y="1220186"/>
                      <a:pt x="1040035" y="1159368"/>
                      <a:pt x="1040743" y="1158660"/>
                    </a:cubicBezTo>
                    <a:close/>
                  </a:path>
                </a:pathLst>
              </a:custGeom>
              <a:solidFill>
                <a:srgbClr val="B3B3B3"/>
              </a:solidFill>
              <a:ln w="7072" cap="flat">
                <a:noFill/>
                <a:prstDash val="solid"/>
                <a:miter/>
              </a:ln>
            </p:spPr>
            <p:txBody>
              <a:bodyPr rtlCol="0" anchor="ctr"/>
              <a:lstStyle/>
              <a:p>
                <a:endParaRPr lang="en-US"/>
              </a:p>
            </p:txBody>
          </p:sp>
          <p:sp>
            <p:nvSpPr>
              <p:cNvPr id="128" name="Freeform: Shape 143">
                <a:extLst>
                  <a:ext uri="{FF2B5EF4-FFF2-40B4-BE49-F238E27FC236}">
                    <a16:creationId xmlns:a16="http://schemas.microsoft.com/office/drawing/2014/main" id="{A53ADEFC-EB54-5612-9A4A-301D0227BF46}"/>
                  </a:ext>
                </a:extLst>
              </p:cNvPr>
              <p:cNvSpPr/>
              <p:nvPr/>
            </p:nvSpPr>
            <p:spPr>
              <a:xfrm>
                <a:off x="9238002" y="4263686"/>
                <a:ext cx="1004423" cy="1009716"/>
              </a:xfrm>
              <a:custGeom>
                <a:avLst/>
                <a:gdLst>
                  <a:gd name="connsiteX0" fmla="*/ 1260924 w 2123698"/>
                  <a:gd name="connsiteY0" fmla="*/ 313286 h 2134891"/>
                  <a:gd name="connsiteX1" fmla="*/ 1253852 w 2123698"/>
                  <a:gd name="connsiteY1" fmla="*/ 310458 h 2134891"/>
                  <a:gd name="connsiteX2" fmla="*/ 1256681 w 2123698"/>
                  <a:gd name="connsiteY2" fmla="*/ 303386 h 2134891"/>
                  <a:gd name="connsiteX3" fmla="*/ 1261631 w 2123698"/>
                  <a:gd name="connsiteY3" fmla="*/ 292071 h 2134891"/>
                  <a:gd name="connsiteX4" fmla="*/ 1292041 w 2123698"/>
                  <a:gd name="connsiteY4" fmla="*/ 71426 h 2134891"/>
                  <a:gd name="connsiteX5" fmla="*/ 1216371 w 2123698"/>
                  <a:gd name="connsiteY5" fmla="*/ 0 h 2134891"/>
                  <a:gd name="connsiteX6" fmla="*/ 877626 w 2123698"/>
                  <a:gd name="connsiteY6" fmla="*/ 510593 h 2134891"/>
                  <a:gd name="connsiteX7" fmla="*/ 371276 w 2123698"/>
                  <a:gd name="connsiteY7" fmla="*/ 1155553 h 2134891"/>
                  <a:gd name="connsiteX8" fmla="*/ 268733 w 2123698"/>
                  <a:gd name="connsiteY8" fmla="*/ 1272239 h 2134891"/>
                  <a:gd name="connsiteX9" fmla="*/ 7072 w 2123698"/>
                  <a:gd name="connsiteY9" fmla="*/ 1874060 h 2134891"/>
                  <a:gd name="connsiteX10" fmla="*/ 0 w 2123698"/>
                  <a:gd name="connsiteY10" fmla="*/ 1872646 h 2134891"/>
                  <a:gd name="connsiteX11" fmla="*/ 438459 w 2123698"/>
                  <a:gd name="connsiteY11" fmla="*/ 2050151 h 2134891"/>
                  <a:gd name="connsiteX12" fmla="*/ 1079883 w 2123698"/>
                  <a:gd name="connsiteY12" fmla="*/ 2116627 h 2134891"/>
                  <a:gd name="connsiteX13" fmla="*/ 1440551 w 2123698"/>
                  <a:gd name="connsiteY13" fmla="*/ 1869110 h 2134891"/>
                  <a:gd name="connsiteX14" fmla="*/ 2023985 w 2123698"/>
                  <a:gd name="connsiteY14" fmla="*/ 988655 h 2134891"/>
                  <a:gd name="connsiteX15" fmla="*/ 2123699 w 2123698"/>
                  <a:gd name="connsiteY15" fmla="*/ 858532 h 2134891"/>
                  <a:gd name="connsiteX16" fmla="*/ 1260924 w 2123698"/>
                  <a:gd name="connsiteY16" fmla="*/ 313286 h 2134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23698" h="2134891">
                    <a:moveTo>
                      <a:pt x="1260924" y="313286"/>
                    </a:moveTo>
                    <a:lnTo>
                      <a:pt x="1253852" y="310458"/>
                    </a:lnTo>
                    <a:lnTo>
                      <a:pt x="1256681" y="303386"/>
                    </a:lnTo>
                    <a:cubicBezTo>
                      <a:pt x="1258095" y="300557"/>
                      <a:pt x="1259510" y="297021"/>
                      <a:pt x="1261631" y="292071"/>
                    </a:cubicBezTo>
                    <a:cubicBezTo>
                      <a:pt x="1278604" y="253175"/>
                      <a:pt x="1324571" y="148510"/>
                      <a:pt x="1292041" y="71426"/>
                    </a:cubicBezTo>
                    <a:cubicBezTo>
                      <a:pt x="1278604" y="39603"/>
                      <a:pt x="1253145" y="15558"/>
                      <a:pt x="1216371" y="0"/>
                    </a:cubicBezTo>
                    <a:cubicBezTo>
                      <a:pt x="1183840" y="46675"/>
                      <a:pt x="916521" y="428559"/>
                      <a:pt x="877626" y="510593"/>
                    </a:cubicBezTo>
                    <a:cubicBezTo>
                      <a:pt x="835194" y="598992"/>
                      <a:pt x="389663" y="1132922"/>
                      <a:pt x="371276" y="1155553"/>
                    </a:cubicBezTo>
                    <a:cubicBezTo>
                      <a:pt x="370568" y="1156967"/>
                      <a:pt x="310457" y="1216371"/>
                      <a:pt x="268733" y="1272239"/>
                    </a:cubicBezTo>
                    <a:cubicBezTo>
                      <a:pt x="228423" y="1325986"/>
                      <a:pt x="35360" y="1718478"/>
                      <a:pt x="7072" y="1874060"/>
                    </a:cubicBezTo>
                    <a:lnTo>
                      <a:pt x="0" y="1872646"/>
                    </a:lnTo>
                    <a:cubicBezTo>
                      <a:pt x="169018" y="1950437"/>
                      <a:pt x="342988" y="2020449"/>
                      <a:pt x="438459" y="2050151"/>
                    </a:cubicBezTo>
                    <a:cubicBezTo>
                      <a:pt x="606771" y="2103191"/>
                      <a:pt x="894599" y="2166838"/>
                      <a:pt x="1079883" y="2116627"/>
                    </a:cubicBezTo>
                    <a:cubicBezTo>
                      <a:pt x="1168989" y="2092583"/>
                      <a:pt x="1310427" y="1991454"/>
                      <a:pt x="1440551" y="1869110"/>
                    </a:cubicBezTo>
                    <a:cubicBezTo>
                      <a:pt x="1695140" y="1628664"/>
                      <a:pt x="1879010" y="1207885"/>
                      <a:pt x="2023985" y="988655"/>
                    </a:cubicBezTo>
                    <a:cubicBezTo>
                      <a:pt x="2050859" y="947638"/>
                      <a:pt x="2084803" y="903792"/>
                      <a:pt x="2123699" y="858532"/>
                    </a:cubicBezTo>
                    <a:cubicBezTo>
                      <a:pt x="2034593" y="741138"/>
                      <a:pt x="1751716" y="490792"/>
                      <a:pt x="1260924" y="313286"/>
                    </a:cubicBezTo>
                    <a:close/>
                  </a:path>
                </a:pathLst>
              </a:custGeom>
              <a:solidFill>
                <a:srgbClr val="B3B3B3"/>
              </a:solidFill>
              <a:ln w="7072" cap="flat">
                <a:noFill/>
                <a:prstDash val="solid"/>
                <a:miter/>
              </a:ln>
            </p:spPr>
            <p:txBody>
              <a:bodyPr rtlCol="0" anchor="ctr"/>
              <a:lstStyle/>
              <a:p>
                <a:endParaRPr lang="en-US"/>
              </a:p>
            </p:txBody>
          </p:sp>
          <p:sp>
            <p:nvSpPr>
              <p:cNvPr id="129" name="Freeform: Shape 144">
                <a:extLst>
                  <a:ext uri="{FF2B5EF4-FFF2-40B4-BE49-F238E27FC236}">
                    <a16:creationId xmlns:a16="http://schemas.microsoft.com/office/drawing/2014/main" id="{531BC111-CD27-D944-39AF-AAFE2CE60DA5}"/>
                  </a:ext>
                </a:extLst>
              </p:cNvPr>
              <p:cNvSpPr/>
              <p:nvPr/>
            </p:nvSpPr>
            <p:spPr>
              <a:xfrm>
                <a:off x="9350257" y="4363513"/>
                <a:ext cx="385775" cy="500553"/>
              </a:xfrm>
              <a:custGeom>
                <a:avLst/>
                <a:gdLst>
                  <a:gd name="connsiteX0" fmla="*/ 123323 w 815663"/>
                  <a:gd name="connsiteY0" fmla="*/ 935292 h 1058343"/>
                  <a:gd name="connsiteX1" fmla="*/ 627551 w 815663"/>
                  <a:gd name="connsiteY1" fmla="*/ 293869 h 1058343"/>
                  <a:gd name="connsiteX2" fmla="*/ 815664 w 815663"/>
                  <a:gd name="connsiteY2" fmla="*/ 1798 h 1058343"/>
                  <a:gd name="connsiteX3" fmla="*/ 263346 w 815663"/>
                  <a:gd name="connsiteY3" fmla="*/ 411970 h 1058343"/>
                  <a:gd name="connsiteX4" fmla="*/ 16536 w 815663"/>
                  <a:gd name="connsiteY4" fmla="*/ 1058344 h 1058343"/>
                  <a:gd name="connsiteX5" fmla="*/ 20072 w 815663"/>
                  <a:gd name="connsiteY5" fmla="*/ 1053393 h 1058343"/>
                  <a:gd name="connsiteX6" fmla="*/ 123323 w 815663"/>
                  <a:gd name="connsiteY6" fmla="*/ 935292 h 1058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5663" h="1058343">
                    <a:moveTo>
                      <a:pt x="123323" y="935292"/>
                    </a:moveTo>
                    <a:cubicBezTo>
                      <a:pt x="127566" y="930342"/>
                      <a:pt x="585826" y="380146"/>
                      <a:pt x="627551" y="293869"/>
                    </a:cubicBezTo>
                    <a:cubicBezTo>
                      <a:pt x="648766" y="249316"/>
                      <a:pt x="735044" y="119899"/>
                      <a:pt x="815664" y="1798"/>
                    </a:cubicBezTo>
                    <a:cubicBezTo>
                      <a:pt x="696149" y="-19418"/>
                      <a:pt x="464189" y="148894"/>
                      <a:pt x="263346" y="411970"/>
                    </a:cubicBezTo>
                    <a:cubicBezTo>
                      <a:pt x="58968" y="679289"/>
                      <a:pt x="-42160" y="952972"/>
                      <a:pt x="16536" y="1058344"/>
                    </a:cubicBezTo>
                    <a:cubicBezTo>
                      <a:pt x="17951" y="1056222"/>
                      <a:pt x="19365" y="1054808"/>
                      <a:pt x="20072" y="1053393"/>
                    </a:cubicBezTo>
                    <a:cubicBezTo>
                      <a:pt x="62504" y="996111"/>
                      <a:pt x="122615" y="935999"/>
                      <a:pt x="123323" y="935292"/>
                    </a:cubicBezTo>
                    <a:close/>
                  </a:path>
                </a:pathLst>
              </a:custGeom>
              <a:solidFill>
                <a:srgbClr val="29ABE2"/>
              </a:solidFill>
              <a:ln w="7072" cap="flat">
                <a:noFill/>
                <a:prstDash val="solid"/>
                <a:miter/>
              </a:ln>
            </p:spPr>
            <p:txBody>
              <a:bodyPr rtlCol="0" anchor="ctr"/>
              <a:lstStyle/>
              <a:p>
                <a:endParaRPr lang="en-US"/>
              </a:p>
            </p:txBody>
          </p:sp>
          <p:sp>
            <p:nvSpPr>
              <p:cNvPr id="130" name="Freeform: Shape 145">
                <a:extLst>
                  <a:ext uri="{FF2B5EF4-FFF2-40B4-BE49-F238E27FC236}">
                    <a16:creationId xmlns:a16="http://schemas.microsoft.com/office/drawing/2014/main" id="{BEFBB24D-14F6-1F1A-0377-F46336434FAF}"/>
                  </a:ext>
                </a:extLst>
              </p:cNvPr>
              <p:cNvSpPr/>
              <p:nvPr/>
            </p:nvSpPr>
            <p:spPr>
              <a:xfrm>
                <a:off x="9362092" y="4366035"/>
                <a:ext cx="410623" cy="518970"/>
              </a:xfrm>
              <a:custGeom>
                <a:avLst/>
                <a:gdLst>
                  <a:gd name="connsiteX0" fmla="*/ 14144 w 868199"/>
                  <a:gd name="connsiteY0" fmla="*/ 1079176 h 1097283"/>
                  <a:gd name="connsiteX1" fmla="*/ 604650 w 868199"/>
                  <a:gd name="connsiteY1" fmla="*/ 685270 h 1097283"/>
                  <a:gd name="connsiteX2" fmla="*/ 828829 w 868199"/>
                  <a:gd name="connsiteY2" fmla="*/ 12022 h 1097283"/>
                  <a:gd name="connsiteX3" fmla="*/ 805493 w 868199"/>
                  <a:gd name="connsiteY3" fmla="*/ 0 h 1097283"/>
                  <a:gd name="connsiteX4" fmla="*/ 615258 w 868199"/>
                  <a:gd name="connsiteY4" fmla="*/ 294899 h 1097283"/>
                  <a:gd name="connsiteX5" fmla="*/ 108908 w 868199"/>
                  <a:gd name="connsiteY5" fmla="*/ 939859 h 1097283"/>
                  <a:gd name="connsiteX6" fmla="*/ 6365 w 868199"/>
                  <a:gd name="connsiteY6" fmla="*/ 1056546 h 1097283"/>
                  <a:gd name="connsiteX7" fmla="*/ 0 w 868199"/>
                  <a:gd name="connsiteY7" fmla="*/ 1065739 h 1097283"/>
                  <a:gd name="connsiteX8" fmla="*/ 14144 w 868199"/>
                  <a:gd name="connsiteY8" fmla="*/ 1079176 h 10972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68199" h="1097283">
                    <a:moveTo>
                      <a:pt x="14144" y="1079176"/>
                    </a:moveTo>
                    <a:cubicBezTo>
                      <a:pt x="115272" y="1156260"/>
                      <a:pt x="379762" y="980169"/>
                      <a:pt x="604650" y="685270"/>
                    </a:cubicBezTo>
                    <a:cubicBezTo>
                      <a:pt x="829536" y="390370"/>
                      <a:pt x="929958" y="89106"/>
                      <a:pt x="828829" y="12022"/>
                    </a:cubicBezTo>
                    <a:cubicBezTo>
                      <a:pt x="821757" y="6365"/>
                      <a:pt x="813979" y="2829"/>
                      <a:pt x="805493" y="0"/>
                    </a:cubicBezTo>
                    <a:cubicBezTo>
                      <a:pt x="724165" y="118808"/>
                      <a:pt x="636473" y="250346"/>
                      <a:pt x="615258" y="294899"/>
                    </a:cubicBezTo>
                    <a:cubicBezTo>
                      <a:pt x="572826" y="383298"/>
                      <a:pt x="127295" y="917229"/>
                      <a:pt x="108908" y="939859"/>
                    </a:cubicBezTo>
                    <a:cubicBezTo>
                      <a:pt x="108200" y="941273"/>
                      <a:pt x="48089" y="1000677"/>
                      <a:pt x="6365" y="1056546"/>
                    </a:cubicBezTo>
                    <a:cubicBezTo>
                      <a:pt x="4243" y="1058667"/>
                      <a:pt x="2121" y="1062203"/>
                      <a:pt x="0" y="1065739"/>
                    </a:cubicBezTo>
                    <a:cubicBezTo>
                      <a:pt x="4243" y="1070690"/>
                      <a:pt x="8486" y="1075640"/>
                      <a:pt x="14144" y="1079176"/>
                    </a:cubicBezTo>
                    <a:close/>
                  </a:path>
                </a:pathLst>
              </a:custGeom>
              <a:solidFill>
                <a:srgbClr val="29ABE2"/>
              </a:solidFill>
              <a:ln w="7072" cap="flat">
                <a:noFill/>
                <a:prstDash val="solid"/>
                <a:miter/>
              </a:ln>
            </p:spPr>
            <p:txBody>
              <a:bodyPr rtlCol="0" anchor="ctr"/>
              <a:lstStyle/>
              <a:p>
                <a:endParaRPr lang="en-US"/>
              </a:p>
            </p:txBody>
          </p:sp>
          <p:sp>
            <p:nvSpPr>
              <p:cNvPr id="131" name="Freeform: Shape 146">
                <a:extLst>
                  <a:ext uri="{FF2B5EF4-FFF2-40B4-BE49-F238E27FC236}">
                    <a16:creationId xmlns:a16="http://schemas.microsoft.com/office/drawing/2014/main" id="{D710475C-7927-0965-6821-174F09B7E165}"/>
                  </a:ext>
                </a:extLst>
              </p:cNvPr>
              <p:cNvSpPr/>
              <p:nvPr/>
            </p:nvSpPr>
            <p:spPr>
              <a:xfrm>
                <a:off x="9355737" y="3910167"/>
                <a:ext cx="1382438" cy="754552"/>
              </a:xfrm>
              <a:custGeom>
                <a:avLst/>
                <a:gdLst>
                  <a:gd name="connsiteX0" fmla="*/ 2888882 w 2922955"/>
                  <a:gd name="connsiteY0" fmla="*/ 722004 h 1595386"/>
                  <a:gd name="connsiteX1" fmla="*/ 2523264 w 2922955"/>
                  <a:gd name="connsiteY1" fmla="*/ 280008 h 1595386"/>
                  <a:gd name="connsiteX2" fmla="*/ 1335887 w 2922955"/>
                  <a:gd name="connsiteY2" fmla="*/ 2082 h 1595386"/>
                  <a:gd name="connsiteX3" fmla="*/ 671126 w 2922955"/>
                  <a:gd name="connsiteY3" fmla="*/ 195852 h 1595386"/>
                  <a:gd name="connsiteX4" fmla="*/ 98300 w 2922955"/>
                  <a:gd name="connsiteY4" fmla="*/ 642091 h 1595386"/>
                  <a:gd name="connsiteX5" fmla="*/ 0 w 2922955"/>
                  <a:gd name="connsiteY5" fmla="*/ 734026 h 1595386"/>
                  <a:gd name="connsiteX6" fmla="*/ 559389 w 2922955"/>
                  <a:gd name="connsiteY6" fmla="*/ 863442 h 1595386"/>
                  <a:gd name="connsiteX7" fmla="*/ 967440 w 2922955"/>
                  <a:gd name="connsiteY7" fmla="*/ 732612 h 1595386"/>
                  <a:gd name="connsiteX8" fmla="*/ 968147 w 2922955"/>
                  <a:gd name="connsiteY8" fmla="*/ 732612 h 1595386"/>
                  <a:gd name="connsiteX9" fmla="*/ 1057253 w 2922955"/>
                  <a:gd name="connsiteY9" fmla="*/ 813939 h 1595386"/>
                  <a:gd name="connsiteX10" fmla="*/ 1026136 w 2922955"/>
                  <a:gd name="connsiteY10" fmla="*/ 1045898 h 1595386"/>
                  <a:gd name="connsiteX11" fmla="*/ 1024722 w 2922955"/>
                  <a:gd name="connsiteY11" fmla="*/ 1050141 h 1595386"/>
                  <a:gd name="connsiteX12" fmla="*/ 1884668 w 2922955"/>
                  <a:gd name="connsiteY12" fmla="*/ 1595386 h 1595386"/>
                  <a:gd name="connsiteX13" fmla="*/ 2581960 w 2922955"/>
                  <a:gd name="connsiteY13" fmla="*/ 1103888 h 1595386"/>
                  <a:gd name="connsiteX14" fmla="*/ 2888882 w 2922955"/>
                  <a:gd name="connsiteY14" fmla="*/ 722004 h 15953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922955" h="1595386">
                    <a:moveTo>
                      <a:pt x="2888882" y="722004"/>
                    </a:moveTo>
                    <a:cubicBezTo>
                      <a:pt x="2853522" y="565714"/>
                      <a:pt x="2592568" y="325976"/>
                      <a:pt x="2523264" y="280008"/>
                    </a:cubicBezTo>
                    <a:cubicBezTo>
                      <a:pt x="2195833" y="63607"/>
                      <a:pt x="1640687" y="-14184"/>
                      <a:pt x="1335887" y="2082"/>
                    </a:cubicBezTo>
                    <a:cubicBezTo>
                      <a:pt x="1108170" y="14104"/>
                      <a:pt x="805493" y="94724"/>
                      <a:pt x="671126" y="195852"/>
                    </a:cubicBezTo>
                    <a:cubicBezTo>
                      <a:pt x="536759" y="296981"/>
                      <a:pt x="250346" y="499238"/>
                      <a:pt x="98300" y="642091"/>
                    </a:cubicBezTo>
                    <a:cubicBezTo>
                      <a:pt x="68597" y="669671"/>
                      <a:pt x="35360" y="701495"/>
                      <a:pt x="0" y="734026"/>
                    </a:cubicBezTo>
                    <a:cubicBezTo>
                      <a:pt x="85570" y="744634"/>
                      <a:pt x="492206" y="799795"/>
                      <a:pt x="559389" y="863442"/>
                    </a:cubicBezTo>
                    <a:cubicBezTo>
                      <a:pt x="652031" y="777872"/>
                      <a:pt x="796299" y="688058"/>
                      <a:pt x="967440" y="732612"/>
                    </a:cubicBezTo>
                    <a:lnTo>
                      <a:pt x="968147" y="732612"/>
                    </a:lnTo>
                    <a:cubicBezTo>
                      <a:pt x="1011992" y="749584"/>
                      <a:pt x="1041695" y="777165"/>
                      <a:pt x="1057253" y="813939"/>
                    </a:cubicBezTo>
                    <a:cubicBezTo>
                      <a:pt x="1091906" y="896680"/>
                      <a:pt x="1044523" y="1004881"/>
                      <a:pt x="1026136" y="1045898"/>
                    </a:cubicBezTo>
                    <a:cubicBezTo>
                      <a:pt x="1025429" y="1047312"/>
                      <a:pt x="1024722" y="1048727"/>
                      <a:pt x="1024722" y="1050141"/>
                    </a:cubicBezTo>
                    <a:cubicBezTo>
                      <a:pt x="1510563" y="1226939"/>
                      <a:pt x="1792733" y="1476578"/>
                      <a:pt x="1884668" y="1595386"/>
                    </a:cubicBezTo>
                    <a:cubicBezTo>
                      <a:pt x="2068538" y="1384643"/>
                      <a:pt x="2355658" y="1155513"/>
                      <a:pt x="2581960" y="1103888"/>
                    </a:cubicBezTo>
                    <a:cubicBezTo>
                      <a:pt x="3009105" y="1004881"/>
                      <a:pt x="2930606" y="906581"/>
                      <a:pt x="2888882" y="722004"/>
                    </a:cubicBezTo>
                    <a:close/>
                  </a:path>
                </a:pathLst>
              </a:custGeom>
              <a:solidFill>
                <a:srgbClr val="B3B3B3"/>
              </a:solidFill>
              <a:ln w="7072" cap="flat">
                <a:noFill/>
                <a:prstDash val="solid"/>
                <a:miter/>
              </a:ln>
            </p:spPr>
            <p:txBody>
              <a:bodyPr rtlCol="0" anchor="ctr"/>
              <a:lstStyle/>
              <a:p>
                <a:endParaRPr lang="en-US"/>
              </a:p>
            </p:txBody>
          </p:sp>
          <p:sp>
            <p:nvSpPr>
              <p:cNvPr id="132" name="Freeform: Shape 147">
                <a:extLst>
                  <a:ext uri="{FF2B5EF4-FFF2-40B4-BE49-F238E27FC236}">
                    <a16:creationId xmlns:a16="http://schemas.microsoft.com/office/drawing/2014/main" id="{167040CD-9DA9-4CFE-6327-8C147EAE3EB6}"/>
                  </a:ext>
                </a:extLst>
              </p:cNvPr>
              <p:cNvSpPr/>
              <p:nvPr/>
            </p:nvSpPr>
            <p:spPr>
              <a:xfrm>
                <a:off x="9234992" y="5148034"/>
                <a:ext cx="3344" cy="1338"/>
              </a:xfrm>
              <a:custGeom>
                <a:avLst/>
                <a:gdLst>
                  <a:gd name="connsiteX0" fmla="*/ 0 w 7071"/>
                  <a:gd name="connsiteY0" fmla="*/ 1414 h 2828"/>
                  <a:gd name="connsiteX1" fmla="*/ 7072 w 7071"/>
                  <a:gd name="connsiteY1" fmla="*/ 2829 h 2828"/>
                  <a:gd name="connsiteX2" fmla="*/ 707 w 7071"/>
                  <a:gd name="connsiteY2" fmla="*/ 0 h 2828"/>
                  <a:gd name="connsiteX3" fmla="*/ 0 w 7071"/>
                  <a:gd name="connsiteY3" fmla="*/ 1414 h 2828"/>
                </a:gdLst>
                <a:ahLst/>
                <a:cxnLst>
                  <a:cxn ang="0">
                    <a:pos x="connsiteX0" y="connsiteY0"/>
                  </a:cxn>
                  <a:cxn ang="0">
                    <a:pos x="connsiteX1" y="connsiteY1"/>
                  </a:cxn>
                  <a:cxn ang="0">
                    <a:pos x="connsiteX2" y="connsiteY2"/>
                  </a:cxn>
                  <a:cxn ang="0">
                    <a:pos x="connsiteX3" y="connsiteY3"/>
                  </a:cxn>
                </a:cxnLst>
                <a:rect l="l" t="t" r="r" b="b"/>
                <a:pathLst>
                  <a:path w="7071" h="2828">
                    <a:moveTo>
                      <a:pt x="0" y="1414"/>
                    </a:moveTo>
                    <a:lnTo>
                      <a:pt x="7072" y="2829"/>
                    </a:lnTo>
                    <a:cubicBezTo>
                      <a:pt x="4950" y="2121"/>
                      <a:pt x="2829" y="707"/>
                      <a:pt x="707" y="0"/>
                    </a:cubicBezTo>
                    <a:cubicBezTo>
                      <a:pt x="0" y="707"/>
                      <a:pt x="0" y="1414"/>
                      <a:pt x="0" y="1414"/>
                    </a:cubicBezTo>
                    <a:close/>
                  </a:path>
                </a:pathLst>
              </a:custGeom>
              <a:solidFill>
                <a:srgbClr val="ED1C24"/>
              </a:solidFill>
              <a:ln w="7072" cap="flat">
                <a:noFill/>
                <a:prstDash val="solid"/>
                <a:miter/>
              </a:ln>
            </p:spPr>
            <p:txBody>
              <a:bodyPr rtlCol="0" anchor="ctr"/>
              <a:lstStyle/>
              <a:p>
                <a:endParaRPr lang="en-US"/>
              </a:p>
            </p:txBody>
          </p:sp>
          <p:sp>
            <p:nvSpPr>
              <p:cNvPr id="133" name="Freeform: Shape 148">
                <a:extLst>
                  <a:ext uri="{FF2B5EF4-FFF2-40B4-BE49-F238E27FC236}">
                    <a16:creationId xmlns:a16="http://schemas.microsoft.com/office/drawing/2014/main" id="{27BE66AE-BC75-0C3E-8275-5B6A71BF06ED}"/>
                  </a:ext>
                </a:extLst>
              </p:cNvPr>
              <p:cNvSpPr/>
              <p:nvPr/>
            </p:nvSpPr>
            <p:spPr>
              <a:xfrm>
                <a:off x="9339605" y="4447073"/>
                <a:ext cx="386617" cy="420651"/>
              </a:xfrm>
              <a:custGeom>
                <a:avLst/>
                <a:gdLst>
                  <a:gd name="connsiteX0" fmla="*/ 676189 w 817443"/>
                  <a:gd name="connsiteY0" fmla="*/ 114374 h 889403"/>
                  <a:gd name="connsiteX1" fmla="*/ 549977 w 817443"/>
                  <a:gd name="connsiteY1" fmla="*/ 559076 h 889403"/>
                  <a:gd name="connsiteX2" fmla="*/ 141255 w 817443"/>
                  <a:gd name="connsiteY2" fmla="*/ 775029 h 889403"/>
                  <a:gd name="connsiteX3" fmla="*/ 267467 w 817443"/>
                  <a:gd name="connsiteY3" fmla="*/ 330328 h 889403"/>
                  <a:gd name="connsiteX4" fmla="*/ 676189 w 817443"/>
                  <a:gd name="connsiteY4" fmla="*/ 114374 h 8894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7443" h="889403">
                    <a:moveTo>
                      <a:pt x="676189" y="114374"/>
                    </a:moveTo>
                    <a:cubicBezTo>
                      <a:pt x="754202" y="177542"/>
                      <a:pt x="697694" y="376641"/>
                      <a:pt x="549977" y="559076"/>
                    </a:cubicBezTo>
                    <a:cubicBezTo>
                      <a:pt x="402259" y="741511"/>
                      <a:pt x="219268" y="838196"/>
                      <a:pt x="141255" y="775029"/>
                    </a:cubicBezTo>
                    <a:cubicBezTo>
                      <a:pt x="63242" y="711862"/>
                      <a:pt x="119749" y="512762"/>
                      <a:pt x="267467" y="330328"/>
                    </a:cubicBezTo>
                    <a:cubicBezTo>
                      <a:pt x="415185" y="147893"/>
                      <a:pt x="598176" y="51207"/>
                      <a:pt x="676189" y="114374"/>
                    </a:cubicBezTo>
                    <a:close/>
                  </a:path>
                </a:pathLst>
              </a:custGeom>
              <a:solidFill>
                <a:srgbClr val="0071BC"/>
              </a:solidFill>
              <a:ln w="7072" cap="flat">
                <a:noFill/>
                <a:prstDash val="solid"/>
                <a:miter/>
              </a:ln>
            </p:spPr>
            <p:txBody>
              <a:bodyPr rtlCol="0" anchor="ctr"/>
              <a:lstStyle/>
              <a:p>
                <a:endParaRPr lang="en-US"/>
              </a:p>
            </p:txBody>
          </p:sp>
        </p:grpSp>
        <p:sp>
          <p:nvSpPr>
            <p:cNvPr id="125" name="Freeform: Shape 140">
              <a:extLst>
                <a:ext uri="{FF2B5EF4-FFF2-40B4-BE49-F238E27FC236}">
                  <a16:creationId xmlns:a16="http://schemas.microsoft.com/office/drawing/2014/main" id="{EB11A9F2-8B2E-2DF4-755E-848343450B1F}"/>
                </a:ext>
              </a:extLst>
            </p:cNvPr>
            <p:cNvSpPr/>
            <p:nvPr/>
          </p:nvSpPr>
          <p:spPr>
            <a:xfrm rot="1363426">
              <a:off x="4540708" y="4679697"/>
              <a:ext cx="5521662" cy="1988760"/>
            </a:xfrm>
            <a:custGeom>
              <a:avLst/>
              <a:gdLst>
                <a:gd name="connsiteX0" fmla="*/ 3589857 w 9066093"/>
                <a:gd name="connsiteY0" fmla="*/ 2285646 h 2285646"/>
                <a:gd name="connsiteX1" fmla="*/ 3527624 w 9066093"/>
                <a:gd name="connsiteY1" fmla="*/ 2279281 h 2285646"/>
                <a:gd name="connsiteX2" fmla="*/ 3162713 w 9066093"/>
                <a:gd name="connsiteY2" fmla="*/ 1741815 h 2285646"/>
                <a:gd name="connsiteX3" fmla="*/ 2817603 w 9066093"/>
                <a:gd name="connsiteY3" fmla="*/ 1121607 h 2285646"/>
                <a:gd name="connsiteX4" fmla="*/ 1497982 w 9066093"/>
                <a:gd name="connsiteY4" fmla="*/ 1127265 h 2285646"/>
                <a:gd name="connsiteX5" fmla="*/ 49651 w 9066093"/>
                <a:gd name="connsiteY5" fmla="*/ 1477325 h 2285646"/>
                <a:gd name="connsiteX6" fmla="*/ 31264 w 9066093"/>
                <a:gd name="connsiteY6" fmla="*/ 1482275 h 2285646"/>
                <a:gd name="connsiteX7" fmla="*/ 855 w 9066093"/>
                <a:gd name="connsiteY7" fmla="*/ 1465303 h 2285646"/>
                <a:gd name="connsiteX8" fmla="*/ 17827 w 9066093"/>
                <a:gd name="connsiteY8" fmla="*/ 1434894 h 2285646"/>
                <a:gd name="connsiteX9" fmla="*/ 36214 w 9066093"/>
                <a:gd name="connsiteY9" fmla="*/ 1429943 h 2285646"/>
                <a:gd name="connsiteX10" fmla="*/ 1489495 w 9066093"/>
                <a:gd name="connsiteY10" fmla="*/ 1079176 h 2285646"/>
                <a:gd name="connsiteX11" fmla="*/ 2845891 w 9066093"/>
                <a:gd name="connsiteY11" fmla="*/ 1081297 h 2285646"/>
                <a:gd name="connsiteX12" fmla="*/ 3210095 w 9066093"/>
                <a:gd name="connsiteY12" fmla="*/ 1727671 h 2285646"/>
                <a:gd name="connsiteX13" fmla="*/ 3537525 w 9066093"/>
                <a:gd name="connsiteY13" fmla="*/ 2231192 h 2285646"/>
                <a:gd name="connsiteX14" fmla="*/ 4096207 w 9066093"/>
                <a:gd name="connsiteY14" fmla="*/ 1978725 h 2285646"/>
                <a:gd name="connsiteX15" fmla="*/ 4690956 w 9066093"/>
                <a:gd name="connsiteY15" fmla="*/ 1383976 h 2285646"/>
                <a:gd name="connsiteX16" fmla="*/ 4951203 w 9066093"/>
                <a:gd name="connsiteY16" fmla="*/ 1110292 h 2285646"/>
                <a:gd name="connsiteX17" fmla="*/ 5147095 w 9066093"/>
                <a:gd name="connsiteY17" fmla="*/ 909449 h 2285646"/>
                <a:gd name="connsiteX18" fmla="*/ 6557945 w 9066093"/>
                <a:gd name="connsiteY18" fmla="*/ 0 h 2285646"/>
                <a:gd name="connsiteX19" fmla="*/ 6569260 w 9066093"/>
                <a:gd name="connsiteY19" fmla="*/ 0 h 2285646"/>
                <a:gd name="connsiteX20" fmla="*/ 7044493 w 9066093"/>
                <a:gd name="connsiteY20" fmla="*/ 287827 h 2285646"/>
                <a:gd name="connsiteX21" fmla="*/ 7221291 w 9066093"/>
                <a:gd name="connsiteY21" fmla="*/ 852167 h 2285646"/>
                <a:gd name="connsiteX22" fmla="*/ 7480831 w 9066093"/>
                <a:gd name="connsiteY22" fmla="*/ 1378318 h 2285646"/>
                <a:gd name="connsiteX23" fmla="*/ 9024632 w 9066093"/>
                <a:gd name="connsiteY23" fmla="*/ 576362 h 2285646"/>
                <a:gd name="connsiteX24" fmla="*/ 9059284 w 9066093"/>
                <a:gd name="connsiteY24" fmla="*/ 577069 h 2285646"/>
                <a:gd name="connsiteX25" fmla="*/ 9058577 w 9066093"/>
                <a:gd name="connsiteY25" fmla="*/ 611722 h 2285646"/>
                <a:gd name="connsiteX26" fmla="*/ 8506260 w 9066093"/>
                <a:gd name="connsiteY26" fmla="*/ 1060082 h 2285646"/>
                <a:gd name="connsiteX27" fmla="*/ 7471637 w 9066093"/>
                <a:gd name="connsiteY27" fmla="*/ 1426407 h 2285646"/>
                <a:gd name="connsiteX28" fmla="*/ 7172495 w 9066093"/>
                <a:gd name="connsiteY28" fmla="*/ 861360 h 2285646"/>
                <a:gd name="connsiteX29" fmla="*/ 6568552 w 9066093"/>
                <a:gd name="connsiteY29" fmla="*/ 48796 h 2285646"/>
                <a:gd name="connsiteX30" fmla="*/ 6557945 w 9066093"/>
                <a:gd name="connsiteY30" fmla="*/ 48796 h 2285646"/>
                <a:gd name="connsiteX31" fmla="*/ 5182455 w 9066093"/>
                <a:gd name="connsiteY31" fmla="*/ 942688 h 2285646"/>
                <a:gd name="connsiteX32" fmla="*/ 4985148 w 9066093"/>
                <a:gd name="connsiteY32" fmla="*/ 1144945 h 2285646"/>
                <a:gd name="connsiteX33" fmla="*/ 4727023 w 9066093"/>
                <a:gd name="connsiteY33" fmla="*/ 1416507 h 2285646"/>
                <a:gd name="connsiteX34" fmla="*/ 3589857 w 9066093"/>
                <a:gd name="connsiteY34" fmla="*/ 2285646 h 22856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9066093" h="2285646">
                  <a:moveTo>
                    <a:pt x="3589857" y="2285646"/>
                  </a:moveTo>
                  <a:cubicBezTo>
                    <a:pt x="3568641" y="2285646"/>
                    <a:pt x="3547426" y="2283524"/>
                    <a:pt x="3527624" y="2279281"/>
                  </a:cubicBezTo>
                  <a:cubicBezTo>
                    <a:pt x="3318295" y="2236850"/>
                    <a:pt x="3242626" y="1996404"/>
                    <a:pt x="3162713" y="1741815"/>
                  </a:cubicBezTo>
                  <a:cubicBezTo>
                    <a:pt x="3087043" y="1501370"/>
                    <a:pt x="3009252" y="1252438"/>
                    <a:pt x="2817603" y="1121607"/>
                  </a:cubicBezTo>
                  <a:cubicBezTo>
                    <a:pt x="2635147" y="997141"/>
                    <a:pt x="2191030" y="999263"/>
                    <a:pt x="1497982" y="1127265"/>
                  </a:cubicBezTo>
                  <a:cubicBezTo>
                    <a:pt x="931520" y="1232637"/>
                    <a:pt x="336064" y="1398120"/>
                    <a:pt x="49651" y="1477325"/>
                  </a:cubicBezTo>
                  <a:lnTo>
                    <a:pt x="31264" y="1482275"/>
                  </a:lnTo>
                  <a:cubicBezTo>
                    <a:pt x="17827" y="1485811"/>
                    <a:pt x="4391" y="1478032"/>
                    <a:pt x="855" y="1465303"/>
                  </a:cubicBezTo>
                  <a:cubicBezTo>
                    <a:pt x="-2681" y="1451866"/>
                    <a:pt x="5098" y="1438430"/>
                    <a:pt x="17827" y="1434894"/>
                  </a:cubicBezTo>
                  <a:lnTo>
                    <a:pt x="36214" y="1429943"/>
                  </a:lnTo>
                  <a:cubicBezTo>
                    <a:pt x="323335" y="1350031"/>
                    <a:pt x="920205" y="1184548"/>
                    <a:pt x="1489495" y="1079176"/>
                  </a:cubicBezTo>
                  <a:cubicBezTo>
                    <a:pt x="2195981" y="948345"/>
                    <a:pt x="2652120" y="949759"/>
                    <a:pt x="2845891" y="1081297"/>
                  </a:cubicBezTo>
                  <a:cubicBezTo>
                    <a:pt x="3051684" y="1221321"/>
                    <a:pt x="3135840" y="1490055"/>
                    <a:pt x="3210095" y="1727671"/>
                  </a:cubicBezTo>
                  <a:cubicBezTo>
                    <a:pt x="3288593" y="1978725"/>
                    <a:pt x="3356484" y="2195125"/>
                    <a:pt x="3537525" y="2231192"/>
                  </a:cubicBezTo>
                  <a:cubicBezTo>
                    <a:pt x="3676135" y="2258773"/>
                    <a:pt x="3858590" y="2176739"/>
                    <a:pt x="4096207" y="1978725"/>
                  </a:cubicBezTo>
                  <a:cubicBezTo>
                    <a:pt x="4303415" y="1806169"/>
                    <a:pt x="4518401" y="1572089"/>
                    <a:pt x="4690956" y="1383976"/>
                  </a:cubicBezTo>
                  <a:cubicBezTo>
                    <a:pt x="4792085" y="1274361"/>
                    <a:pt x="4879070" y="1178890"/>
                    <a:pt x="4951203" y="1110292"/>
                  </a:cubicBezTo>
                  <a:cubicBezTo>
                    <a:pt x="5007778" y="1056546"/>
                    <a:pt x="5072133" y="988655"/>
                    <a:pt x="5147095" y="909449"/>
                  </a:cubicBezTo>
                  <a:cubicBezTo>
                    <a:pt x="5491498" y="546660"/>
                    <a:pt x="6010578" y="0"/>
                    <a:pt x="6557945" y="0"/>
                  </a:cubicBezTo>
                  <a:cubicBezTo>
                    <a:pt x="6561480" y="0"/>
                    <a:pt x="6565724" y="0"/>
                    <a:pt x="6569260" y="0"/>
                  </a:cubicBezTo>
                  <a:cubicBezTo>
                    <a:pt x="6781418" y="2829"/>
                    <a:pt x="6936293" y="96885"/>
                    <a:pt x="7044493" y="287827"/>
                  </a:cubicBezTo>
                  <a:cubicBezTo>
                    <a:pt x="7136428" y="450482"/>
                    <a:pt x="7181688" y="664054"/>
                    <a:pt x="7221291" y="852167"/>
                  </a:cubicBezTo>
                  <a:cubicBezTo>
                    <a:pt x="7277866" y="1120193"/>
                    <a:pt x="7326663" y="1351445"/>
                    <a:pt x="7480831" y="1378318"/>
                  </a:cubicBezTo>
                  <a:cubicBezTo>
                    <a:pt x="8084066" y="1485811"/>
                    <a:pt x="9015439" y="585555"/>
                    <a:pt x="9024632" y="576362"/>
                  </a:cubicBezTo>
                  <a:cubicBezTo>
                    <a:pt x="9034533" y="567168"/>
                    <a:pt x="9050091" y="567168"/>
                    <a:pt x="9059284" y="577069"/>
                  </a:cubicBezTo>
                  <a:cubicBezTo>
                    <a:pt x="9068478" y="586970"/>
                    <a:pt x="9068478" y="602528"/>
                    <a:pt x="9058577" y="611722"/>
                  </a:cubicBezTo>
                  <a:cubicBezTo>
                    <a:pt x="9056456" y="613843"/>
                    <a:pt x="8818132" y="845802"/>
                    <a:pt x="8506260" y="1060082"/>
                  </a:cubicBezTo>
                  <a:cubicBezTo>
                    <a:pt x="8084773" y="1350738"/>
                    <a:pt x="7736835" y="1473789"/>
                    <a:pt x="7471637" y="1426407"/>
                  </a:cubicBezTo>
                  <a:cubicBezTo>
                    <a:pt x="7284231" y="1393169"/>
                    <a:pt x="7232606" y="1146359"/>
                    <a:pt x="7172495" y="861360"/>
                  </a:cubicBezTo>
                  <a:cubicBezTo>
                    <a:pt x="7092582" y="483012"/>
                    <a:pt x="7002769" y="54454"/>
                    <a:pt x="6568552" y="48796"/>
                  </a:cubicBezTo>
                  <a:cubicBezTo>
                    <a:pt x="6565016" y="48796"/>
                    <a:pt x="6561480" y="48796"/>
                    <a:pt x="6557945" y="48796"/>
                  </a:cubicBezTo>
                  <a:cubicBezTo>
                    <a:pt x="6031793" y="48796"/>
                    <a:pt x="5521200" y="586263"/>
                    <a:pt x="5182455" y="942688"/>
                  </a:cubicBezTo>
                  <a:cubicBezTo>
                    <a:pt x="5107493" y="1021893"/>
                    <a:pt x="5042431" y="1089784"/>
                    <a:pt x="4985148" y="1144945"/>
                  </a:cubicBezTo>
                  <a:cubicBezTo>
                    <a:pt x="4914429" y="1212128"/>
                    <a:pt x="4827444" y="1306892"/>
                    <a:pt x="4727023" y="1416507"/>
                  </a:cubicBezTo>
                  <a:cubicBezTo>
                    <a:pt x="4387571" y="1787783"/>
                    <a:pt x="3929309" y="2285646"/>
                    <a:pt x="3589857" y="2285646"/>
                  </a:cubicBezTo>
                  <a:close/>
                </a:path>
              </a:pathLst>
            </a:custGeom>
            <a:solidFill>
              <a:srgbClr val="000000"/>
            </a:solidFill>
            <a:ln w="7072" cap="flat">
              <a:noFill/>
              <a:prstDash val="solid"/>
              <a:miter/>
            </a:ln>
          </p:spPr>
          <p:txBody>
            <a:bodyPr rtlCol="0" anchor="ctr"/>
            <a:lstStyle/>
            <a:p>
              <a:endParaRPr lang="en-US" dirty="0"/>
            </a:p>
          </p:txBody>
        </p:sp>
      </p:grpSp>
      <p:sp>
        <p:nvSpPr>
          <p:cNvPr id="6" name="Espace réservé du numéro de diapositive 5">
            <a:extLst>
              <a:ext uri="{FF2B5EF4-FFF2-40B4-BE49-F238E27FC236}">
                <a16:creationId xmlns:a16="http://schemas.microsoft.com/office/drawing/2014/main" id="{32330E45-1F1F-F6C2-9BDA-262E873F7A4A}"/>
              </a:ext>
            </a:extLst>
          </p:cNvPr>
          <p:cNvSpPr>
            <a:spLocks noGrp="1"/>
          </p:cNvSpPr>
          <p:nvPr>
            <p:ph type="sldNum" sz="quarter" idx="12"/>
          </p:nvPr>
        </p:nvSpPr>
        <p:spPr>
          <a:xfrm>
            <a:off x="3561" y="6470606"/>
            <a:ext cx="199606" cy="377825"/>
          </a:xfrm>
        </p:spPr>
        <p:txBody>
          <a:bodyPr/>
          <a:lstStyle/>
          <a:p>
            <a:fld id="{A3401A20-A1E0-4E43-B782-1D8AAEB2FCB1}" type="slidenum">
              <a:rPr lang="fr-FR" smtClean="0"/>
              <a:t>5</a:t>
            </a:fld>
            <a:endParaRPr lang="fr-FR" dirty="0"/>
          </a:p>
        </p:txBody>
      </p:sp>
    </p:spTree>
    <p:extLst>
      <p:ext uri="{BB962C8B-B14F-4D97-AF65-F5344CB8AC3E}">
        <p14:creationId xmlns:p14="http://schemas.microsoft.com/office/powerpoint/2010/main" val="2324723836"/>
      </p:ext>
    </p:extLst>
  </p:cSld>
  <p:clrMapOvr>
    <a:masterClrMapping/>
  </p:clrMapOvr>
  <p:transition spd="slow">
    <p:push/>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ight Arrow 6">
            <a:extLst>
              <a:ext uri="{FF2B5EF4-FFF2-40B4-BE49-F238E27FC236}">
                <a16:creationId xmlns:a16="http://schemas.microsoft.com/office/drawing/2014/main" id="{3176C34A-A397-7DF1-3ADC-27015A383FF2}"/>
              </a:ext>
            </a:extLst>
          </p:cNvPr>
          <p:cNvSpPr/>
          <p:nvPr/>
        </p:nvSpPr>
        <p:spPr>
          <a:xfrm>
            <a:off x="5613168" y="2455552"/>
            <a:ext cx="2240049" cy="1745697"/>
          </a:xfrm>
          <a:prstGeom prst="rightArrow">
            <a:avLst>
              <a:gd name="adj1" fmla="val 50000"/>
              <a:gd name="adj2" fmla="val 49531"/>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5" name="Rectangle 4">
            <a:extLst>
              <a:ext uri="{FF2B5EF4-FFF2-40B4-BE49-F238E27FC236}">
                <a16:creationId xmlns:a16="http://schemas.microsoft.com/office/drawing/2014/main" id="{F388493E-2B3F-F93F-4BE9-C52497C24001}"/>
              </a:ext>
            </a:extLst>
          </p:cNvPr>
          <p:cNvSpPr/>
          <p:nvPr/>
        </p:nvSpPr>
        <p:spPr>
          <a:xfrm>
            <a:off x="4033634" y="2891977"/>
            <a:ext cx="1579534" cy="872849"/>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solidFill>
                <a:schemeClr val="tx1"/>
              </a:solidFill>
            </a:endParaRPr>
          </a:p>
        </p:txBody>
      </p:sp>
      <p:sp>
        <p:nvSpPr>
          <p:cNvPr id="6" name="Rectangle 5">
            <a:extLst>
              <a:ext uri="{FF2B5EF4-FFF2-40B4-BE49-F238E27FC236}">
                <a16:creationId xmlns:a16="http://schemas.microsoft.com/office/drawing/2014/main" id="{61C87DE6-35F2-776A-2E4C-58F77EB1720E}"/>
              </a:ext>
            </a:extLst>
          </p:cNvPr>
          <p:cNvSpPr/>
          <p:nvPr/>
        </p:nvSpPr>
        <p:spPr>
          <a:xfrm>
            <a:off x="2461770" y="2898374"/>
            <a:ext cx="1579534" cy="872849"/>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7" name="직사각형 113">
            <a:extLst>
              <a:ext uri="{FF2B5EF4-FFF2-40B4-BE49-F238E27FC236}">
                <a16:creationId xmlns:a16="http://schemas.microsoft.com/office/drawing/2014/main" id="{E590B744-2437-BC14-C0A0-09546DD171AB}"/>
              </a:ext>
            </a:extLst>
          </p:cNvPr>
          <p:cNvSpPr>
            <a:spLocks noChangeArrowheads="1"/>
          </p:cNvSpPr>
          <p:nvPr/>
        </p:nvSpPr>
        <p:spPr bwMode="auto">
          <a:xfrm>
            <a:off x="3977601" y="3128346"/>
            <a:ext cx="1731962" cy="369332"/>
          </a:xfrm>
          <a:prstGeom prst="rect">
            <a:avLst/>
          </a:prstGeom>
          <a:noFill/>
          <a:ln w="9525">
            <a:noFill/>
            <a:miter lim="800000"/>
            <a:headEnd/>
            <a:tailEnd/>
          </a:ln>
        </p:spPr>
        <p:txBody>
          <a:bodyPr wrap="square">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lgn="ctr"/>
            <a:r>
              <a:rPr lang="en-US" altLang="ko-KR" b="1" dirty="0" err="1">
                <a:cs typeface="Arial" charset="0"/>
              </a:rPr>
              <a:t>Semaines</a:t>
            </a:r>
            <a:r>
              <a:rPr lang="en-US" altLang="ko-KR" b="1" dirty="0">
                <a:cs typeface="Arial" charset="0"/>
              </a:rPr>
              <a:t> 4-9</a:t>
            </a:r>
            <a:endParaRPr lang="ko-KR" altLang="en-US" dirty="0"/>
          </a:p>
        </p:txBody>
      </p:sp>
      <p:sp>
        <p:nvSpPr>
          <p:cNvPr id="8" name="직사각형 113">
            <a:extLst>
              <a:ext uri="{FF2B5EF4-FFF2-40B4-BE49-F238E27FC236}">
                <a16:creationId xmlns:a16="http://schemas.microsoft.com/office/drawing/2014/main" id="{40C4B9B0-58AA-DBB2-CB4E-AED4C3FBD457}"/>
              </a:ext>
            </a:extLst>
          </p:cNvPr>
          <p:cNvSpPr>
            <a:spLocks noChangeArrowheads="1"/>
          </p:cNvSpPr>
          <p:nvPr/>
        </p:nvSpPr>
        <p:spPr bwMode="auto">
          <a:xfrm>
            <a:off x="5697052" y="3134743"/>
            <a:ext cx="1867314" cy="369332"/>
          </a:xfrm>
          <a:prstGeom prst="rect">
            <a:avLst/>
          </a:prstGeom>
          <a:noFill/>
          <a:ln w="9525">
            <a:noFill/>
            <a:miter lim="800000"/>
            <a:headEnd/>
            <a:tailEnd/>
          </a:ln>
        </p:spPr>
        <p:txBody>
          <a:bodyPr wrap="square">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lgn="ctr"/>
            <a:r>
              <a:rPr lang="en-US" altLang="ko-KR" b="1" dirty="0" err="1">
                <a:cs typeface="Arial" charset="0"/>
              </a:rPr>
              <a:t>Semaines</a:t>
            </a:r>
            <a:r>
              <a:rPr lang="en-US" altLang="ko-KR" b="1" dirty="0">
                <a:cs typeface="Arial" charset="0"/>
              </a:rPr>
              <a:t> 1-10</a:t>
            </a:r>
            <a:endParaRPr lang="ko-KR" altLang="en-US" dirty="0"/>
          </a:p>
        </p:txBody>
      </p:sp>
      <p:sp>
        <p:nvSpPr>
          <p:cNvPr id="9" name="직사각형 113">
            <a:extLst>
              <a:ext uri="{FF2B5EF4-FFF2-40B4-BE49-F238E27FC236}">
                <a16:creationId xmlns:a16="http://schemas.microsoft.com/office/drawing/2014/main" id="{DE84865F-0B2D-6550-57DA-F6B15EFB3E40}"/>
              </a:ext>
            </a:extLst>
          </p:cNvPr>
          <p:cNvSpPr>
            <a:spLocks noChangeArrowheads="1"/>
          </p:cNvSpPr>
          <p:nvPr/>
        </p:nvSpPr>
        <p:spPr bwMode="auto">
          <a:xfrm>
            <a:off x="2330018" y="3134743"/>
            <a:ext cx="1731962" cy="369332"/>
          </a:xfrm>
          <a:prstGeom prst="rect">
            <a:avLst/>
          </a:prstGeom>
          <a:noFill/>
          <a:ln w="9525">
            <a:noFill/>
            <a:miter lim="800000"/>
            <a:headEnd/>
            <a:tailEnd/>
          </a:ln>
        </p:spPr>
        <p:txBody>
          <a:bodyPr wrap="square">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lgn="ctr"/>
            <a:r>
              <a:rPr lang="en-US" altLang="ko-KR" b="1" dirty="0" err="1">
                <a:cs typeface="Arial" charset="0"/>
              </a:rPr>
              <a:t>Semaine</a:t>
            </a:r>
            <a:r>
              <a:rPr lang="en-US" altLang="ko-KR" b="1" dirty="0">
                <a:cs typeface="Arial" charset="0"/>
              </a:rPr>
              <a:t> 3</a:t>
            </a:r>
            <a:endParaRPr lang="ko-KR" altLang="en-US" dirty="0"/>
          </a:p>
        </p:txBody>
      </p:sp>
      <p:sp>
        <p:nvSpPr>
          <p:cNvPr id="10" name="Rectangle 9">
            <a:extLst>
              <a:ext uri="{FF2B5EF4-FFF2-40B4-BE49-F238E27FC236}">
                <a16:creationId xmlns:a16="http://schemas.microsoft.com/office/drawing/2014/main" id="{45D352DB-BC9A-6A78-29D4-B47A79B0EFAF}"/>
              </a:ext>
            </a:extLst>
          </p:cNvPr>
          <p:cNvSpPr/>
          <p:nvPr/>
        </p:nvSpPr>
        <p:spPr>
          <a:xfrm>
            <a:off x="6071178" y="2174331"/>
            <a:ext cx="512139" cy="479408"/>
          </a:xfrm>
          <a:custGeom>
            <a:avLst/>
            <a:gdLst>
              <a:gd name="connsiteX0" fmla="*/ 833935 w 3239999"/>
              <a:gd name="connsiteY0" fmla="*/ 22 h 3032924"/>
              <a:gd name="connsiteX1" fmla="*/ 1576606 w 3239999"/>
              <a:gd name="connsiteY1" fmla="*/ 402054 h 3032924"/>
              <a:gd name="connsiteX2" fmla="*/ 1576606 w 3239999"/>
              <a:gd name="connsiteY2" fmla="*/ 430441 h 3032924"/>
              <a:gd name="connsiteX3" fmla="*/ 1576606 w 3239999"/>
              <a:gd name="connsiteY3" fmla="*/ 526981 h 3032924"/>
              <a:gd name="connsiteX4" fmla="*/ 1576606 w 3239999"/>
              <a:gd name="connsiteY4" fmla="*/ 2765302 h 3032924"/>
              <a:gd name="connsiteX5" fmla="*/ 378630 w 3239999"/>
              <a:gd name="connsiteY5" fmla="*/ 2472117 h 3032924"/>
              <a:gd name="connsiteX6" fmla="*/ 384918 w 3239999"/>
              <a:gd name="connsiteY6" fmla="*/ 526981 h 3032924"/>
              <a:gd name="connsiteX7" fmla="*/ 239143 w 3239999"/>
              <a:gd name="connsiteY7" fmla="*/ 526981 h 3032924"/>
              <a:gd name="connsiteX8" fmla="*/ 239143 w 3239999"/>
              <a:gd name="connsiteY8" fmla="*/ 2776423 h 3032924"/>
              <a:gd name="connsiteX9" fmla="*/ 1576606 w 3239999"/>
              <a:gd name="connsiteY9" fmla="*/ 2776423 h 3032924"/>
              <a:gd name="connsiteX10" fmla="*/ 1576606 w 3239999"/>
              <a:gd name="connsiteY10" fmla="*/ 2778202 h 3032924"/>
              <a:gd name="connsiteX11" fmla="*/ 1663394 w 3239999"/>
              <a:gd name="connsiteY11" fmla="*/ 2778202 h 3032924"/>
              <a:gd name="connsiteX12" fmla="*/ 1663394 w 3239999"/>
              <a:gd name="connsiteY12" fmla="*/ 2776423 h 3032924"/>
              <a:gd name="connsiteX13" fmla="*/ 3000856 w 3239999"/>
              <a:gd name="connsiteY13" fmla="*/ 2776423 h 3032924"/>
              <a:gd name="connsiteX14" fmla="*/ 3000856 w 3239999"/>
              <a:gd name="connsiteY14" fmla="*/ 526981 h 3032924"/>
              <a:gd name="connsiteX15" fmla="*/ 2855082 w 3239999"/>
              <a:gd name="connsiteY15" fmla="*/ 526981 h 3032924"/>
              <a:gd name="connsiteX16" fmla="*/ 2861369 w 3239999"/>
              <a:gd name="connsiteY16" fmla="*/ 2472117 h 3032924"/>
              <a:gd name="connsiteX17" fmla="*/ 1663394 w 3239999"/>
              <a:gd name="connsiteY17" fmla="*/ 2765302 h 3032924"/>
              <a:gd name="connsiteX18" fmla="*/ 1663394 w 3239999"/>
              <a:gd name="connsiteY18" fmla="*/ 526981 h 3032924"/>
              <a:gd name="connsiteX19" fmla="*/ 1663394 w 3239999"/>
              <a:gd name="connsiteY19" fmla="*/ 430441 h 3032924"/>
              <a:gd name="connsiteX20" fmla="*/ 1663394 w 3239999"/>
              <a:gd name="connsiteY20" fmla="*/ 402054 h 3032924"/>
              <a:gd name="connsiteX21" fmla="*/ 2406065 w 3239999"/>
              <a:gd name="connsiteY21" fmla="*/ 22 h 3032924"/>
              <a:gd name="connsiteX22" fmla="*/ 2853673 w 3239999"/>
              <a:gd name="connsiteY22" fmla="*/ 91100 h 3032924"/>
              <a:gd name="connsiteX23" fmla="*/ 2854770 w 3239999"/>
              <a:gd name="connsiteY23" fmla="*/ 430441 h 3032924"/>
              <a:gd name="connsiteX24" fmla="*/ 3120669 w 3239999"/>
              <a:gd name="connsiteY24" fmla="*/ 428517 h 3032924"/>
              <a:gd name="connsiteX25" fmla="*/ 3120669 w 3239999"/>
              <a:gd name="connsiteY25" fmla="*/ 738345 h 3032924"/>
              <a:gd name="connsiteX26" fmla="*/ 3239999 w 3239999"/>
              <a:gd name="connsiteY26" fmla="*/ 738345 h 3032924"/>
              <a:gd name="connsiteX27" fmla="*/ 3239999 w 3239999"/>
              <a:gd name="connsiteY27" fmla="*/ 3032924 h 3032924"/>
              <a:gd name="connsiteX28" fmla="*/ 0 w 3239999"/>
              <a:gd name="connsiteY28" fmla="*/ 3032924 h 3032924"/>
              <a:gd name="connsiteX29" fmla="*/ 0 w 3239999"/>
              <a:gd name="connsiteY29" fmla="*/ 738345 h 3032924"/>
              <a:gd name="connsiteX30" fmla="*/ 102477 w 3239999"/>
              <a:gd name="connsiteY30" fmla="*/ 738345 h 3032924"/>
              <a:gd name="connsiteX31" fmla="*/ 102477 w 3239999"/>
              <a:gd name="connsiteY31" fmla="*/ 428517 h 3032924"/>
              <a:gd name="connsiteX32" fmla="*/ 385229 w 3239999"/>
              <a:gd name="connsiteY32" fmla="*/ 430441 h 3032924"/>
              <a:gd name="connsiteX33" fmla="*/ 386326 w 3239999"/>
              <a:gd name="connsiteY33" fmla="*/ 91100 h 3032924"/>
              <a:gd name="connsiteX34" fmla="*/ 833935 w 3239999"/>
              <a:gd name="connsiteY34" fmla="*/ 22 h 3032924"/>
              <a:gd name="connsiteX0" fmla="*/ 833935 w 3239999"/>
              <a:gd name="connsiteY0" fmla="*/ 22 h 3032924"/>
              <a:gd name="connsiteX1" fmla="*/ 1576606 w 3239999"/>
              <a:gd name="connsiteY1" fmla="*/ 402054 h 3032924"/>
              <a:gd name="connsiteX2" fmla="*/ 1576606 w 3239999"/>
              <a:gd name="connsiteY2" fmla="*/ 430441 h 3032924"/>
              <a:gd name="connsiteX3" fmla="*/ 1576606 w 3239999"/>
              <a:gd name="connsiteY3" fmla="*/ 526981 h 3032924"/>
              <a:gd name="connsiteX4" fmla="*/ 1576606 w 3239999"/>
              <a:gd name="connsiteY4" fmla="*/ 2765302 h 3032924"/>
              <a:gd name="connsiteX5" fmla="*/ 378630 w 3239999"/>
              <a:gd name="connsiteY5" fmla="*/ 2472117 h 3032924"/>
              <a:gd name="connsiteX6" fmla="*/ 384918 w 3239999"/>
              <a:gd name="connsiteY6" fmla="*/ 526981 h 3032924"/>
              <a:gd name="connsiteX7" fmla="*/ 239143 w 3239999"/>
              <a:gd name="connsiteY7" fmla="*/ 526981 h 3032924"/>
              <a:gd name="connsiteX8" fmla="*/ 239143 w 3239999"/>
              <a:gd name="connsiteY8" fmla="*/ 2776423 h 3032924"/>
              <a:gd name="connsiteX9" fmla="*/ 1576606 w 3239999"/>
              <a:gd name="connsiteY9" fmla="*/ 2776423 h 3032924"/>
              <a:gd name="connsiteX10" fmla="*/ 1576606 w 3239999"/>
              <a:gd name="connsiteY10" fmla="*/ 2778202 h 3032924"/>
              <a:gd name="connsiteX11" fmla="*/ 1663394 w 3239999"/>
              <a:gd name="connsiteY11" fmla="*/ 2778202 h 3032924"/>
              <a:gd name="connsiteX12" fmla="*/ 1663394 w 3239999"/>
              <a:gd name="connsiteY12" fmla="*/ 2776423 h 3032924"/>
              <a:gd name="connsiteX13" fmla="*/ 3000856 w 3239999"/>
              <a:gd name="connsiteY13" fmla="*/ 2776423 h 3032924"/>
              <a:gd name="connsiteX14" fmla="*/ 3000856 w 3239999"/>
              <a:gd name="connsiteY14" fmla="*/ 526981 h 3032924"/>
              <a:gd name="connsiteX15" fmla="*/ 2855082 w 3239999"/>
              <a:gd name="connsiteY15" fmla="*/ 526981 h 3032924"/>
              <a:gd name="connsiteX16" fmla="*/ 2861369 w 3239999"/>
              <a:gd name="connsiteY16" fmla="*/ 2472117 h 3032924"/>
              <a:gd name="connsiteX17" fmla="*/ 1663394 w 3239999"/>
              <a:gd name="connsiteY17" fmla="*/ 2765302 h 3032924"/>
              <a:gd name="connsiteX18" fmla="*/ 1663394 w 3239999"/>
              <a:gd name="connsiteY18" fmla="*/ 526981 h 3032924"/>
              <a:gd name="connsiteX19" fmla="*/ 1663394 w 3239999"/>
              <a:gd name="connsiteY19" fmla="*/ 430441 h 3032924"/>
              <a:gd name="connsiteX20" fmla="*/ 1663394 w 3239999"/>
              <a:gd name="connsiteY20" fmla="*/ 402054 h 3032924"/>
              <a:gd name="connsiteX21" fmla="*/ 2406065 w 3239999"/>
              <a:gd name="connsiteY21" fmla="*/ 22 h 3032924"/>
              <a:gd name="connsiteX22" fmla="*/ 2853673 w 3239999"/>
              <a:gd name="connsiteY22" fmla="*/ 91100 h 3032924"/>
              <a:gd name="connsiteX23" fmla="*/ 2854770 w 3239999"/>
              <a:gd name="connsiteY23" fmla="*/ 430441 h 3032924"/>
              <a:gd name="connsiteX24" fmla="*/ 3120669 w 3239999"/>
              <a:gd name="connsiteY24" fmla="*/ 428517 h 3032924"/>
              <a:gd name="connsiteX25" fmla="*/ 3120669 w 3239999"/>
              <a:gd name="connsiteY25" fmla="*/ 738345 h 3032924"/>
              <a:gd name="connsiteX26" fmla="*/ 3239999 w 3239999"/>
              <a:gd name="connsiteY26" fmla="*/ 738345 h 3032924"/>
              <a:gd name="connsiteX27" fmla="*/ 3239999 w 3239999"/>
              <a:gd name="connsiteY27" fmla="*/ 3032924 h 3032924"/>
              <a:gd name="connsiteX28" fmla="*/ 0 w 3239999"/>
              <a:gd name="connsiteY28" fmla="*/ 3032924 h 3032924"/>
              <a:gd name="connsiteX29" fmla="*/ 0 w 3239999"/>
              <a:gd name="connsiteY29" fmla="*/ 738345 h 3032924"/>
              <a:gd name="connsiteX30" fmla="*/ 102477 w 3239999"/>
              <a:gd name="connsiteY30" fmla="*/ 738345 h 3032924"/>
              <a:gd name="connsiteX31" fmla="*/ 102477 w 3239999"/>
              <a:gd name="connsiteY31" fmla="*/ 428517 h 3032924"/>
              <a:gd name="connsiteX32" fmla="*/ 385229 w 3239999"/>
              <a:gd name="connsiteY32" fmla="*/ 430441 h 3032924"/>
              <a:gd name="connsiteX33" fmla="*/ 386326 w 3239999"/>
              <a:gd name="connsiteY33" fmla="*/ 91100 h 3032924"/>
              <a:gd name="connsiteX34" fmla="*/ 833935 w 3239999"/>
              <a:gd name="connsiteY34" fmla="*/ 22 h 3032924"/>
              <a:gd name="connsiteX0" fmla="*/ 833935 w 3239999"/>
              <a:gd name="connsiteY0" fmla="*/ 22 h 3032924"/>
              <a:gd name="connsiteX1" fmla="*/ 1576606 w 3239999"/>
              <a:gd name="connsiteY1" fmla="*/ 402054 h 3032924"/>
              <a:gd name="connsiteX2" fmla="*/ 1576606 w 3239999"/>
              <a:gd name="connsiteY2" fmla="*/ 430441 h 3032924"/>
              <a:gd name="connsiteX3" fmla="*/ 1576606 w 3239999"/>
              <a:gd name="connsiteY3" fmla="*/ 526981 h 3032924"/>
              <a:gd name="connsiteX4" fmla="*/ 1576606 w 3239999"/>
              <a:gd name="connsiteY4" fmla="*/ 2765302 h 3032924"/>
              <a:gd name="connsiteX5" fmla="*/ 378630 w 3239999"/>
              <a:gd name="connsiteY5" fmla="*/ 2472117 h 3032924"/>
              <a:gd name="connsiteX6" fmla="*/ 384918 w 3239999"/>
              <a:gd name="connsiteY6" fmla="*/ 526981 h 3032924"/>
              <a:gd name="connsiteX7" fmla="*/ 239143 w 3239999"/>
              <a:gd name="connsiteY7" fmla="*/ 526981 h 3032924"/>
              <a:gd name="connsiteX8" fmla="*/ 239143 w 3239999"/>
              <a:gd name="connsiteY8" fmla="*/ 2776423 h 3032924"/>
              <a:gd name="connsiteX9" fmla="*/ 1576606 w 3239999"/>
              <a:gd name="connsiteY9" fmla="*/ 2776423 h 3032924"/>
              <a:gd name="connsiteX10" fmla="*/ 1576606 w 3239999"/>
              <a:gd name="connsiteY10" fmla="*/ 2778202 h 3032924"/>
              <a:gd name="connsiteX11" fmla="*/ 1663394 w 3239999"/>
              <a:gd name="connsiteY11" fmla="*/ 2778202 h 3032924"/>
              <a:gd name="connsiteX12" fmla="*/ 1663394 w 3239999"/>
              <a:gd name="connsiteY12" fmla="*/ 2776423 h 3032924"/>
              <a:gd name="connsiteX13" fmla="*/ 3000856 w 3239999"/>
              <a:gd name="connsiteY13" fmla="*/ 2776423 h 3032924"/>
              <a:gd name="connsiteX14" fmla="*/ 3000856 w 3239999"/>
              <a:gd name="connsiteY14" fmla="*/ 526981 h 3032924"/>
              <a:gd name="connsiteX15" fmla="*/ 2855082 w 3239999"/>
              <a:gd name="connsiteY15" fmla="*/ 526981 h 3032924"/>
              <a:gd name="connsiteX16" fmla="*/ 2861369 w 3239999"/>
              <a:gd name="connsiteY16" fmla="*/ 2472117 h 3032924"/>
              <a:gd name="connsiteX17" fmla="*/ 1663394 w 3239999"/>
              <a:gd name="connsiteY17" fmla="*/ 2765302 h 3032924"/>
              <a:gd name="connsiteX18" fmla="*/ 1663394 w 3239999"/>
              <a:gd name="connsiteY18" fmla="*/ 526981 h 3032924"/>
              <a:gd name="connsiteX19" fmla="*/ 1663394 w 3239999"/>
              <a:gd name="connsiteY19" fmla="*/ 430441 h 3032924"/>
              <a:gd name="connsiteX20" fmla="*/ 1663394 w 3239999"/>
              <a:gd name="connsiteY20" fmla="*/ 402054 h 3032924"/>
              <a:gd name="connsiteX21" fmla="*/ 2406065 w 3239999"/>
              <a:gd name="connsiteY21" fmla="*/ 22 h 3032924"/>
              <a:gd name="connsiteX22" fmla="*/ 2853673 w 3239999"/>
              <a:gd name="connsiteY22" fmla="*/ 91100 h 3032924"/>
              <a:gd name="connsiteX23" fmla="*/ 2854770 w 3239999"/>
              <a:gd name="connsiteY23" fmla="*/ 430441 h 3032924"/>
              <a:gd name="connsiteX24" fmla="*/ 3120669 w 3239999"/>
              <a:gd name="connsiteY24" fmla="*/ 428517 h 3032924"/>
              <a:gd name="connsiteX25" fmla="*/ 3120669 w 3239999"/>
              <a:gd name="connsiteY25" fmla="*/ 738345 h 3032924"/>
              <a:gd name="connsiteX26" fmla="*/ 3239999 w 3239999"/>
              <a:gd name="connsiteY26" fmla="*/ 738345 h 3032924"/>
              <a:gd name="connsiteX27" fmla="*/ 3239999 w 3239999"/>
              <a:gd name="connsiteY27" fmla="*/ 3032924 h 3032924"/>
              <a:gd name="connsiteX28" fmla="*/ 0 w 3239999"/>
              <a:gd name="connsiteY28" fmla="*/ 3032924 h 3032924"/>
              <a:gd name="connsiteX29" fmla="*/ 0 w 3239999"/>
              <a:gd name="connsiteY29" fmla="*/ 738345 h 3032924"/>
              <a:gd name="connsiteX30" fmla="*/ 102477 w 3239999"/>
              <a:gd name="connsiteY30" fmla="*/ 738345 h 3032924"/>
              <a:gd name="connsiteX31" fmla="*/ 102477 w 3239999"/>
              <a:gd name="connsiteY31" fmla="*/ 428517 h 3032924"/>
              <a:gd name="connsiteX32" fmla="*/ 385229 w 3239999"/>
              <a:gd name="connsiteY32" fmla="*/ 430441 h 3032924"/>
              <a:gd name="connsiteX33" fmla="*/ 386326 w 3239999"/>
              <a:gd name="connsiteY33" fmla="*/ 91100 h 3032924"/>
              <a:gd name="connsiteX34" fmla="*/ 833935 w 3239999"/>
              <a:gd name="connsiteY34" fmla="*/ 2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29618 w 3239999"/>
              <a:gd name="connsiteY32" fmla="*/ 2690698 h 3032924"/>
              <a:gd name="connsiteX33" fmla="*/ 1576606 w 3239999"/>
              <a:gd name="connsiteY33" fmla="*/ 2776423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2991331 w 3239999"/>
              <a:gd name="connsiteY3" fmla="*/ 2709748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29618 w 3239999"/>
              <a:gd name="connsiteY32" fmla="*/ 2690698 h 3032924"/>
              <a:gd name="connsiteX33" fmla="*/ 1576606 w 3239999"/>
              <a:gd name="connsiteY33" fmla="*/ 2776423 h 30329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239999" h="3032924">
                <a:moveTo>
                  <a:pt x="1576606" y="2778202"/>
                </a:moveTo>
                <a:cubicBezTo>
                  <a:pt x="1576606" y="2778795"/>
                  <a:pt x="1663394" y="2792670"/>
                  <a:pt x="1663394" y="2778202"/>
                </a:cubicBezTo>
                <a:lnTo>
                  <a:pt x="1663394" y="2776423"/>
                </a:lnTo>
                <a:cubicBezTo>
                  <a:pt x="2185083" y="2605634"/>
                  <a:pt x="2444552" y="2500589"/>
                  <a:pt x="2991331" y="2709748"/>
                </a:cubicBezTo>
                <a:lnTo>
                  <a:pt x="3000856" y="526981"/>
                </a:lnTo>
                <a:lnTo>
                  <a:pt x="2855082" y="526981"/>
                </a:lnTo>
                <a:cubicBezTo>
                  <a:pt x="2857178" y="1175360"/>
                  <a:pt x="2859273" y="1823738"/>
                  <a:pt x="2861369" y="2472117"/>
                </a:cubicBezTo>
                <a:cubicBezTo>
                  <a:pt x="2483869" y="2318121"/>
                  <a:pt x="2052449" y="2439541"/>
                  <a:pt x="1663394" y="2765302"/>
                </a:cubicBezTo>
                <a:lnTo>
                  <a:pt x="1663394" y="526981"/>
                </a:lnTo>
                <a:lnTo>
                  <a:pt x="1663394" y="430441"/>
                </a:lnTo>
                <a:lnTo>
                  <a:pt x="1663394" y="402054"/>
                </a:lnTo>
                <a:cubicBezTo>
                  <a:pt x="1896442" y="149589"/>
                  <a:pt x="2115835" y="2106"/>
                  <a:pt x="2406065" y="22"/>
                </a:cubicBezTo>
                <a:cubicBezTo>
                  <a:pt x="2537987" y="-925"/>
                  <a:pt x="2684544" y="28169"/>
                  <a:pt x="2853673" y="91100"/>
                </a:cubicBezTo>
                <a:cubicBezTo>
                  <a:pt x="2854039" y="204214"/>
                  <a:pt x="2854404" y="317327"/>
                  <a:pt x="2854770" y="430441"/>
                </a:cubicBezTo>
                <a:lnTo>
                  <a:pt x="3120669" y="428517"/>
                </a:lnTo>
                <a:lnTo>
                  <a:pt x="3120669" y="738345"/>
                </a:lnTo>
                <a:lnTo>
                  <a:pt x="3239999" y="738345"/>
                </a:lnTo>
                <a:lnTo>
                  <a:pt x="3239999" y="3032924"/>
                </a:lnTo>
                <a:lnTo>
                  <a:pt x="0" y="3032924"/>
                </a:lnTo>
                <a:lnTo>
                  <a:pt x="0" y="738345"/>
                </a:lnTo>
                <a:lnTo>
                  <a:pt x="102477" y="738345"/>
                </a:lnTo>
                <a:lnTo>
                  <a:pt x="102477" y="428517"/>
                </a:lnTo>
                <a:lnTo>
                  <a:pt x="385229" y="430441"/>
                </a:lnTo>
                <a:cubicBezTo>
                  <a:pt x="385595" y="317327"/>
                  <a:pt x="385960" y="204214"/>
                  <a:pt x="386326" y="91100"/>
                </a:cubicBezTo>
                <a:cubicBezTo>
                  <a:pt x="555455" y="28169"/>
                  <a:pt x="702013" y="-925"/>
                  <a:pt x="833935" y="22"/>
                </a:cubicBezTo>
                <a:cubicBezTo>
                  <a:pt x="1124164" y="2106"/>
                  <a:pt x="1343558" y="149589"/>
                  <a:pt x="1576606" y="402054"/>
                </a:cubicBezTo>
                <a:lnTo>
                  <a:pt x="1576606" y="430441"/>
                </a:lnTo>
                <a:lnTo>
                  <a:pt x="1576606" y="526981"/>
                </a:lnTo>
                <a:lnTo>
                  <a:pt x="1576606" y="2765302"/>
                </a:lnTo>
                <a:cubicBezTo>
                  <a:pt x="1187550" y="2439541"/>
                  <a:pt x="756130" y="2318121"/>
                  <a:pt x="378630" y="2472117"/>
                </a:cubicBezTo>
                <a:lnTo>
                  <a:pt x="384918" y="526981"/>
                </a:lnTo>
                <a:lnTo>
                  <a:pt x="239143" y="526981"/>
                </a:lnTo>
                <a:lnTo>
                  <a:pt x="229618" y="2690698"/>
                </a:lnTo>
                <a:cubicBezTo>
                  <a:pt x="773243" y="2466244"/>
                  <a:pt x="1081748" y="2626096"/>
                  <a:pt x="1576606" y="2776423"/>
                </a:cubicBezTo>
              </a:path>
            </a:pathLst>
          </a:cu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grpSp>
        <p:nvGrpSpPr>
          <p:cNvPr id="19" name="Group 57">
            <a:extLst>
              <a:ext uri="{FF2B5EF4-FFF2-40B4-BE49-F238E27FC236}">
                <a16:creationId xmlns:a16="http://schemas.microsoft.com/office/drawing/2014/main" id="{B7E9AB0D-993B-8F14-A0A0-8B6120914764}"/>
              </a:ext>
            </a:extLst>
          </p:cNvPr>
          <p:cNvGrpSpPr/>
          <p:nvPr/>
        </p:nvGrpSpPr>
        <p:grpSpPr>
          <a:xfrm>
            <a:off x="2530197" y="4173623"/>
            <a:ext cx="2624270" cy="530163"/>
            <a:chOff x="1985513" y="4307149"/>
            <a:chExt cx="2380861" cy="530163"/>
          </a:xfrm>
        </p:grpSpPr>
        <p:sp>
          <p:nvSpPr>
            <p:cNvPr id="20" name="TextBox 58">
              <a:extLst>
                <a:ext uri="{FF2B5EF4-FFF2-40B4-BE49-F238E27FC236}">
                  <a16:creationId xmlns:a16="http://schemas.microsoft.com/office/drawing/2014/main" id="{FD657B4B-6E75-D59C-5BBF-0A52E45A7101}"/>
                </a:ext>
              </a:extLst>
            </p:cNvPr>
            <p:cNvSpPr txBox="1"/>
            <p:nvPr/>
          </p:nvSpPr>
          <p:spPr>
            <a:xfrm>
              <a:off x="2004346" y="4560313"/>
              <a:ext cx="2346637" cy="276999"/>
            </a:xfrm>
            <a:prstGeom prst="rect">
              <a:avLst/>
            </a:prstGeom>
            <a:noFill/>
          </p:spPr>
          <p:txBody>
            <a:bodyPr wrap="square" rtlCol="0">
              <a:spAutoFit/>
            </a:bodyPr>
            <a:lstStyle/>
            <a:p>
              <a:r>
                <a:rPr lang="en-US" altLang="ko-KR" sz="1200" b="1" dirty="0">
                  <a:solidFill>
                    <a:schemeClr val="tx1">
                      <a:lumMod val="75000"/>
                      <a:lumOff val="25000"/>
                    </a:schemeClr>
                  </a:solidFill>
                  <a:cs typeface="Arial" pitchFamily="34" charset="0"/>
                </a:rPr>
                <a:t>Conception UML</a:t>
              </a:r>
            </a:p>
          </p:txBody>
        </p:sp>
        <p:sp>
          <p:nvSpPr>
            <p:cNvPr id="21" name="TextBox 59">
              <a:extLst>
                <a:ext uri="{FF2B5EF4-FFF2-40B4-BE49-F238E27FC236}">
                  <a16:creationId xmlns:a16="http://schemas.microsoft.com/office/drawing/2014/main" id="{F7D57D3D-148B-42B5-D817-9ACD94F47FA5}"/>
                </a:ext>
              </a:extLst>
            </p:cNvPr>
            <p:cNvSpPr txBox="1"/>
            <p:nvPr/>
          </p:nvSpPr>
          <p:spPr>
            <a:xfrm>
              <a:off x="1985513" y="4307149"/>
              <a:ext cx="2380861" cy="276999"/>
            </a:xfrm>
            <a:prstGeom prst="rect">
              <a:avLst/>
            </a:prstGeom>
            <a:noFill/>
          </p:spPr>
          <p:txBody>
            <a:bodyPr wrap="square" rtlCol="0">
              <a:spAutoFit/>
            </a:bodyPr>
            <a:lstStyle/>
            <a:p>
              <a:r>
                <a:rPr lang="en-US" altLang="ko-KR" sz="1200" b="1" dirty="0" err="1">
                  <a:solidFill>
                    <a:schemeClr val="accent2"/>
                  </a:solidFill>
                  <a:cs typeface="Arial" pitchFamily="34" charset="0"/>
                </a:rPr>
                <a:t>Semaine</a:t>
              </a:r>
              <a:r>
                <a:rPr lang="en-US" altLang="ko-KR" sz="1200" b="1" dirty="0">
                  <a:solidFill>
                    <a:schemeClr val="accent2"/>
                  </a:solidFill>
                  <a:cs typeface="Arial" pitchFamily="34" charset="0"/>
                </a:rPr>
                <a:t> 3</a:t>
              </a:r>
            </a:p>
          </p:txBody>
        </p:sp>
      </p:grpSp>
      <p:grpSp>
        <p:nvGrpSpPr>
          <p:cNvPr id="22" name="Group 60">
            <a:extLst>
              <a:ext uri="{FF2B5EF4-FFF2-40B4-BE49-F238E27FC236}">
                <a16:creationId xmlns:a16="http://schemas.microsoft.com/office/drawing/2014/main" id="{A202D33A-0564-C03F-931C-ED4625B6A33B}"/>
              </a:ext>
            </a:extLst>
          </p:cNvPr>
          <p:cNvGrpSpPr/>
          <p:nvPr/>
        </p:nvGrpSpPr>
        <p:grpSpPr>
          <a:xfrm>
            <a:off x="4284068" y="4165160"/>
            <a:ext cx="2624270" cy="530163"/>
            <a:chOff x="1985513" y="4307149"/>
            <a:chExt cx="2380861" cy="530163"/>
          </a:xfrm>
        </p:grpSpPr>
        <p:sp>
          <p:nvSpPr>
            <p:cNvPr id="23" name="TextBox 61">
              <a:extLst>
                <a:ext uri="{FF2B5EF4-FFF2-40B4-BE49-F238E27FC236}">
                  <a16:creationId xmlns:a16="http://schemas.microsoft.com/office/drawing/2014/main" id="{26BFAFAF-EC91-CD53-B2D2-AC87A051A077}"/>
                </a:ext>
              </a:extLst>
            </p:cNvPr>
            <p:cNvSpPr txBox="1"/>
            <p:nvPr/>
          </p:nvSpPr>
          <p:spPr>
            <a:xfrm>
              <a:off x="2004346" y="4560313"/>
              <a:ext cx="2346637" cy="276999"/>
            </a:xfrm>
            <a:prstGeom prst="rect">
              <a:avLst/>
            </a:prstGeom>
            <a:noFill/>
          </p:spPr>
          <p:txBody>
            <a:bodyPr wrap="square" rtlCol="0">
              <a:spAutoFit/>
            </a:bodyPr>
            <a:lstStyle/>
            <a:p>
              <a:r>
                <a:rPr lang="en-US" altLang="ko-KR" sz="1200" b="1" dirty="0" err="1">
                  <a:solidFill>
                    <a:schemeClr val="tx1">
                      <a:lumMod val="75000"/>
                      <a:lumOff val="25000"/>
                    </a:schemeClr>
                  </a:solidFill>
                  <a:cs typeface="Arial" pitchFamily="34" charset="0"/>
                </a:rPr>
                <a:t>Réalisation</a:t>
              </a:r>
              <a:r>
                <a:rPr lang="en-US" altLang="ko-KR" sz="1200" b="1" dirty="0">
                  <a:solidFill>
                    <a:schemeClr val="tx1">
                      <a:lumMod val="75000"/>
                      <a:lumOff val="25000"/>
                    </a:schemeClr>
                  </a:solidFill>
                  <a:cs typeface="Arial" pitchFamily="34" charset="0"/>
                </a:rPr>
                <a:t>.    </a:t>
              </a:r>
            </a:p>
          </p:txBody>
        </p:sp>
        <p:sp>
          <p:nvSpPr>
            <p:cNvPr id="24" name="TextBox 62">
              <a:extLst>
                <a:ext uri="{FF2B5EF4-FFF2-40B4-BE49-F238E27FC236}">
                  <a16:creationId xmlns:a16="http://schemas.microsoft.com/office/drawing/2014/main" id="{C1BB56CB-4B10-5CA8-1B84-FAA3193B90A8}"/>
                </a:ext>
              </a:extLst>
            </p:cNvPr>
            <p:cNvSpPr txBox="1"/>
            <p:nvPr/>
          </p:nvSpPr>
          <p:spPr>
            <a:xfrm>
              <a:off x="1985513" y="4307149"/>
              <a:ext cx="2380861" cy="276999"/>
            </a:xfrm>
            <a:prstGeom prst="rect">
              <a:avLst/>
            </a:prstGeom>
            <a:noFill/>
          </p:spPr>
          <p:txBody>
            <a:bodyPr wrap="square" rtlCol="0">
              <a:spAutoFit/>
            </a:bodyPr>
            <a:lstStyle/>
            <a:p>
              <a:r>
                <a:rPr lang="en-US" altLang="ko-KR" sz="1200" b="1" dirty="0" err="1">
                  <a:solidFill>
                    <a:schemeClr val="accent2"/>
                  </a:solidFill>
                  <a:cs typeface="Arial" pitchFamily="34" charset="0"/>
                </a:rPr>
                <a:t>Semaines</a:t>
              </a:r>
              <a:r>
                <a:rPr lang="en-US" altLang="ko-KR" sz="1200" b="1" dirty="0">
                  <a:solidFill>
                    <a:schemeClr val="accent2"/>
                  </a:solidFill>
                  <a:cs typeface="Arial" pitchFamily="34" charset="0"/>
                </a:rPr>
                <a:t> 4-9</a:t>
              </a:r>
              <a:endParaRPr lang="ko-KR" altLang="en-US" sz="1200" b="1" dirty="0">
                <a:solidFill>
                  <a:schemeClr val="accent2"/>
                </a:solidFill>
                <a:cs typeface="Arial" pitchFamily="34" charset="0"/>
              </a:endParaRPr>
            </a:p>
          </p:txBody>
        </p:sp>
      </p:grpSp>
      <p:grpSp>
        <p:nvGrpSpPr>
          <p:cNvPr id="25" name="Group 63">
            <a:extLst>
              <a:ext uri="{FF2B5EF4-FFF2-40B4-BE49-F238E27FC236}">
                <a16:creationId xmlns:a16="http://schemas.microsoft.com/office/drawing/2014/main" id="{4DA92198-527F-54C3-49B8-E5634829C329}"/>
              </a:ext>
            </a:extLst>
          </p:cNvPr>
          <p:cNvGrpSpPr/>
          <p:nvPr/>
        </p:nvGrpSpPr>
        <p:grpSpPr>
          <a:xfrm>
            <a:off x="6004107" y="4165160"/>
            <a:ext cx="2624270" cy="530163"/>
            <a:chOff x="1987234" y="4307149"/>
            <a:chExt cx="2380861" cy="530163"/>
          </a:xfrm>
        </p:grpSpPr>
        <p:sp>
          <p:nvSpPr>
            <p:cNvPr id="26" name="TextBox 64">
              <a:extLst>
                <a:ext uri="{FF2B5EF4-FFF2-40B4-BE49-F238E27FC236}">
                  <a16:creationId xmlns:a16="http://schemas.microsoft.com/office/drawing/2014/main" id="{973A4BE4-D76D-6819-B272-F99CE21B8549}"/>
                </a:ext>
              </a:extLst>
            </p:cNvPr>
            <p:cNvSpPr txBox="1"/>
            <p:nvPr/>
          </p:nvSpPr>
          <p:spPr>
            <a:xfrm>
              <a:off x="2004346" y="4560313"/>
              <a:ext cx="2346637" cy="276999"/>
            </a:xfrm>
            <a:prstGeom prst="rect">
              <a:avLst/>
            </a:prstGeom>
            <a:noFill/>
          </p:spPr>
          <p:txBody>
            <a:bodyPr wrap="square" rtlCol="0">
              <a:spAutoFit/>
            </a:bodyPr>
            <a:lstStyle/>
            <a:p>
              <a:r>
                <a:rPr lang="en-US" altLang="ko-KR" sz="1200" b="1" dirty="0">
                  <a:solidFill>
                    <a:schemeClr val="tx1">
                      <a:lumMod val="75000"/>
                      <a:lumOff val="25000"/>
                    </a:schemeClr>
                  </a:solidFill>
                  <a:cs typeface="Arial" pitchFamily="34" charset="0"/>
                </a:rPr>
                <a:t>Rapport</a:t>
              </a:r>
            </a:p>
          </p:txBody>
        </p:sp>
        <p:sp>
          <p:nvSpPr>
            <p:cNvPr id="27" name="TextBox 65">
              <a:extLst>
                <a:ext uri="{FF2B5EF4-FFF2-40B4-BE49-F238E27FC236}">
                  <a16:creationId xmlns:a16="http://schemas.microsoft.com/office/drawing/2014/main" id="{1707F337-2E5F-5540-78B0-20FC96F8627F}"/>
                </a:ext>
              </a:extLst>
            </p:cNvPr>
            <p:cNvSpPr txBox="1"/>
            <p:nvPr/>
          </p:nvSpPr>
          <p:spPr>
            <a:xfrm>
              <a:off x="1987234" y="4307149"/>
              <a:ext cx="2380861" cy="276999"/>
            </a:xfrm>
            <a:prstGeom prst="rect">
              <a:avLst/>
            </a:prstGeom>
            <a:noFill/>
          </p:spPr>
          <p:txBody>
            <a:bodyPr wrap="square" rtlCol="0">
              <a:spAutoFit/>
            </a:bodyPr>
            <a:lstStyle/>
            <a:p>
              <a:r>
                <a:rPr lang="en-US" altLang="ko-KR" sz="1200" b="1" dirty="0" err="1">
                  <a:solidFill>
                    <a:schemeClr val="accent2"/>
                  </a:solidFill>
                  <a:cs typeface="Arial" pitchFamily="34" charset="0"/>
                </a:rPr>
                <a:t>Semaines</a:t>
              </a:r>
              <a:r>
                <a:rPr lang="en-US" altLang="ko-KR" sz="1200" b="1" dirty="0">
                  <a:solidFill>
                    <a:schemeClr val="accent2"/>
                  </a:solidFill>
                  <a:cs typeface="Arial" pitchFamily="34" charset="0"/>
                </a:rPr>
                <a:t> 1-10</a:t>
              </a:r>
              <a:endParaRPr lang="ko-KR" altLang="en-US" sz="1200" b="1" dirty="0">
                <a:solidFill>
                  <a:schemeClr val="accent2"/>
                </a:solidFill>
                <a:cs typeface="Arial" pitchFamily="34" charset="0"/>
              </a:endParaRPr>
            </a:p>
          </p:txBody>
        </p:sp>
      </p:grpSp>
      <p:sp>
        <p:nvSpPr>
          <p:cNvPr id="28" name="ZoneTexte 27">
            <a:extLst>
              <a:ext uri="{FF2B5EF4-FFF2-40B4-BE49-F238E27FC236}">
                <a16:creationId xmlns:a16="http://schemas.microsoft.com/office/drawing/2014/main" id="{BF9BE686-B400-1FE9-396B-0F18C02B6AAB}"/>
              </a:ext>
            </a:extLst>
          </p:cNvPr>
          <p:cNvSpPr txBox="1"/>
          <p:nvPr/>
        </p:nvSpPr>
        <p:spPr>
          <a:xfrm>
            <a:off x="767487" y="3165521"/>
            <a:ext cx="1638250" cy="338554"/>
          </a:xfrm>
          <a:prstGeom prst="rect">
            <a:avLst/>
          </a:prstGeom>
          <a:noFill/>
        </p:spPr>
        <p:txBody>
          <a:bodyPr wrap="square">
            <a:spAutoFit/>
          </a:bodyPr>
          <a:lstStyle/>
          <a:p>
            <a:r>
              <a:rPr lang="fr-FR" sz="1600" b="1" dirty="0">
                <a:solidFill>
                  <a:schemeClr val="bg1"/>
                </a:solidFill>
              </a:rPr>
              <a:t>Semaines 1-3</a:t>
            </a:r>
          </a:p>
        </p:txBody>
      </p:sp>
      <p:sp>
        <p:nvSpPr>
          <p:cNvPr id="29" name="사각형: 둥근 위쪽 모서리 34">
            <a:extLst>
              <a:ext uri="{FF2B5EF4-FFF2-40B4-BE49-F238E27FC236}">
                <a16:creationId xmlns:a16="http://schemas.microsoft.com/office/drawing/2014/main" id="{F71FEBA1-A852-327D-639B-BBF94912A4D9}"/>
              </a:ext>
            </a:extLst>
          </p:cNvPr>
          <p:cNvSpPr/>
          <p:nvPr/>
        </p:nvSpPr>
        <p:spPr>
          <a:xfrm rot="16200000">
            <a:off x="1090821" y="2378000"/>
            <a:ext cx="872849" cy="1900800"/>
          </a:xfrm>
          <a:prstGeom prst="round2SameRect">
            <a:avLst>
              <a:gd name="adj1" fmla="val 50000"/>
              <a:gd name="adj2" fmla="val 0"/>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200" dirty="0"/>
          </a:p>
        </p:txBody>
      </p:sp>
      <p:sp>
        <p:nvSpPr>
          <p:cNvPr id="30" name="ZoneTexte 29">
            <a:extLst>
              <a:ext uri="{FF2B5EF4-FFF2-40B4-BE49-F238E27FC236}">
                <a16:creationId xmlns:a16="http://schemas.microsoft.com/office/drawing/2014/main" id="{CF05767E-6863-8D23-45B8-D4223EE41FDB}"/>
              </a:ext>
            </a:extLst>
          </p:cNvPr>
          <p:cNvSpPr txBox="1"/>
          <p:nvPr/>
        </p:nvSpPr>
        <p:spPr>
          <a:xfrm>
            <a:off x="891947" y="3143735"/>
            <a:ext cx="1638250" cy="338554"/>
          </a:xfrm>
          <a:prstGeom prst="rect">
            <a:avLst/>
          </a:prstGeom>
          <a:noFill/>
        </p:spPr>
        <p:txBody>
          <a:bodyPr wrap="square">
            <a:spAutoFit/>
          </a:bodyPr>
          <a:lstStyle/>
          <a:p>
            <a:r>
              <a:rPr lang="fr-FR" sz="1600" b="1" dirty="0"/>
              <a:t>Semaines 1-3</a:t>
            </a:r>
          </a:p>
        </p:txBody>
      </p:sp>
      <p:grpSp>
        <p:nvGrpSpPr>
          <p:cNvPr id="31" name="Group 53">
            <a:extLst>
              <a:ext uri="{FF2B5EF4-FFF2-40B4-BE49-F238E27FC236}">
                <a16:creationId xmlns:a16="http://schemas.microsoft.com/office/drawing/2014/main" id="{BBAE1642-D561-A249-939C-5F415B8B7228}"/>
              </a:ext>
            </a:extLst>
          </p:cNvPr>
          <p:cNvGrpSpPr/>
          <p:nvPr/>
        </p:nvGrpSpPr>
        <p:grpSpPr>
          <a:xfrm>
            <a:off x="571729" y="4165160"/>
            <a:ext cx="2624270" cy="530163"/>
            <a:chOff x="1985513" y="4307149"/>
            <a:chExt cx="2380861" cy="530163"/>
          </a:xfrm>
        </p:grpSpPr>
        <p:sp>
          <p:nvSpPr>
            <p:cNvPr id="32" name="TextBox 54">
              <a:extLst>
                <a:ext uri="{FF2B5EF4-FFF2-40B4-BE49-F238E27FC236}">
                  <a16:creationId xmlns:a16="http://schemas.microsoft.com/office/drawing/2014/main" id="{5E51C197-51C6-B12E-AEDA-D5F0C0964E9F}"/>
                </a:ext>
              </a:extLst>
            </p:cNvPr>
            <p:cNvSpPr txBox="1"/>
            <p:nvPr/>
          </p:nvSpPr>
          <p:spPr>
            <a:xfrm>
              <a:off x="2004346" y="4560313"/>
              <a:ext cx="2346637" cy="276999"/>
            </a:xfrm>
            <a:prstGeom prst="rect">
              <a:avLst/>
            </a:prstGeom>
            <a:noFill/>
          </p:spPr>
          <p:txBody>
            <a:bodyPr wrap="square" rtlCol="0">
              <a:spAutoFit/>
            </a:bodyPr>
            <a:lstStyle/>
            <a:p>
              <a:r>
                <a:rPr lang="en-US" altLang="ko-KR" sz="1200" b="1" dirty="0" err="1">
                  <a:cs typeface="Arial" charset="0"/>
                </a:rPr>
                <a:t>Analyse</a:t>
              </a:r>
              <a:r>
                <a:rPr lang="en-US" altLang="ko-KR" sz="1200" b="1" dirty="0">
                  <a:cs typeface="Arial" charset="0"/>
                </a:rPr>
                <a:t> du </a:t>
              </a:r>
              <a:r>
                <a:rPr lang="en-US" altLang="ko-KR" sz="1200" b="1" dirty="0" err="1">
                  <a:cs typeface="Arial" charset="0"/>
                </a:rPr>
                <a:t>projet</a:t>
              </a:r>
              <a:endParaRPr lang="ko-KR" altLang="en-US" sz="1200" b="1" dirty="0"/>
            </a:p>
          </p:txBody>
        </p:sp>
        <p:sp>
          <p:nvSpPr>
            <p:cNvPr id="33" name="TextBox 55">
              <a:extLst>
                <a:ext uri="{FF2B5EF4-FFF2-40B4-BE49-F238E27FC236}">
                  <a16:creationId xmlns:a16="http://schemas.microsoft.com/office/drawing/2014/main" id="{C3E9B687-441C-435A-571F-99B3EF9562C6}"/>
                </a:ext>
              </a:extLst>
            </p:cNvPr>
            <p:cNvSpPr txBox="1"/>
            <p:nvPr/>
          </p:nvSpPr>
          <p:spPr>
            <a:xfrm>
              <a:off x="1985513" y="4307149"/>
              <a:ext cx="2380861" cy="276999"/>
            </a:xfrm>
            <a:prstGeom prst="rect">
              <a:avLst/>
            </a:prstGeom>
            <a:noFill/>
          </p:spPr>
          <p:txBody>
            <a:bodyPr wrap="square" rtlCol="0">
              <a:spAutoFit/>
            </a:bodyPr>
            <a:lstStyle/>
            <a:p>
              <a:r>
                <a:rPr lang="en-US" altLang="ko-KR" sz="1200" b="1" dirty="0" err="1">
                  <a:solidFill>
                    <a:schemeClr val="accent2"/>
                  </a:solidFill>
                  <a:cs typeface="Arial" pitchFamily="34" charset="0"/>
                </a:rPr>
                <a:t>Semaines</a:t>
              </a:r>
              <a:r>
                <a:rPr lang="en-US" altLang="ko-KR" sz="1200" b="1" dirty="0">
                  <a:solidFill>
                    <a:schemeClr val="accent2"/>
                  </a:solidFill>
                  <a:cs typeface="Arial" pitchFamily="34" charset="0"/>
                </a:rPr>
                <a:t> 1-3</a:t>
              </a:r>
            </a:p>
          </p:txBody>
        </p:sp>
      </p:grpSp>
      <p:pic>
        <p:nvPicPr>
          <p:cNvPr id="34" name="Image 33">
            <a:extLst>
              <a:ext uri="{FF2B5EF4-FFF2-40B4-BE49-F238E27FC236}">
                <a16:creationId xmlns:a16="http://schemas.microsoft.com/office/drawing/2014/main" id="{3D68C921-60DF-2E96-A629-27F30B00A2C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49166" y="1341900"/>
            <a:ext cx="3796123" cy="3796123"/>
          </a:xfrm>
          <a:prstGeom prst="round2DiagRect">
            <a:avLst>
              <a:gd name="adj1" fmla="val 16667"/>
              <a:gd name="adj2" fmla="val 0"/>
            </a:avLst>
          </a:prstGeom>
          <a:ln w="88900" cap="sq">
            <a:solidFill>
              <a:srgbClr val="00B0F0"/>
            </a:solidFill>
            <a:miter lim="800000"/>
          </a:ln>
          <a:effectLst>
            <a:outerShdw blurRad="254000" algn="tl" rotWithShape="0">
              <a:srgbClr val="000000">
                <a:alpha val="43000"/>
              </a:srgbClr>
            </a:outerShdw>
          </a:effectLst>
        </p:spPr>
      </p:pic>
      <p:sp>
        <p:nvSpPr>
          <p:cNvPr id="36" name="Text Placeholder 1">
            <a:extLst>
              <a:ext uri="{FF2B5EF4-FFF2-40B4-BE49-F238E27FC236}">
                <a16:creationId xmlns:a16="http://schemas.microsoft.com/office/drawing/2014/main" id="{2C3236AB-1FBB-0A50-AB08-81471BFA9DF1}"/>
              </a:ext>
            </a:extLst>
          </p:cNvPr>
          <p:cNvSpPr txBox="1">
            <a:spLocks/>
          </p:cNvSpPr>
          <p:nvPr/>
        </p:nvSpPr>
        <p:spPr>
          <a:xfrm>
            <a:off x="323529" y="339509"/>
            <a:ext cx="11573197" cy="724247"/>
          </a:xfrm>
          <a:prstGeom prst="rect">
            <a:avLst/>
          </a:prstGeom>
        </p:spPr>
        <p:txBody>
          <a:bodyPr anchor="ctr"/>
          <a:lstStyle>
            <a:lvl1pPr marL="0" indent="0" algn="ctr" defTabSz="914400" rtl="0" eaLnBrk="1" latinLnBrk="0" hangingPunct="1">
              <a:lnSpc>
                <a:spcPct val="90000"/>
              </a:lnSpc>
              <a:spcBef>
                <a:spcPts val="1000"/>
              </a:spcBef>
              <a:buFont typeface="Arial" panose="020B[phone redacted]020204" pitchFamily="34" charset="0"/>
              <a:buNone/>
              <a:defRPr sz="5400" b="0" kern="1200" baseline="0">
                <a:solidFill>
                  <a:schemeClr val="tx1">
                    <a:lumMod val="85000"/>
                    <a:lumOff val="15000"/>
                  </a:schemeClr>
                </a:solidFill>
                <a:latin typeface="+mj-lt"/>
                <a:ea typeface="+mn-ea"/>
                <a:cs typeface="Arial" pitchFamily="34" charset="0"/>
              </a:defRPr>
            </a:lvl1pPr>
            <a:lvl2pPr marL="685800" indent="-228600" algn="l" defTabSz="914400" rtl="0" eaLnBrk="1" latinLnBrk="0" hangingPunct="1">
              <a:lnSpc>
                <a:spcPct val="90000"/>
              </a:lnSpc>
              <a:spcBef>
                <a:spcPts val="500"/>
              </a:spcBef>
              <a:buFont typeface="Arial" panose="020B[phone redacted]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phone redacted]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phone redacted]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phone redacted]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phone redacted]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phone redacted]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phone redacted]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phone redacted]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phone redacted]020204" pitchFamily="34" charset="0"/>
              <a:buNone/>
              <a:tabLst/>
              <a:defRPr/>
            </a:pPr>
            <a:r>
              <a:rPr kumimoji="0" lang="en-US" sz="3200" b="1" i="0" u="none" strike="noStrike" kern="1200" cap="none" spc="0" normalizeH="0" baseline="0" noProof="0" dirty="0">
                <a:ln>
                  <a:noFill/>
                </a:ln>
                <a:solidFill>
                  <a:schemeClr val="tx1"/>
                </a:solidFill>
                <a:effectLst/>
                <a:uLnTx/>
                <a:uFillTx/>
                <a:latin typeface="+mn-lt"/>
                <a:cs typeface="Arial" pitchFamily="34" charset="0"/>
              </a:rPr>
              <a:t>Planification du </a:t>
            </a:r>
            <a:r>
              <a:rPr kumimoji="0" lang="en-US" sz="3200" b="1" i="0" u="none" strike="noStrike" kern="1200" cap="none" spc="0" normalizeH="0" baseline="0" noProof="0" dirty="0" err="1">
                <a:ln>
                  <a:noFill/>
                </a:ln>
                <a:solidFill>
                  <a:schemeClr val="tx1"/>
                </a:solidFill>
                <a:effectLst/>
                <a:uLnTx/>
                <a:uFillTx/>
                <a:latin typeface="+mn-lt"/>
                <a:cs typeface="Arial" pitchFamily="34" charset="0"/>
              </a:rPr>
              <a:t>projet</a:t>
            </a:r>
            <a:endParaRPr kumimoji="0" lang="en-US" sz="3200" b="1" i="0" u="none" strike="noStrike" kern="1200" cap="none" spc="0" normalizeH="0" baseline="0" noProof="0" dirty="0">
              <a:ln>
                <a:noFill/>
              </a:ln>
              <a:solidFill>
                <a:schemeClr val="tx1"/>
              </a:solidFill>
              <a:effectLst/>
              <a:uLnTx/>
              <a:uFillTx/>
              <a:latin typeface="+mn-lt"/>
              <a:cs typeface="Arial" pitchFamily="34" charset="0"/>
            </a:endParaRPr>
          </a:p>
        </p:txBody>
      </p:sp>
      <p:pic>
        <p:nvPicPr>
          <p:cNvPr id="42" name="Graphique 41" descr="Tête avec engrenages">
            <a:extLst>
              <a:ext uri="{FF2B5EF4-FFF2-40B4-BE49-F238E27FC236}">
                <a16:creationId xmlns:a16="http://schemas.microsoft.com/office/drawing/2014/main" id="{A3D2C180-9DF1-3F72-1F6A-53BF022B2A9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29412" y="1919883"/>
            <a:ext cx="914400" cy="914400"/>
          </a:xfrm>
          <a:prstGeom prst="rect">
            <a:avLst/>
          </a:prstGeom>
        </p:spPr>
      </p:pic>
      <p:pic>
        <p:nvPicPr>
          <p:cNvPr id="43" name="Graphique 42" descr="Hiérarchie">
            <a:extLst>
              <a:ext uri="{FF2B5EF4-FFF2-40B4-BE49-F238E27FC236}">
                <a16:creationId xmlns:a16="http://schemas.microsoft.com/office/drawing/2014/main" id="{58485C0B-C587-87EF-B86C-D2BD28913B6D}"/>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723068" y="1865790"/>
            <a:ext cx="914400" cy="914400"/>
          </a:xfrm>
          <a:prstGeom prst="rect">
            <a:avLst/>
          </a:prstGeom>
        </p:spPr>
      </p:pic>
      <p:pic>
        <p:nvPicPr>
          <p:cNvPr id="44" name="Graphique 43" descr="Conception Web">
            <a:extLst>
              <a:ext uri="{FF2B5EF4-FFF2-40B4-BE49-F238E27FC236}">
                <a16:creationId xmlns:a16="http://schemas.microsoft.com/office/drawing/2014/main" id="{C8C150C6-4849-51D8-F45A-6A44F2AAD200}"/>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4366201" y="1930580"/>
            <a:ext cx="914400" cy="914400"/>
          </a:xfrm>
          <a:prstGeom prst="rect">
            <a:avLst/>
          </a:prstGeom>
        </p:spPr>
      </p:pic>
      <p:sp>
        <p:nvSpPr>
          <p:cNvPr id="45" name="Espace réservé du numéro de diapositive 44">
            <a:extLst>
              <a:ext uri="{FF2B5EF4-FFF2-40B4-BE49-F238E27FC236}">
                <a16:creationId xmlns:a16="http://schemas.microsoft.com/office/drawing/2014/main" id="{2CC06B79-149A-7EE9-69A2-0559C7A494A1}"/>
              </a:ext>
            </a:extLst>
          </p:cNvPr>
          <p:cNvSpPr>
            <a:spLocks noGrp="1"/>
          </p:cNvSpPr>
          <p:nvPr>
            <p:ph type="sldNum" sz="quarter" idx="12"/>
          </p:nvPr>
        </p:nvSpPr>
        <p:spPr>
          <a:xfrm>
            <a:off x="0" y="6480175"/>
            <a:ext cx="217651" cy="377825"/>
          </a:xfrm>
        </p:spPr>
        <p:txBody>
          <a:bodyPr/>
          <a:lstStyle/>
          <a:p>
            <a:fld id="{A3401A20-A1E0-4E43-B782-1D8AAEB2FCB1}" type="slidenum">
              <a:rPr lang="fr-FR" smtClean="0"/>
              <a:t>6</a:t>
            </a:fld>
            <a:endParaRPr lang="fr-FR" dirty="0"/>
          </a:p>
        </p:txBody>
      </p:sp>
    </p:spTree>
    <p:extLst>
      <p:ext uri="{BB962C8B-B14F-4D97-AF65-F5344CB8AC3E}">
        <p14:creationId xmlns:p14="http://schemas.microsoft.com/office/powerpoint/2010/main" val="10371525"/>
      </p:ext>
    </p:extLst>
  </p:cSld>
  <p:clrMapOvr>
    <a:masterClrMapping/>
  </p:clrMapOvr>
  <p:transition spd="slow">
    <p:push/>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1">
            <a:extLst>
              <a:ext uri="{FF2B5EF4-FFF2-40B4-BE49-F238E27FC236}">
                <a16:creationId xmlns:a16="http://schemas.microsoft.com/office/drawing/2014/main" id="{42A6BC9F-6BAB-C8C2-5D65-497AEF3A5A76}"/>
              </a:ext>
            </a:extLst>
          </p:cNvPr>
          <p:cNvSpPr txBox="1">
            <a:spLocks/>
          </p:cNvSpPr>
          <p:nvPr/>
        </p:nvSpPr>
        <p:spPr>
          <a:xfrm>
            <a:off x="323529" y="339509"/>
            <a:ext cx="11573197" cy="724247"/>
          </a:xfrm>
          <a:prstGeom prst="rect">
            <a:avLst/>
          </a:prstGeom>
        </p:spPr>
        <p:txBody>
          <a:bodyPr anchor="ctr"/>
          <a:lstStyle>
            <a:lvl1pPr marL="0" indent="0" algn="ctr" defTabSz="914400" rtl="0" eaLnBrk="1" latinLnBrk="0" hangingPunct="1">
              <a:lnSpc>
                <a:spcPct val="90000"/>
              </a:lnSpc>
              <a:spcBef>
                <a:spcPts val="1000"/>
              </a:spcBef>
              <a:buFont typeface="Arial" panose="020B[phone redacted]020204" pitchFamily="34" charset="0"/>
              <a:buNone/>
              <a:defRPr sz="5400" b="0" kern="1200" baseline="0">
                <a:solidFill>
                  <a:schemeClr val="tx1">
                    <a:lumMod val="85000"/>
                    <a:lumOff val="15000"/>
                  </a:schemeClr>
                </a:solidFill>
                <a:latin typeface="+mj-lt"/>
                <a:ea typeface="+mn-ea"/>
                <a:cs typeface="Arial" pitchFamily="34" charset="0"/>
              </a:defRPr>
            </a:lvl1pPr>
            <a:lvl2pPr marL="685800" indent="-228600" algn="l" defTabSz="914400" rtl="0" eaLnBrk="1" latinLnBrk="0" hangingPunct="1">
              <a:lnSpc>
                <a:spcPct val="90000"/>
              </a:lnSpc>
              <a:spcBef>
                <a:spcPts val="500"/>
              </a:spcBef>
              <a:buFont typeface="Arial" panose="020B[phone redacted]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phone redacted]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phone redacted]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phone redacted]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phone redacted]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phone redacted]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phone redacted]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phone redacted]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phone redacted]020204" pitchFamily="34" charset="0"/>
              <a:buNone/>
              <a:tabLst/>
              <a:defRPr/>
            </a:pPr>
            <a:r>
              <a:rPr kumimoji="0" lang="en-US" sz="3200" b="1" i="0" u="none" strike="noStrike" kern="1200" cap="none" spc="0" normalizeH="0" baseline="0" noProof="0" dirty="0">
                <a:ln>
                  <a:noFill/>
                </a:ln>
                <a:solidFill>
                  <a:schemeClr val="tx1"/>
                </a:solidFill>
                <a:effectLst/>
                <a:uLnTx/>
                <a:uFillTx/>
                <a:latin typeface="+mn-lt"/>
                <a:cs typeface="Arial" pitchFamily="34" charset="0"/>
              </a:rPr>
              <a:t>Les </a:t>
            </a:r>
            <a:r>
              <a:rPr kumimoji="0" lang="en-US" sz="3200" b="1" i="0" u="none" strike="noStrike" kern="1200" cap="none" spc="0" normalizeH="0" baseline="0" noProof="0" dirty="0" err="1">
                <a:ln>
                  <a:noFill/>
                </a:ln>
                <a:solidFill>
                  <a:schemeClr val="tx1"/>
                </a:solidFill>
                <a:effectLst/>
                <a:uLnTx/>
                <a:uFillTx/>
                <a:latin typeface="+mn-lt"/>
                <a:cs typeface="Arial" pitchFamily="34" charset="0"/>
              </a:rPr>
              <a:t>acteurs</a:t>
            </a:r>
            <a:r>
              <a:rPr kumimoji="0" lang="en-US" sz="3200" b="1" i="0" u="none" strike="noStrike" kern="1200" cap="none" spc="0" normalizeH="0" baseline="0" noProof="0" dirty="0">
                <a:ln>
                  <a:noFill/>
                </a:ln>
                <a:solidFill>
                  <a:schemeClr val="tx1"/>
                </a:solidFill>
                <a:effectLst/>
                <a:uLnTx/>
                <a:uFillTx/>
                <a:latin typeface="+mn-lt"/>
                <a:cs typeface="Arial" pitchFamily="34" charset="0"/>
              </a:rPr>
              <a:t> </a:t>
            </a:r>
            <a:r>
              <a:rPr kumimoji="0" lang="en-US" sz="3200" b="1" i="0" u="none" strike="noStrike" kern="1200" cap="none" spc="0" normalizeH="0" baseline="0" noProof="0" dirty="0" err="1">
                <a:ln>
                  <a:noFill/>
                </a:ln>
                <a:solidFill>
                  <a:schemeClr val="tx1"/>
                </a:solidFill>
                <a:effectLst/>
                <a:uLnTx/>
                <a:uFillTx/>
                <a:latin typeface="+mn-lt"/>
                <a:cs typeface="Arial" pitchFamily="34" charset="0"/>
              </a:rPr>
              <a:t>principaux</a:t>
            </a:r>
            <a:endParaRPr kumimoji="0" lang="en-US" sz="3200" b="1" i="0" u="none" strike="noStrike" kern="1200" cap="none" spc="0" normalizeH="0" baseline="0" noProof="0" dirty="0">
              <a:ln>
                <a:noFill/>
              </a:ln>
              <a:solidFill>
                <a:schemeClr val="tx1"/>
              </a:solidFill>
              <a:effectLst/>
              <a:uLnTx/>
              <a:uFillTx/>
              <a:latin typeface="+mn-lt"/>
              <a:cs typeface="Arial" pitchFamily="34" charset="0"/>
            </a:endParaRPr>
          </a:p>
        </p:txBody>
      </p:sp>
      <p:sp>
        <p:nvSpPr>
          <p:cNvPr id="9" name="ZoneTexte 8">
            <a:extLst>
              <a:ext uri="{FF2B5EF4-FFF2-40B4-BE49-F238E27FC236}">
                <a16:creationId xmlns:a16="http://schemas.microsoft.com/office/drawing/2014/main" id="{D241D2D0-A50E-8534-12E8-AE5055668B99}"/>
              </a:ext>
            </a:extLst>
          </p:cNvPr>
          <p:cNvSpPr txBox="1"/>
          <p:nvPr/>
        </p:nvSpPr>
        <p:spPr>
          <a:xfrm>
            <a:off x="2260173" y="2754114"/>
            <a:ext cx="1007818" cy="369332"/>
          </a:xfrm>
          <a:prstGeom prst="rect">
            <a:avLst/>
          </a:prstGeom>
          <a:noFill/>
        </p:spPr>
        <p:txBody>
          <a:bodyPr wrap="square">
            <a:spAutoFit/>
          </a:bodyPr>
          <a:lstStyle/>
          <a:p>
            <a:r>
              <a:rPr lang="fr-FR" sz="1800" kern="1200" dirty="0">
                <a:effectLst/>
                <a:ea typeface="Georgia" panose="0204[phone redacted]020303" pitchFamily="18" charset="0"/>
                <a:cs typeface="Arial" panose="020B[phone redacted]020204" pitchFamily="34" charset="0"/>
              </a:rPr>
              <a:t>Étudiant</a:t>
            </a:r>
            <a:endParaRPr lang="fr-FR" dirty="0"/>
          </a:p>
        </p:txBody>
      </p:sp>
      <p:sp>
        <p:nvSpPr>
          <p:cNvPr id="11" name="ZoneTexte 10">
            <a:extLst>
              <a:ext uri="{FF2B5EF4-FFF2-40B4-BE49-F238E27FC236}">
                <a16:creationId xmlns:a16="http://schemas.microsoft.com/office/drawing/2014/main" id="{171CF73C-9DEA-7CC5-F15E-D44F499A6552}"/>
              </a:ext>
            </a:extLst>
          </p:cNvPr>
          <p:cNvSpPr txBox="1"/>
          <p:nvPr/>
        </p:nvSpPr>
        <p:spPr>
          <a:xfrm>
            <a:off x="5559508" y="2765056"/>
            <a:ext cx="1228153" cy="369332"/>
          </a:xfrm>
          <a:prstGeom prst="rect">
            <a:avLst/>
          </a:prstGeom>
          <a:noFill/>
        </p:spPr>
        <p:txBody>
          <a:bodyPr wrap="square">
            <a:spAutoFit/>
          </a:bodyPr>
          <a:lstStyle/>
          <a:p>
            <a:r>
              <a:rPr lang="fr-FR" dirty="0">
                <a:cs typeface="Arial" panose="020B[phone redacted]020204" pitchFamily="34" charset="0"/>
              </a:rPr>
              <a:t>Professeur</a:t>
            </a:r>
            <a:endParaRPr lang="fr-FR" dirty="0"/>
          </a:p>
        </p:txBody>
      </p:sp>
      <p:sp>
        <p:nvSpPr>
          <p:cNvPr id="13" name="ZoneTexte 12">
            <a:extLst>
              <a:ext uri="{FF2B5EF4-FFF2-40B4-BE49-F238E27FC236}">
                <a16:creationId xmlns:a16="http://schemas.microsoft.com/office/drawing/2014/main" id="{994DD596-6762-7883-AECC-F21D28DDF99A}"/>
              </a:ext>
            </a:extLst>
          </p:cNvPr>
          <p:cNvSpPr txBox="1"/>
          <p:nvPr/>
        </p:nvSpPr>
        <p:spPr>
          <a:xfrm>
            <a:off x="8997669" y="2782654"/>
            <a:ext cx="1494375" cy="369332"/>
          </a:xfrm>
          <a:prstGeom prst="rect">
            <a:avLst/>
          </a:prstGeom>
          <a:noFill/>
        </p:spPr>
        <p:txBody>
          <a:bodyPr wrap="square">
            <a:spAutoFit/>
          </a:bodyPr>
          <a:lstStyle/>
          <a:p>
            <a:r>
              <a:rPr lang="fr-FR" dirty="0">
                <a:cs typeface="Arial" panose="020B[phone redacted]020204" pitchFamily="34" charset="0"/>
              </a:rPr>
              <a:t>Bibliothécaire</a:t>
            </a:r>
            <a:endParaRPr lang="fr-FR" dirty="0"/>
          </a:p>
        </p:txBody>
      </p:sp>
      <p:sp>
        <p:nvSpPr>
          <p:cNvPr id="14" name="ZoneTexte 13">
            <a:extLst>
              <a:ext uri="{FF2B5EF4-FFF2-40B4-BE49-F238E27FC236}">
                <a16:creationId xmlns:a16="http://schemas.microsoft.com/office/drawing/2014/main" id="{4E6837B4-D4E1-45D9-8F7E-8C46863DB4D4}"/>
              </a:ext>
            </a:extLst>
          </p:cNvPr>
          <p:cNvSpPr txBox="1"/>
          <p:nvPr/>
        </p:nvSpPr>
        <p:spPr>
          <a:xfrm>
            <a:off x="4326120" y="5292888"/>
            <a:ext cx="3694927" cy="369332"/>
          </a:xfrm>
          <a:prstGeom prst="rect">
            <a:avLst/>
          </a:prstGeom>
          <a:noFill/>
        </p:spPr>
        <p:txBody>
          <a:bodyPr wrap="square">
            <a:spAutoFit/>
          </a:bodyPr>
          <a:lstStyle/>
          <a:p>
            <a:r>
              <a:rPr lang="fr-FR" dirty="0" err="1">
                <a:cs typeface="Arial" panose="020B[phone redacted]020204" pitchFamily="34" charset="0"/>
              </a:rPr>
              <a:t>Systéme</a:t>
            </a:r>
            <a:r>
              <a:rPr lang="fr-FR" dirty="0">
                <a:cs typeface="Arial" panose="020B[phone redacted]020204" pitchFamily="34" charset="0"/>
              </a:rPr>
              <a:t> de gestion des </a:t>
            </a:r>
            <a:r>
              <a:rPr lang="fr-FR" dirty="0" err="1">
                <a:cs typeface="Arial" panose="020B[phone redacted]020204" pitchFamily="34" charset="0"/>
              </a:rPr>
              <a:t>bibliothéques</a:t>
            </a:r>
            <a:endParaRPr lang="fr-FR" dirty="0"/>
          </a:p>
        </p:txBody>
      </p:sp>
      <p:pic>
        <p:nvPicPr>
          <p:cNvPr id="17" name="Graphique 16" descr="Professeur">
            <a:extLst>
              <a:ext uri="{FF2B5EF4-FFF2-40B4-BE49-F238E27FC236}">
                <a16:creationId xmlns:a16="http://schemas.microsoft.com/office/drawing/2014/main" id="{62A425C5-D5B3-6C7F-6555-95A3D17983E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716384" y="1780386"/>
            <a:ext cx="914400" cy="914400"/>
          </a:xfrm>
          <a:prstGeom prst="rect">
            <a:avLst/>
          </a:prstGeom>
        </p:spPr>
      </p:pic>
      <p:pic>
        <p:nvPicPr>
          <p:cNvPr id="18" name="Graphique 17" descr="Employé(e) de bureau">
            <a:extLst>
              <a:ext uri="{FF2B5EF4-FFF2-40B4-BE49-F238E27FC236}">
                <a16:creationId xmlns:a16="http://schemas.microsoft.com/office/drawing/2014/main" id="{65B83205-42A9-F6B9-4162-76392C3DCF4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287656" y="1839714"/>
            <a:ext cx="914400" cy="914400"/>
          </a:xfrm>
          <a:prstGeom prst="rect">
            <a:avLst/>
          </a:prstGeom>
        </p:spPr>
      </p:pic>
      <p:pic>
        <p:nvPicPr>
          <p:cNvPr id="19" name="Graphique 18" descr="Programmeur">
            <a:extLst>
              <a:ext uri="{FF2B5EF4-FFF2-40B4-BE49-F238E27FC236}">
                <a16:creationId xmlns:a16="http://schemas.microsoft.com/office/drawing/2014/main" id="{32ACAB9D-9D70-743B-434E-254F97682A15}"/>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306882" y="1780386"/>
            <a:ext cx="914400" cy="914400"/>
          </a:xfrm>
          <a:prstGeom prst="rect">
            <a:avLst/>
          </a:prstGeom>
        </p:spPr>
      </p:pic>
      <p:pic>
        <p:nvPicPr>
          <p:cNvPr id="21" name="Graphique 20" descr="Engrenage">
            <a:extLst>
              <a:ext uri="{FF2B5EF4-FFF2-40B4-BE49-F238E27FC236}">
                <a16:creationId xmlns:a16="http://schemas.microsoft.com/office/drawing/2014/main" id="{F4B0F5C7-7F21-6B97-6E70-F24F86453E2B}"/>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716384" y="4378488"/>
            <a:ext cx="914400" cy="914400"/>
          </a:xfrm>
          <a:prstGeom prst="rect">
            <a:avLst/>
          </a:prstGeom>
        </p:spPr>
      </p:pic>
      <p:sp>
        <p:nvSpPr>
          <p:cNvPr id="7" name="Espace réservé du numéro de diapositive 6">
            <a:extLst>
              <a:ext uri="{FF2B5EF4-FFF2-40B4-BE49-F238E27FC236}">
                <a16:creationId xmlns:a16="http://schemas.microsoft.com/office/drawing/2014/main" id="{B9DDB0B6-20AF-2875-C39F-AAEEAC2E18D7}"/>
              </a:ext>
            </a:extLst>
          </p:cNvPr>
          <p:cNvSpPr>
            <a:spLocks noGrp="1"/>
          </p:cNvSpPr>
          <p:nvPr>
            <p:ph type="sldNum" sz="quarter" idx="12"/>
          </p:nvPr>
        </p:nvSpPr>
        <p:spPr>
          <a:xfrm>
            <a:off x="0" y="6480175"/>
            <a:ext cx="226982" cy="377825"/>
          </a:xfrm>
        </p:spPr>
        <p:txBody>
          <a:bodyPr/>
          <a:lstStyle/>
          <a:p>
            <a:fld id="{A3401A20-A1E0-4E43-B782-1D8AAEB2FCB1}" type="slidenum">
              <a:rPr lang="fr-FR" smtClean="0"/>
              <a:t>7</a:t>
            </a:fld>
            <a:endParaRPr lang="fr-FR" dirty="0"/>
          </a:p>
        </p:txBody>
      </p:sp>
    </p:spTree>
    <p:extLst>
      <p:ext uri="{BB962C8B-B14F-4D97-AF65-F5344CB8AC3E}">
        <p14:creationId xmlns:p14="http://schemas.microsoft.com/office/powerpoint/2010/main" val="1207343983"/>
      </p:ext>
    </p:extLst>
  </p:cSld>
  <p:clrMapOvr>
    <a:masterClrMapping/>
  </p:clrMapOvr>
  <p:transition spd="slow">
    <p:push/>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DF6C17E8-CFB6-F7DB-0A89-26636D898EA7}"/>
              </a:ext>
            </a:extLst>
          </p:cNvPr>
          <p:cNvSpPr/>
          <p:nvPr/>
        </p:nvSpPr>
        <p:spPr>
          <a:xfrm>
            <a:off x="1793650" y="2871132"/>
            <a:ext cx="8321879" cy="1115736"/>
          </a:xfrm>
          <a:prstGeom prst="roundRect">
            <a:avLst>
              <a:gd name="adj" fmla="val 41101"/>
            </a:avLst>
          </a:prstGeom>
          <a:solidFill>
            <a:srgbClr val="0070C0"/>
          </a:solidFill>
          <a:effectLst>
            <a:outerShdw blurRad="57150" dist="19050" dir="5400000" algn="ctr" rotWithShape="0">
              <a:srgbClr val="000000">
                <a:alpha val="63000"/>
              </a:srgbClr>
            </a:outerShdw>
            <a:softEdge rad="63500"/>
          </a:effectLst>
        </p:spPr>
        <p:style>
          <a:lnRef idx="0">
            <a:schemeClr val="dk1"/>
          </a:lnRef>
          <a:fillRef idx="3">
            <a:schemeClr val="dk1"/>
          </a:fillRef>
          <a:effectRef idx="3">
            <a:schemeClr val="dk1"/>
          </a:effectRef>
          <a:fontRef idx="minor">
            <a:schemeClr val="lt1"/>
          </a:fontRef>
        </p:style>
        <p:txBody>
          <a:bodyPr rtlCol="0" anchor="ctr"/>
          <a:lstStyle/>
          <a:p>
            <a:pPr algn="ctr"/>
            <a:r>
              <a:rPr lang="en-US" altLang="ko-KR" sz="3200" b="1" dirty="0">
                <a:solidFill>
                  <a:schemeClr val="tx1"/>
                </a:solidFill>
                <a:cs typeface="Arial" pitchFamily="34" charset="0"/>
              </a:rPr>
              <a:t>Conception du </a:t>
            </a:r>
            <a:r>
              <a:rPr lang="en-US" altLang="ko-KR" sz="3200" b="1" dirty="0" err="1">
                <a:solidFill>
                  <a:schemeClr val="tx1"/>
                </a:solidFill>
                <a:cs typeface="Arial" pitchFamily="34" charset="0"/>
              </a:rPr>
              <a:t>projet</a:t>
            </a:r>
            <a:endParaRPr lang="en-US" altLang="ko-KR" sz="3200" b="1" dirty="0">
              <a:solidFill>
                <a:schemeClr val="tx1"/>
              </a:solidFill>
              <a:cs typeface="Arial" pitchFamily="34" charset="0"/>
            </a:endParaRPr>
          </a:p>
        </p:txBody>
      </p:sp>
      <p:pic>
        <p:nvPicPr>
          <p:cNvPr id="5" name="Graphique 4" descr="Hiérarchie">
            <a:extLst>
              <a:ext uri="{FF2B5EF4-FFF2-40B4-BE49-F238E27FC236}">
                <a16:creationId xmlns:a16="http://schemas.microsoft.com/office/drawing/2014/main" id="{1FF8B31[phone redacted]EAC-DB79965A138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394439" y="2971800"/>
            <a:ext cx="914400" cy="914400"/>
          </a:xfrm>
          <a:prstGeom prst="rect">
            <a:avLst/>
          </a:prstGeom>
        </p:spPr>
      </p:pic>
    </p:spTree>
    <p:extLst>
      <p:ext uri="{BB962C8B-B14F-4D97-AF65-F5344CB8AC3E}">
        <p14:creationId xmlns:p14="http://schemas.microsoft.com/office/powerpoint/2010/main" val="3752453967"/>
      </p:ext>
    </p:extLst>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13">
            <a:extLst>
              <a:ext uri="{FF2B5EF4-FFF2-40B4-BE49-F238E27FC236}">
                <a16:creationId xmlns:a16="http://schemas.microsoft.com/office/drawing/2014/main" id="{083F2A06-90B3-78DC-1326-653B72FACE80}"/>
              </a:ext>
            </a:extLst>
          </p:cNvPr>
          <p:cNvSpPr txBox="1"/>
          <p:nvPr/>
        </p:nvSpPr>
        <p:spPr>
          <a:xfrm>
            <a:off x="4002834" y="458263"/>
            <a:ext cx="4074824" cy="584775"/>
          </a:xfrm>
          <a:prstGeom prst="rect">
            <a:avLst/>
          </a:prstGeom>
          <a:noFill/>
        </p:spPr>
        <p:txBody>
          <a:bodyPr wrap="square" rtlCol="0">
            <a:spAutoFit/>
          </a:bodyPr>
          <a:lstStyle/>
          <a:p>
            <a:pPr algn="ctr"/>
            <a:r>
              <a:rPr lang="fr-FR" sz="3200" b="1" dirty="0"/>
              <a:t>Outils de modélisation</a:t>
            </a:r>
            <a:endParaRPr lang="en-US" sz="3200" b="1" dirty="0"/>
          </a:p>
        </p:txBody>
      </p:sp>
      <p:pic>
        <p:nvPicPr>
          <p:cNvPr id="5" name="Picture 2" descr="http://www.oameri.com/wp-content/uploads/windows-server-2012.jpg">
            <a:extLst>
              <a:ext uri="{FF2B5EF4-FFF2-40B4-BE49-F238E27FC236}">
                <a16:creationId xmlns:a16="http://schemas.microsoft.com/office/drawing/2014/main" id="{9B8D2692-9AFF-82AA-2943-1DA6BF745888}"/>
              </a:ext>
            </a:extLst>
          </p:cNvPr>
          <p:cNvPicPr>
            <a:picLocks noChangeAspect="1" noChangeArrowheads="1"/>
          </p:cNvPicPr>
          <p:nvPr/>
        </p:nvPicPr>
        <p:blipFill>
          <a:blip r:embed="rId2"/>
          <a:stretch>
            <a:fillRect/>
          </a:stretch>
        </p:blipFill>
        <p:spPr bwMode="auto">
          <a:xfrm>
            <a:off x="6588369" y="2381168"/>
            <a:ext cx="4784622" cy="2095664"/>
          </a:xfrm>
          <a:prstGeom prst="roundRect">
            <a:avLst>
              <a:gd name="adj" fmla="val 27344"/>
            </a:avLst>
          </a:prstGeom>
          <a:solidFill>
            <a:schemeClr val="tx1"/>
          </a:solidFill>
          <a:ln>
            <a:noFill/>
          </a:ln>
          <a:effectLst>
            <a:glow rad="228600">
              <a:schemeClr val="accent2">
                <a:satMod val="175000"/>
                <a:alpha val="40000"/>
              </a:schemeClr>
            </a:glow>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pic>
      <p:pic>
        <p:nvPicPr>
          <p:cNvPr id="6" name="Picture 2" descr="http://www.oameri.com/wp-content/uploads/windows-server-2012.jpg">
            <a:extLst>
              <a:ext uri="{FF2B5EF4-FFF2-40B4-BE49-F238E27FC236}">
                <a16:creationId xmlns:a16="http://schemas.microsoft.com/office/drawing/2014/main" id="{A802BEFE-E082-6449-F20C-45BC72B0BE74}"/>
              </a:ext>
            </a:extLst>
          </p:cNvPr>
          <p:cNvPicPr>
            <a:picLocks noChangeAspect="1" noChangeArrowheads="1"/>
          </p:cNvPicPr>
          <p:nvPr/>
        </p:nvPicPr>
        <p:blipFill>
          <a:blip r:embed="rId3"/>
          <a:stretch>
            <a:fillRect/>
          </a:stretch>
        </p:blipFill>
        <p:spPr bwMode="auto">
          <a:xfrm>
            <a:off x="819009" y="2381168"/>
            <a:ext cx="4784622" cy="2095664"/>
          </a:xfrm>
          <a:prstGeom prst="roundRect">
            <a:avLst>
              <a:gd name="adj" fmla="val 16667"/>
            </a:avLst>
          </a:prstGeom>
          <a:solidFill>
            <a:schemeClr val="tx1"/>
          </a:solidFill>
          <a:ln>
            <a:noFill/>
          </a:ln>
          <a:effectLst>
            <a:glow rad="228600">
              <a:schemeClr val="accent2">
                <a:satMod val="175000"/>
                <a:alpha val="40000"/>
              </a:schemeClr>
            </a:glow>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pic>
      <p:sp>
        <p:nvSpPr>
          <p:cNvPr id="9" name="Espace réservé du numéro de diapositive 8">
            <a:extLst>
              <a:ext uri="{FF2B5EF4-FFF2-40B4-BE49-F238E27FC236}">
                <a16:creationId xmlns:a16="http://schemas.microsoft.com/office/drawing/2014/main" id="{68B27808-74F3-0D10-9DF9-308236CC9BAF}"/>
              </a:ext>
            </a:extLst>
          </p:cNvPr>
          <p:cNvSpPr>
            <a:spLocks noGrp="1"/>
          </p:cNvSpPr>
          <p:nvPr>
            <p:ph type="sldNum" sz="quarter" idx="12"/>
          </p:nvPr>
        </p:nvSpPr>
        <p:spPr>
          <a:xfrm>
            <a:off x="0" y="6480175"/>
            <a:ext cx="245643" cy="377825"/>
          </a:xfrm>
        </p:spPr>
        <p:txBody>
          <a:bodyPr/>
          <a:lstStyle/>
          <a:p>
            <a:fld id="{A3401A20-A1E0-4E43-B782-1D8AAEB2FCB1}" type="slidenum">
              <a:rPr lang="fr-FR" smtClean="0"/>
              <a:t>9</a:t>
            </a:fld>
            <a:endParaRPr lang="fr-FR" dirty="0"/>
          </a:p>
        </p:txBody>
      </p:sp>
    </p:spTree>
    <p:extLst>
      <p:ext uri="{BB962C8B-B14F-4D97-AF65-F5344CB8AC3E}">
        <p14:creationId xmlns:p14="http://schemas.microsoft.com/office/powerpoint/2010/main" val="3262542383"/>
      </p:ext>
    </p:extLst>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ZoneTexte 6">
            <a:extLst>
              <a:ext uri="{FF2B5EF4-FFF2-40B4-BE49-F238E27FC236}">
                <a16:creationId xmlns:a16="http://schemas.microsoft.com/office/drawing/2014/main" id="{03FCF871-ED7D-B17E-FEAB-C79E4EAD211F}"/>
              </a:ext>
            </a:extLst>
          </p:cNvPr>
          <p:cNvSpPr txBox="1"/>
          <p:nvPr/>
        </p:nvSpPr>
        <p:spPr>
          <a:xfrm>
            <a:off x="2941393" y="148762"/>
            <a:ext cx="6097464" cy="584775"/>
          </a:xfrm>
          <a:prstGeom prst="rect">
            <a:avLst/>
          </a:prstGeom>
          <a:noFill/>
        </p:spPr>
        <p:txBody>
          <a:bodyPr wrap="square">
            <a:spAutoFit/>
          </a:bodyPr>
          <a:lstStyle/>
          <a:p>
            <a:pPr algn="ctr"/>
            <a:r>
              <a:rPr lang="fr-FR" sz="3200" b="1" i="0" u="none" strike="noStrike" baseline="0" dirty="0"/>
              <a:t>Diagramme de classe </a:t>
            </a:r>
            <a:endParaRPr lang="fr-FR" sz="3200" dirty="0"/>
          </a:p>
        </p:txBody>
      </p:sp>
      <p:pic>
        <p:nvPicPr>
          <p:cNvPr id="10" name="Image 9">
            <a:extLst>
              <a:ext uri="{FF2B5EF4-FFF2-40B4-BE49-F238E27FC236}">
                <a16:creationId xmlns:a16="http://schemas.microsoft.com/office/drawing/2014/main" id="{C8D5B97B-21F2-8420-0091-C93532AD30EB}"/>
              </a:ext>
            </a:extLst>
          </p:cNvPr>
          <p:cNvPicPr>
            <a:picLocks noChangeAspect="1"/>
          </p:cNvPicPr>
          <p:nvPr/>
        </p:nvPicPr>
        <p:blipFill>
          <a:blip r:embed="rId2"/>
          <a:stretch>
            <a:fillRect/>
          </a:stretch>
        </p:blipFill>
        <p:spPr>
          <a:xfrm>
            <a:off x="867508" y="814453"/>
            <a:ext cx="10245235" cy="5602397"/>
          </a:xfrm>
          <a:prstGeom prst="rect">
            <a:avLst/>
          </a:prstGeom>
        </p:spPr>
      </p:pic>
      <p:sp>
        <p:nvSpPr>
          <p:cNvPr id="6" name="Espace réservé du numéro de diapositive 5">
            <a:extLst>
              <a:ext uri="{FF2B5EF4-FFF2-40B4-BE49-F238E27FC236}">
                <a16:creationId xmlns:a16="http://schemas.microsoft.com/office/drawing/2014/main" id="{2B58BA66-F794-91A2-F147-340312E997D4}"/>
              </a:ext>
            </a:extLst>
          </p:cNvPr>
          <p:cNvSpPr>
            <a:spLocks noGrp="1"/>
          </p:cNvSpPr>
          <p:nvPr>
            <p:ph type="sldNum" sz="quarter" idx="12"/>
          </p:nvPr>
        </p:nvSpPr>
        <p:spPr>
          <a:xfrm>
            <a:off x="0" y="6480175"/>
            <a:ext cx="329619" cy="377825"/>
          </a:xfrm>
        </p:spPr>
        <p:txBody>
          <a:bodyPr/>
          <a:lstStyle/>
          <a:p>
            <a:fld id="{A3401A20-A1E0-4E43-B782-1D8AAEB2FCB1}" type="slidenum">
              <a:rPr lang="fr-FR" smtClean="0"/>
              <a:t>10</a:t>
            </a:fld>
            <a:endParaRPr lang="fr-FR" dirty="0"/>
          </a:p>
        </p:txBody>
      </p:sp>
    </p:spTree>
    <p:extLst>
      <p:ext uri="{BB962C8B-B14F-4D97-AF65-F5344CB8AC3E}">
        <p14:creationId xmlns:p14="http://schemas.microsoft.com/office/powerpoint/2010/main" val="1883891417"/>
      </p:ext>
    </p:extLst>
  </p:cSld>
  <p:clrMapOvr>
    <a:masterClrMapping/>
  </p:clrMapOvr>
  <p:transition spd="slow">
    <p:push/>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a:extLst>
              <a:ext uri="{FF2B5EF4-FFF2-40B4-BE49-F238E27FC236}">
                <a16:creationId xmlns:a16="http://schemas.microsoft.com/office/drawing/2014/main" id="{D386ABCD-1C7E-77E6-0503-380B3FA9B1CB}"/>
              </a:ext>
            </a:extLst>
          </p:cNvPr>
          <p:cNvPicPr>
            <a:picLocks noChangeAspect="1"/>
          </p:cNvPicPr>
          <p:nvPr/>
        </p:nvPicPr>
        <p:blipFill>
          <a:blip r:embed="rId2"/>
          <a:stretch>
            <a:fillRect/>
          </a:stretch>
        </p:blipFill>
        <p:spPr>
          <a:xfrm>
            <a:off x="908905" y="814453"/>
            <a:ext cx="10374189" cy="5688380"/>
          </a:xfrm>
          <a:prstGeom prst="rect">
            <a:avLst/>
          </a:prstGeom>
        </p:spPr>
      </p:pic>
      <p:sp>
        <p:nvSpPr>
          <p:cNvPr id="6" name="ZoneTexte 5">
            <a:extLst>
              <a:ext uri="{FF2B5EF4-FFF2-40B4-BE49-F238E27FC236}">
                <a16:creationId xmlns:a16="http://schemas.microsoft.com/office/drawing/2014/main" id="{CF048CBE-BA33-F033-9825-CBD295F637B9}"/>
              </a:ext>
            </a:extLst>
          </p:cNvPr>
          <p:cNvSpPr txBox="1"/>
          <p:nvPr/>
        </p:nvSpPr>
        <p:spPr>
          <a:xfrm>
            <a:off x="3047267" y="159340"/>
            <a:ext cx="6097464" cy="584775"/>
          </a:xfrm>
          <a:prstGeom prst="rect">
            <a:avLst/>
          </a:prstGeom>
          <a:noFill/>
        </p:spPr>
        <p:txBody>
          <a:bodyPr wrap="square">
            <a:spAutoFit/>
          </a:bodyPr>
          <a:lstStyle/>
          <a:p>
            <a:pPr algn="ctr"/>
            <a:r>
              <a:rPr lang="fr-FR" sz="3200" b="1" i="0" u="none" strike="noStrike" baseline="0" dirty="0"/>
              <a:t>Diagramme de </a:t>
            </a:r>
            <a:r>
              <a:rPr lang="fr-FR" sz="3200" b="1" dirty="0"/>
              <a:t>cas d’utilisation</a:t>
            </a:r>
            <a:r>
              <a:rPr lang="fr-FR" sz="3200" b="1" i="0" u="none" strike="noStrike" baseline="0" dirty="0"/>
              <a:t> </a:t>
            </a:r>
            <a:endParaRPr lang="fr-FR" sz="3200" dirty="0"/>
          </a:p>
        </p:txBody>
      </p:sp>
      <p:sp>
        <p:nvSpPr>
          <p:cNvPr id="8" name="Espace réservé du numéro de diapositive 7">
            <a:extLst>
              <a:ext uri="{FF2B5EF4-FFF2-40B4-BE49-F238E27FC236}">
                <a16:creationId xmlns:a16="http://schemas.microsoft.com/office/drawing/2014/main" id="{ABB05C9C-848B-C205-15B3-11D0EB46CEB7}"/>
              </a:ext>
            </a:extLst>
          </p:cNvPr>
          <p:cNvSpPr>
            <a:spLocks noGrp="1"/>
          </p:cNvSpPr>
          <p:nvPr>
            <p:ph type="sldNum" sz="quarter" idx="12"/>
          </p:nvPr>
        </p:nvSpPr>
        <p:spPr>
          <a:xfrm>
            <a:off x="0" y="6480175"/>
            <a:ext cx="320288" cy="377825"/>
          </a:xfrm>
        </p:spPr>
        <p:txBody>
          <a:bodyPr/>
          <a:lstStyle/>
          <a:p>
            <a:fld id="{A3401A20-A1E0-4E43-B782-1D8AAEB2FCB1}" type="slidenum">
              <a:rPr lang="fr-FR" smtClean="0"/>
              <a:t>11</a:t>
            </a:fld>
            <a:endParaRPr lang="fr-FR" dirty="0"/>
          </a:p>
        </p:txBody>
      </p:sp>
    </p:spTree>
    <p:extLst>
      <p:ext uri="{BB962C8B-B14F-4D97-AF65-F5344CB8AC3E}">
        <p14:creationId xmlns:p14="http://schemas.microsoft.com/office/powerpoint/2010/main" val="252278501"/>
      </p:ext>
    </p:extLst>
  </p:cSld>
  <p:clrMapOvr>
    <a:masterClrMapping/>
  </p:clrMapOvr>
  <p:transition spd="slow">
    <p:push/>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CB02622D-538A-A6B7-B70C-4EC980FD545F}"/>
              </a:ext>
            </a:extLst>
          </p:cNvPr>
          <p:cNvSpPr txBox="1"/>
          <p:nvPr/>
        </p:nvSpPr>
        <p:spPr>
          <a:xfrm>
            <a:off x="2892670" y="173605"/>
            <a:ext cx="6097464" cy="584775"/>
          </a:xfrm>
          <a:prstGeom prst="rect">
            <a:avLst/>
          </a:prstGeom>
          <a:noFill/>
        </p:spPr>
        <p:txBody>
          <a:bodyPr wrap="square">
            <a:spAutoFit/>
          </a:bodyPr>
          <a:lstStyle/>
          <a:p>
            <a:pPr algn="ctr"/>
            <a:r>
              <a:rPr lang="fr-FR" sz="3200" b="1" i="0" u="none" strike="noStrike" baseline="0" dirty="0"/>
              <a:t>Diagrammes de </a:t>
            </a:r>
            <a:r>
              <a:rPr lang="fr-FR" sz="3200" b="1" dirty="0"/>
              <a:t>séquences</a:t>
            </a:r>
            <a:endParaRPr lang="fr-FR" sz="3200" dirty="0"/>
          </a:p>
        </p:txBody>
      </p:sp>
      <p:pic>
        <p:nvPicPr>
          <p:cNvPr id="5" name="Image 4">
            <a:extLst>
              <a:ext uri="{FF2B5EF4-FFF2-40B4-BE49-F238E27FC236}">
                <a16:creationId xmlns:a16="http://schemas.microsoft.com/office/drawing/2014/main" id="{B37E7D95-70AE-BC17-6A3E-0C6ADEF58322}"/>
              </a:ext>
            </a:extLst>
          </p:cNvPr>
          <p:cNvPicPr>
            <a:picLocks noChangeAspect="1"/>
          </p:cNvPicPr>
          <p:nvPr/>
        </p:nvPicPr>
        <p:blipFill>
          <a:blip r:embed="rId2"/>
          <a:stretch>
            <a:fillRect/>
          </a:stretch>
        </p:blipFill>
        <p:spPr>
          <a:xfrm>
            <a:off x="307731" y="814452"/>
            <a:ext cx="5451230" cy="5577555"/>
          </a:xfrm>
          <a:prstGeom prst="rect">
            <a:avLst/>
          </a:prstGeom>
        </p:spPr>
      </p:pic>
      <p:pic>
        <p:nvPicPr>
          <p:cNvPr id="6" name="Image 5">
            <a:extLst>
              <a:ext uri="{FF2B5EF4-FFF2-40B4-BE49-F238E27FC236}">
                <a16:creationId xmlns:a16="http://schemas.microsoft.com/office/drawing/2014/main" id="{8A977EF3-819E-76E0-5AD8-25C9B48A80CE}"/>
              </a:ext>
            </a:extLst>
          </p:cNvPr>
          <p:cNvPicPr>
            <a:picLocks noChangeAspect="1"/>
          </p:cNvPicPr>
          <p:nvPr/>
        </p:nvPicPr>
        <p:blipFill>
          <a:blip r:embed="rId3"/>
          <a:stretch>
            <a:fillRect/>
          </a:stretch>
        </p:blipFill>
        <p:spPr>
          <a:xfrm>
            <a:off x="6096000" y="814452"/>
            <a:ext cx="5788269" cy="5577555"/>
          </a:xfrm>
          <a:prstGeom prst="rect">
            <a:avLst/>
          </a:prstGeom>
        </p:spPr>
      </p:pic>
      <p:sp>
        <p:nvSpPr>
          <p:cNvPr id="9" name="Espace réservé du numéro de diapositive 8">
            <a:extLst>
              <a:ext uri="{FF2B5EF4-FFF2-40B4-BE49-F238E27FC236}">
                <a16:creationId xmlns:a16="http://schemas.microsoft.com/office/drawing/2014/main" id="{2D4FCE68-64FD-66CE-EFC3-47DC0B2ECB1F}"/>
              </a:ext>
            </a:extLst>
          </p:cNvPr>
          <p:cNvSpPr>
            <a:spLocks noGrp="1"/>
          </p:cNvSpPr>
          <p:nvPr>
            <p:ph type="sldNum" sz="quarter" idx="12"/>
          </p:nvPr>
        </p:nvSpPr>
        <p:spPr>
          <a:xfrm>
            <a:off x="0" y="6480175"/>
            <a:ext cx="335515" cy="377825"/>
          </a:xfrm>
        </p:spPr>
        <p:txBody>
          <a:bodyPr/>
          <a:lstStyle/>
          <a:p>
            <a:fld id="{A3401A20-A1E0-4E43-B782-1D8AAEB2FCB1}" type="slidenum">
              <a:rPr lang="fr-FR" smtClean="0"/>
              <a:t>12</a:t>
            </a:fld>
            <a:endParaRPr lang="fr-FR" dirty="0"/>
          </a:p>
        </p:txBody>
      </p:sp>
    </p:spTree>
    <p:extLst>
      <p:ext uri="{BB962C8B-B14F-4D97-AF65-F5344CB8AC3E}">
        <p14:creationId xmlns:p14="http://schemas.microsoft.com/office/powerpoint/2010/main" val="1870417837"/>
      </p:ext>
    </p:extLst>
  </p:cSld>
  <p:clrMapOvr>
    <a:masterClrMapping/>
  </p:clrMapOvr>
  <p:transition spd="slow">
    <p:push/>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DF6C17E8-CFB6-F7DB-0A89-26636D898EA7}"/>
              </a:ext>
            </a:extLst>
          </p:cNvPr>
          <p:cNvSpPr/>
          <p:nvPr/>
        </p:nvSpPr>
        <p:spPr>
          <a:xfrm>
            <a:off x="1793650" y="2871132"/>
            <a:ext cx="8321879" cy="1115736"/>
          </a:xfrm>
          <a:prstGeom prst="roundRect">
            <a:avLst>
              <a:gd name="adj" fmla="val 41101"/>
            </a:avLst>
          </a:prstGeom>
          <a:solidFill>
            <a:srgbClr val="0070C0"/>
          </a:solidFill>
          <a:effectLst>
            <a:outerShdw blurRad="57150" dist="19050" dir="5400000" algn="ctr" rotWithShape="0">
              <a:srgbClr val="000000">
                <a:alpha val="63000"/>
              </a:srgbClr>
            </a:outerShdw>
            <a:softEdge rad="63500"/>
          </a:effectLst>
        </p:spPr>
        <p:style>
          <a:lnRef idx="0">
            <a:schemeClr val="dk1"/>
          </a:lnRef>
          <a:fillRef idx="3">
            <a:schemeClr val="dk1"/>
          </a:fillRef>
          <a:effectRef idx="3">
            <a:schemeClr val="dk1"/>
          </a:effectRef>
          <a:fontRef idx="minor">
            <a:schemeClr val="lt1"/>
          </a:fontRef>
        </p:style>
        <p:txBody>
          <a:bodyPr rtlCol="0" anchor="ctr"/>
          <a:lstStyle/>
          <a:p>
            <a:pPr algn="ctr"/>
            <a:r>
              <a:rPr lang="en-US" altLang="ko-KR" sz="3200" b="1" dirty="0" err="1">
                <a:solidFill>
                  <a:schemeClr val="tx1"/>
                </a:solidFill>
                <a:cs typeface="Arial" pitchFamily="34" charset="0"/>
              </a:rPr>
              <a:t>Réalisation</a:t>
            </a:r>
            <a:r>
              <a:rPr lang="en-US" altLang="ko-KR" sz="3200" b="1" dirty="0">
                <a:solidFill>
                  <a:schemeClr val="tx1"/>
                </a:solidFill>
                <a:cs typeface="Arial" pitchFamily="34" charset="0"/>
              </a:rPr>
              <a:t> du </a:t>
            </a:r>
            <a:r>
              <a:rPr lang="en-US" altLang="ko-KR" sz="3200" b="1" dirty="0" err="1">
                <a:solidFill>
                  <a:schemeClr val="tx1"/>
                </a:solidFill>
                <a:cs typeface="Arial" pitchFamily="34" charset="0"/>
              </a:rPr>
              <a:t>projet</a:t>
            </a:r>
            <a:endParaRPr lang="en-US" altLang="ko-KR" sz="3200" b="1" dirty="0">
              <a:solidFill>
                <a:schemeClr val="tx1"/>
              </a:solidFill>
              <a:cs typeface="Arial" pitchFamily="34" charset="0"/>
            </a:endParaRPr>
          </a:p>
        </p:txBody>
      </p:sp>
      <p:pic>
        <p:nvPicPr>
          <p:cNvPr id="16" name="Graphique 15" descr="Conception Web">
            <a:extLst>
              <a:ext uri="{FF2B5EF4-FFF2-40B4-BE49-F238E27FC236}">
                <a16:creationId xmlns:a16="http://schemas.microsoft.com/office/drawing/2014/main" id="{6B8EC66E-F01E-AFC7-875F-8C83E01BDB2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385646" y="2971800"/>
            <a:ext cx="914400" cy="914400"/>
          </a:xfrm>
          <a:prstGeom prst="rect">
            <a:avLst/>
          </a:prstGeom>
        </p:spPr>
      </p:pic>
    </p:spTree>
    <p:extLst>
      <p:ext uri="{BB962C8B-B14F-4D97-AF65-F5344CB8AC3E}">
        <p14:creationId xmlns:p14="http://schemas.microsoft.com/office/powerpoint/2010/main" val="3637727462"/>
      </p:ext>
    </p:extLst>
  </p:cSld>
  <p:clrMapOvr>
    <a:masterClrMapping/>
  </p:clrMapOvr>
  <p:transition spd="slow">
    <p:push di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descr="Koha : un système intégré de gestion de bibliothèque sous licence libre |  Solutions inLibro inc.">
            <a:extLst>
              <a:ext uri="{FF2B5EF4-FFF2-40B4-BE49-F238E27FC236}">
                <a16:creationId xmlns:a16="http://schemas.microsoft.com/office/drawing/2014/main" id="{5FFD7227-803E-78E9-A40E-D59217669F9D}"/>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06973" y="2542860"/>
            <a:ext cx="4077698" cy="1859725"/>
          </a:xfrm>
          <a:prstGeom prst="roundRect">
            <a:avLst>
              <a:gd name="adj" fmla="val 8594"/>
            </a:avLst>
          </a:prstGeom>
          <a:solidFill>
            <a:srgbClr val="FFFFFF">
              <a:shade val="85000"/>
            </a:srgbClr>
          </a:solidFill>
          <a:ln>
            <a:noFill/>
          </a:ln>
          <a:effectLst>
            <a:glow rad="228600">
              <a:schemeClr val="accent2">
                <a:satMod val="175000"/>
                <a:alpha val="40000"/>
              </a:schemeClr>
            </a:glow>
            <a:outerShdw blurRad="190500" dist="228600" dir="2700000" algn="ctr">
              <a:srgbClr val="000000">
                <a:alpha val="30000"/>
              </a:srgbClr>
            </a:outerShdw>
            <a:reflection stA="42000" endPos="16000" dir="5400000" sy="-100000" algn="bl" rotWithShape="0"/>
          </a:effectLst>
          <a:scene3d>
            <a:camera prst="orthographicFront">
              <a:rot lat="0" lon="0" rev="0"/>
            </a:camera>
            <a:lightRig rig="glow" dir="t">
              <a:rot lat="0" lon="0" rev="4800000"/>
            </a:lightRig>
          </a:scene3d>
          <a:sp3d prstMaterial="matte"/>
        </p:spPr>
      </p:pic>
      <p:pic>
        <p:nvPicPr>
          <p:cNvPr id="5" name="Image 4" descr="Orange HTML icon (png logo symbol)">
            <a:extLst>
              <a:ext uri="{FF2B5EF4-FFF2-40B4-BE49-F238E27FC236}">
                <a16:creationId xmlns:a16="http://schemas.microsoft.com/office/drawing/2014/main" id="{E6F93AF0-F56E-CB9B-A529-7BD2303FC8B4}"/>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53561" y="583327"/>
            <a:ext cx="1440180" cy="1440180"/>
          </a:xfrm>
          <a:prstGeom prst="roundRect">
            <a:avLst>
              <a:gd name="adj" fmla="val 8594"/>
            </a:avLst>
          </a:prstGeom>
          <a:solidFill>
            <a:srgbClr val="FFFFFF">
              <a:shade val="85000"/>
            </a:srgbClr>
          </a:solidFill>
          <a:ln>
            <a:noFill/>
          </a:ln>
          <a:effectLst>
            <a:glow rad="228600">
              <a:schemeClr val="accent2">
                <a:satMod val="175000"/>
                <a:alpha val="40000"/>
              </a:schemeClr>
            </a:glow>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p:spPr>
      </p:pic>
      <p:pic>
        <p:nvPicPr>
          <p:cNvPr id="6" name="Image 5" descr="Css3 icon - Free download on Iconfinder">
            <a:extLst>
              <a:ext uri="{FF2B5EF4-FFF2-40B4-BE49-F238E27FC236}">
                <a16:creationId xmlns:a16="http://schemas.microsoft.com/office/drawing/2014/main" id="{88262432-BB44-D3AD-EC84-F2577DB8464B}"/>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80232" y="2779301"/>
            <a:ext cx="1386840" cy="1386840"/>
          </a:xfrm>
          <a:prstGeom prst="roundRect">
            <a:avLst>
              <a:gd name="adj" fmla="val 8594"/>
            </a:avLst>
          </a:prstGeom>
          <a:solidFill>
            <a:srgbClr val="FFFFFF">
              <a:shade val="85000"/>
            </a:srgbClr>
          </a:solidFill>
          <a:ln>
            <a:noFill/>
          </a:ln>
          <a:effectLst>
            <a:glow rad="228600">
              <a:schemeClr val="accent2">
                <a:satMod val="175000"/>
                <a:alpha val="40000"/>
              </a:schemeClr>
            </a:glow>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p:spPr>
      </p:pic>
      <p:pic>
        <p:nvPicPr>
          <p:cNvPr id="7" name="Image 6" descr="JavaScript Logo, symbol, meaning, history, PNG, brand">
            <a:extLst>
              <a:ext uri="{FF2B5EF4-FFF2-40B4-BE49-F238E27FC236}">
                <a16:creationId xmlns:a16="http://schemas.microsoft.com/office/drawing/2014/main" id="{FDD5C223-4C4F-BF2D-917D-D8048352E9A8}"/>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l="20061" t="-1667" r="20063" b="1"/>
          <a:stretch/>
        </p:blipFill>
        <p:spPr bwMode="auto">
          <a:xfrm>
            <a:off x="880231" y="4834493"/>
            <a:ext cx="1386841" cy="1355725"/>
          </a:xfrm>
          <a:prstGeom prst="roundRect">
            <a:avLst>
              <a:gd name="adj" fmla="val 8594"/>
            </a:avLst>
          </a:prstGeom>
          <a:solidFill>
            <a:srgbClr val="FFFFFF">
              <a:shade val="85000"/>
            </a:srgbClr>
          </a:solidFill>
          <a:ln>
            <a:noFill/>
          </a:ln>
          <a:effectLst>
            <a:glow rad="228600">
              <a:schemeClr val="accent2">
                <a:satMod val="175000"/>
                <a:alpha val="40000"/>
              </a:schemeClr>
            </a:glow>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p:spPr>
      </p:pic>
      <p:pic>
        <p:nvPicPr>
          <p:cNvPr id="8" name="Image 7" descr="Ubuntu Logo, symbol, meaning, history, PNG, brand">
            <a:extLst>
              <a:ext uri="{FF2B5EF4-FFF2-40B4-BE49-F238E27FC236}">
                <a16:creationId xmlns:a16="http://schemas.microsoft.com/office/drawing/2014/main" id="{3C9DB3D0-52D2-087C-AA72-58D9E4D51BBA}"/>
              </a:ext>
            </a:extLst>
          </p:cNvPr>
          <p:cNvPicPr>
            <a:picLocks noChangeAspect="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8870605" y="625554"/>
            <a:ext cx="2409841" cy="1355725"/>
          </a:xfrm>
          <a:prstGeom prst="roundRect">
            <a:avLst>
              <a:gd name="adj" fmla="val 8594"/>
            </a:avLst>
          </a:prstGeom>
          <a:solidFill>
            <a:srgbClr val="FFFFFF">
              <a:shade val="85000"/>
            </a:srgbClr>
          </a:solidFill>
          <a:ln>
            <a:noFill/>
          </a:ln>
          <a:effectLst>
            <a:glow rad="139700">
              <a:schemeClr val="accent2">
                <a:satMod val="175000"/>
                <a:alpha val="40000"/>
              </a:schemeClr>
            </a:glow>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p:spPr>
      </p:pic>
      <p:pic>
        <p:nvPicPr>
          <p:cNvPr id="9" name="Image 8">
            <a:extLst>
              <a:ext uri="{FF2B5EF4-FFF2-40B4-BE49-F238E27FC236}">
                <a16:creationId xmlns:a16="http://schemas.microsoft.com/office/drawing/2014/main" id="{A9CACEDE-6921-BAF1-1868-B3A6491ECB28}"/>
              </a:ext>
            </a:extLst>
          </p:cNvPr>
          <p:cNvPicPr>
            <a:picLocks noChangeAspect="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8933250" y="4760508"/>
            <a:ext cx="2409841" cy="1429710"/>
          </a:xfrm>
          <a:prstGeom prst="roundRect">
            <a:avLst>
              <a:gd name="adj" fmla="val 8594"/>
            </a:avLst>
          </a:prstGeom>
          <a:solidFill>
            <a:srgbClr val="FFFFFF">
              <a:shade val="85000"/>
            </a:srgbClr>
          </a:solidFill>
          <a:ln>
            <a:noFill/>
          </a:ln>
          <a:effectLst>
            <a:glow rad="228600">
              <a:schemeClr val="accent2">
                <a:satMod val="175000"/>
                <a:alpha val="40000"/>
              </a:schemeClr>
            </a:glow>
            <a:outerShdw blurRad="190500" dist="228600" dir="2700000" algn="ctr">
              <a:srgbClr val="000000">
                <a:alpha val="30000"/>
              </a:srgbClr>
            </a:outerShdw>
            <a:reflection blurRad="12700" stA="38000" endPos="28000" dist="5000" dir="5400000" sy="-100000" algn="bl" rotWithShape="0"/>
          </a:effectLst>
          <a:scene3d>
            <a:camera prst="orthographicFront">
              <a:rot lat="0" lon="0" rev="0"/>
            </a:camera>
            <a:lightRig rig="glow" dir="t">
              <a:rot lat="0" lon="0" rev="4800000"/>
            </a:lightRig>
          </a:scene3d>
          <a:sp3d prstMaterial="matte"/>
        </p:spPr>
      </p:pic>
      <p:pic>
        <p:nvPicPr>
          <p:cNvPr id="10" name="Image 9" descr="MySQL — Wikipédia">
            <a:extLst>
              <a:ext uri="{FF2B5EF4-FFF2-40B4-BE49-F238E27FC236}">
                <a16:creationId xmlns:a16="http://schemas.microsoft.com/office/drawing/2014/main" id="{915D80CC-F7BC-5270-6DF2-B4F709F7E221}"/>
              </a:ext>
            </a:extLst>
          </p:cNvPr>
          <p:cNvPicPr>
            <a:picLocks noChangeAspect="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8933250" y="2745454"/>
            <a:ext cx="2347196" cy="1386839"/>
          </a:xfrm>
          <a:prstGeom prst="roundRect">
            <a:avLst>
              <a:gd name="adj" fmla="val 8594"/>
            </a:avLst>
          </a:prstGeom>
          <a:solidFill>
            <a:srgbClr val="FFFFFF">
              <a:shade val="85000"/>
            </a:srgbClr>
          </a:solidFill>
          <a:ln>
            <a:noFill/>
          </a:ln>
          <a:effectLst>
            <a:glow rad="228600">
              <a:schemeClr val="accent2">
                <a:satMod val="175000"/>
                <a:alpha val="40000"/>
              </a:schemeClr>
            </a:glow>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p:spPr>
      </p:pic>
      <p:sp>
        <p:nvSpPr>
          <p:cNvPr id="2" name="ZoneTexte 1">
            <a:extLst>
              <a:ext uri="{FF2B5EF4-FFF2-40B4-BE49-F238E27FC236}">
                <a16:creationId xmlns:a16="http://schemas.microsoft.com/office/drawing/2014/main" id="{3431421C-27EA-BA95-2259-7C5FCFDD0B36}"/>
              </a:ext>
            </a:extLst>
          </p:cNvPr>
          <p:cNvSpPr txBox="1"/>
          <p:nvPr/>
        </p:nvSpPr>
        <p:spPr>
          <a:xfrm>
            <a:off x="2797090" y="290939"/>
            <a:ext cx="6097464" cy="584775"/>
          </a:xfrm>
          <a:prstGeom prst="rect">
            <a:avLst/>
          </a:prstGeom>
          <a:noFill/>
        </p:spPr>
        <p:txBody>
          <a:bodyPr wrap="square">
            <a:spAutoFit/>
          </a:bodyPr>
          <a:lstStyle/>
          <a:p>
            <a:pPr algn="ctr"/>
            <a:r>
              <a:rPr lang="fr-FR" sz="3200" b="1" dirty="0"/>
              <a:t>Outils de développement</a:t>
            </a:r>
            <a:endParaRPr lang="fr-FR" sz="3200" dirty="0"/>
          </a:p>
        </p:txBody>
      </p:sp>
      <p:sp>
        <p:nvSpPr>
          <p:cNvPr id="14" name="Espace réservé du numéro de diapositive 13">
            <a:extLst>
              <a:ext uri="{FF2B5EF4-FFF2-40B4-BE49-F238E27FC236}">
                <a16:creationId xmlns:a16="http://schemas.microsoft.com/office/drawing/2014/main" id="{F733A423-352D-E238-D454-3BAF20894D15}"/>
              </a:ext>
            </a:extLst>
          </p:cNvPr>
          <p:cNvSpPr>
            <a:spLocks noGrp="1"/>
          </p:cNvSpPr>
          <p:nvPr>
            <p:ph type="sldNum" sz="quarter" idx="12"/>
          </p:nvPr>
        </p:nvSpPr>
        <p:spPr>
          <a:xfrm>
            <a:off x="0" y="6480175"/>
            <a:ext cx="336563" cy="377825"/>
          </a:xfrm>
        </p:spPr>
        <p:txBody>
          <a:bodyPr/>
          <a:lstStyle/>
          <a:p>
            <a:fld id="{A3401A20-A1E0-4E43-B782-1D8AAEB2FCB1}" type="slidenum">
              <a:rPr lang="fr-FR" smtClean="0"/>
              <a:t>14</a:t>
            </a:fld>
            <a:endParaRPr lang="fr-FR" dirty="0"/>
          </a:p>
        </p:txBody>
      </p:sp>
    </p:spTree>
    <p:extLst>
      <p:ext uri="{BB962C8B-B14F-4D97-AF65-F5344CB8AC3E}">
        <p14:creationId xmlns:p14="http://schemas.microsoft.com/office/powerpoint/2010/main" val="2752990062"/>
      </p:ext>
    </p:extLst>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ZoneTexte 6">
            <a:extLst>
              <a:ext uri="{FF2B5EF4-FFF2-40B4-BE49-F238E27FC236}">
                <a16:creationId xmlns:a16="http://schemas.microsoft.com/office/drawing/2014/main" id="{C8A8E919-DC9F-50D9-4D9A-E9C30B50F5C4}"/>
              </a:ext>
            </a:extLst>
          </p:cNvPr>
          <p:cNvSpPr txBox="1"/>
          <p:nvPr/>
        </p:nvSpPr>
        <p:spPr>
          <a:xfrm>
            <a:off x="2601057" y="386861"/>
            <a:ext cx="6567854" cy="584775"/>
          </a:xfrm>
          <a:prstGeom prst="rect">
            <a:avLst/>
          </a:prstGeom>
          <a:noFill/>
        </p:spPr>
        <p:txBody>
          <a:bodyPr wrap="square" rtlCol="0">
            <a:spAutoFit/>
          </a:bodyPr>
          <a:lstStyle/>
          <a:p>
            <a:pPr algn="ctr"/>
            <a:r>
              <a:rPr lang="fr-FR" sz="3200" b="1" dirty="0"/>
              <a:t>Démonstration du projet</a:t>
            </a:r>
          </a:p>
        </p:txBody>
      </p:sp>
      <p:pic>
        <p:nvPicPr>
          <p:cNvPr id="14" name="Graphique 13" descr="Fenêtre de navigateur">
            <a:extLst>
              <a:ext uri="{FF2B5EF4-FFF2-40B4-BE49-F238E27FC236}">
                <a16:creationId xmlns:a16="http://schemas.microsoft.com/office/drawing/2014/main" id="{0AAC9492-55C8-1B5F-55C5-3B7326A8000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701562" y="1264024"/>
            <a:ext cx="4595811" cy="3826722"/>
          </a:xfrm>
          <a:prstGeom prst="rect">
            <a:avLst/>
          </a:prstGeom>
        </p:spPr>
      </p:pic>
      <p:pic>
        <p:nvPicPr>
          <p:cNvPr id="16" name="Graphique 15" descr="Écran de projection">
            <a:extLst>
              <a:ext uri="{FF2B5EF4-FFF2-40B4-BE49-F238E27FC236}">
                <a16:creationId xmlns:a16="http://schemas.microsoft.com/office/drawing/2014/main" id="{9BBA8C2A-A5FC-65CA-7B56-E3BA1174FD9B}"/>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812073" y="679249"/>
            <a:ext cx="6145823" cy="6145823"/>
          </a:xfrm>
          <a:prstGeom prst="rect">
            <a:avLst/>
          </a:prstGeom>
        </p:spPr>
      </p:pic>
      <p:pic>
        <p:nvPicPr>
          <p:cNvPr id="18" name="Image 17">
            <a:extLst>
              <a:ext uri="{FF2B5EF4-FFF2-40B4-BE49-F238E27FC236}">
                <a16:creationId xmlns:a16="http://schemas.microsoft.com/office/drawing/2014/main" id="{67A43838-4A30-2FDE-0BB3-25739F71335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130919" y="2464626"/>
            <a:ext cx="3508130" cy="1808436"/>
          </a:xfrm>
          <a:prstGeom prst="rect">
            <a:avLst/>
          </a:prstGeom>
        </p:spPr>
      </p:pic>
      <p:pic>
        <p:nvPicPr>
          <p:cNvPr id="20" name="Graphique 19" descr="Fermer">
            <a:extLst>
              <a:ext uri="{FF2B5EF4-FFF2-40B4-BE49-F238E27FC236}">
                <a16:creationId xmlns:a16="http://schemas.microsoft.com/office/drawing/2014/main" id="{444F1E7D-3DB9-9D16-9893-13CDB81D3AA9}"/>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7326361" y="2181590"/>
            <a:ext cx="136842" cy="136842"/>
          </a:xfrm>
          <a:prstGeom prst="rect">
            <a:avLst/>
          </a:prstGeom>
        </p:spPr>
      </p:pic>
      <p:pic>
        <p:nvPicPr>
          <p:cNvPr id="2" name="Image 1">
            <a:extLst>
              <a:ext uri="{FF2B5EF4-FFF2-40B4-BE49-F238E27FC236}">
                <a16:creationId xmlns:a16="http://schemas.microsoft.com/office/drawing/2014/main" id="{7D50A046-7F7A-2238-3F13-BAAB441422C4}"/>
              </a:ext>
            </a:extLst>
          </p:cNvPr>
          <p:cNvPicPr>
            <a:picLocks noChangeAspect="1"/>
          </p:cNvPicPr>
          <p:nvPr/>
        </p:nvPicPr>
        <p:blipFill>
          <a:blip r:embed="rId9"/>
          <a:stretch>
            <a:fillRect/>
          </a:stretch>
        </p:blipFill>
        <p:spPr>
          <a:xfrm>
            <a:off x="6665838" y="2234769"/>
            <a:ext cx="121931" cy="30483"/>
          </a:xfrm>
          <a:prstGeom prst="rect">
            <a:avLst/>
          </a:prstGeom>
        </p:spPr>
      </p:pic>
      <p:sp>
        <p:nvSpPr>
          <p:cNvPr id="3" name="Cadre 2">
            <a:extLst>
              <a:ext uri="{FF2B5EF4-FFF2-40B4-BE49-F238E27FC236}">
                <a16:creationId xmlns:a16="http://schemas.microsoft.com/office/drawing/2014/main" id="{DBEC8448-72E5-A513-58E9-8DE1A537CCD6}"/>
              </a:ext>
            </a:extLst>
          </p:cNvPr>
          <p:cNvSpPr/>
          <p:nvPr/>
        </p:nvSpPr>
        <p:spPr>
          <a:xfrm>
            <a:off x="7015027" y="2213451"/>
            <a:ext cx="84076" cy="73118"/>
          </a:xfrm>
          <a:prstGeom prst="frame">
            <a:avLst>
              <a:gd name="adj1" fmla="val 6049"/>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9" name="Espace réservé du numéro de diapositive 8">
            <a:extLst>
              <a:ext uri="{FF2B5EF4-FFF2-40B4-BE49-F238E27FC236}">
                <a16:creationId xmlns:a16="http://schemas.microsoft.com/office/drawing/2014/main" id="{2D048C84-39AA-65FB-C9B6-2CB09620A3D2}"/>
              </a:ext>
            </a:extLst>
          </p:cNvPr>
          <p:cNvSpPr>
            <a:spLocks noGrp="1"/>
          </p:cNvSpPr>
          <p:nvPr>
            <p:ph type="sldNum" sz="quarter" idx="12"/>
          </p:nvPr>
        </p:nvSpPr>
        <p:spPr>
          <a:xfrm>
            <a:off x="0" y="6480175"/>
            <a:ext cx="320288" cy="377825"/>
          </a:xfrm>
        </p:spPr>
        <p:txBody>
          <a:bodyPr/>
          <a:lstStyle/>
          <a:p>
            <a:fld id="{A3401A20-A1E0-4E43-B782-1D8AAEB2FCB1}" type="slidenum">
              <a:rPr lang="fr-FR" smtClean="0"/>
              <a:t>15</a:t>
            </a:fld>
            <a:endParaRPr lang="fr-FR"/>
          </a:p>
        </p:txBody>
      </p:sp>
    </p:spTree>
    <p:extLst>
      <p:ext uri="{BB962C8B-B14F-4D97-AF65-F5344CB8AC3E}">
        <p14:creationId xmlns:p14="http://schemas.microsoft.com/office/powerpoint/2010/main" val="3914123726"/>
      </p:ext>
    </p:extLst>
  </p:cSld>
  <p:clrMapOvr>
    <a:masterClrMapping/>
  </p:clrMapOvr>
  <p:transition spd="slow">
    <p:push/>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DF6C17E8-CFB6-F7DB-0A89-26636D898EA7}"/>
              </a:ext>
            </a:extLst>
          </p:cNvPr>
          <p:cNvSpPr/>
          <p:nvPr/>
        </p:nvSpPr>
        <p:spPr>
          <a:xfrm>
            <a:off x="1793650" y="2871132"/>
            <a:ext cx="8321879" cy="1115736"/>
          </a:xfrm>
          <a:prstGeom prst="roundRect">
            <a:avLst>
              <a:gd name="adj" fmla="val 41101"/>
            </a:avLst>
          </a:prstGeom>
          <a:solidFill>
            <a:srgbClr val="0070C0"/>
          </a:solidFill>
          <a:effectLst>
            <a:outerShdw blurRad="57150" dist="19050" dir="5400000" algn="ctr" rotWithShape="0">
              <a:srgbClr val="000000">
                <a:alpha val="63000"/>
              </a:srgbClr>
            </a:outerShdw>
            <a:softEdge rad="63500"/>
          </a:effectLst>
        </p:spPr>
        <p:style>
          <a:lnRef idx="0">
            <a:schemeClr val="dk1"/>
          </a:lnRef>
          <a:fillRef idx="3">
            <a:schemeClr val="dk1"/>
          </a:fillRef>
          <a:effectRef idx="3">
            <a:schemeClr val="dk1"/>
          </a:effectRef>
          <a:fontRef idx="minor">
            <a:schemeClr val="lt1"/>
          </a:fontRef>
        </p:style>
        <p:txBody>
          <a:bodyPr rtlCol="0" anchor="ctr"/>
          <a:lstStyle/>
          <a:p>
            <a:pPr algn="ctr"/>
            <a:r>
              <a:rPr lang="en-US" altLang="ko-KR" sz="3200" b="1" dirty="0">
                <a:solidFill>
                  <a:schemeClr val="tx1"/>
                </a:solidFill>
                <a:cs typeface="Arial" pitchFamily="34" charset="0"/>
              </a:rPr>
              <a:t>Conclusion &amp; Perspectives</a:t>
            </a:r>
          </a:p>
        </p:txBody>
      </p:sp>
      <p:pic>
        <p:nvPicPr>
          <p:cNvPr id="3" name="Graphique 2" descr="Ampoule">
            <a:extLst>
              <a:ext uri="{FF2B5EF4-FFF2-40B4-BE49-F238E27FC236}">
                <a16:creationId xmlns:a16="http://schemas.microsoft.com/office/drawing/2014/main" id="{E6FBCF5A-D2FC-3C84-B546-1A29228DF33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251787" y="2971800"/>
            <a:ext cx="914400" cy="914400"/>
          </a:xfrm>
          <a:prstGeom prst="rect">
            <a:avLst/>
          </a:prstGeom>
        </p:spPr>
      </p:pic>
    </p:spTree>
    <p:extLst>
      <p:ext uri="{BB962C8B-B14F-4D97-AF65-F5344CB8AC3E}">
        <p14:creationId xmlns:p14="http://schemas.microsoft.com/office/powerpoint/2010/main" val="2682311587"/>
      </p:ext>
    </p:extLst>
  </p:cSld>
  <p:clrMapOvr>
    <a:masterClrMapping/>
  </p:clrMapOvr>
  <p:transition spd="slow">
    <p:push dir="u"/>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ZoneTexte 6">
            <a:extLst>
              <a:ext uri="{FF2B5EF4-FFF2-40B4-BE49-F238E27FC236}">
                <a16:creationId xmlns:a16="http://schemas.microsoft.com/office/drawing/2014/main" id="{C3CDFB0A-4292-A4EC-67E6-8D5A18C29283}"/>
              </a:ext>
            </a:extLst>
          </p:cNvPr>
          <p:cNvSpPr txBox="1"/>
          <p:nvPr/>
        </p:nvSpPr>
        <p:spPr>
          <a:xfrm>
            <a:off x="2459282" y="307703"/>
            <a:ext cx="7273436" cy="584775"/>
          </a:xfrm>
          <a:prstGeom prst="rect">
            <a:avLst/>
          </a:prstGeom>
          <a:noFill/>
        </p:spPr>
        <p:txBody>
          <a:bodyPr wrap="square">
            <a:spAutoFit/>
          </a:bodyPr>
          <a:lstStyle/>
          <a:p>
            <a:pPr algn="ctr"/>
            <a:r>
              <a:rPr lang="fr-FR" sz="3200" b="1" dirty="0"/>
              <a:t>Synthèse des résultats et apprentissages</a:t>
            </a:r>
          </a:p>
        </p:txBody>
      </p:sp>
      <p:sp>
        <p:nvSpPr>
          <p:cNvPr id="12" name="Rectangle : coins arrondis 11">
            <a:extLst>
              <a:ext uri="{FF2B5EF4-FFF2-40B4-BE49-F238E27FC236}">
                <a16:creationId xmlns:a16="http://schemas.microsoft.com/office/drawing/2014/main" id="{A2013F55-83EF-902A-B1F2-320CED828408}"/>
              </a:ext>
            </a:extLst>
          </p:cNvPr>
          <p:cNvSpPr/>
          <p:nvPr/>
        </p:nvSpPr>
        <p:spPr>
          <a:xfrm>
            <a:off x="3049465" y="2532184"/>
            <a:ext cx="6093069" cy="1793631"/>
          </a:xfrm>
          <a:prstGeom prst="round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solidFill>
                  <a:schemeClr val="tx1"/>
                </a:solidFill>
              </a:rPr>
              <a:t>Récapitulation des principaux résultats obtenus et des enseignements tirés du processus de conception et de développement de la solution web de gestion de la bibliothèque universitaire.</a:t>
            </a:r>
          </a:p>
          <a:p>
            <a:pPr algn="ctr"/>
            <a:endParaRPr lang="fr-FR" dirty="0"/>
          </a:p>
        </p:txBody>
      </p:sp>
      <p:sp>
        <p:nvSpPr>
          <p:cNvPr id="6" name="Espace réservé du numéro de diapositive 5">
            <a:extLst>
              <a:ext uri="{FF2B5EF4-FFF2-40B4-BE49-F238E27FC236}">
                <a16:creationId xmlns:a16="http://schemas.microsoft.com/office/drawing/2014/main" id="{8090FA4E-E508-D552-92DB-955C05BF2760}"/>
              </a:ext>
            </a:extLst>
          </p:cNvPr>
          <p:cNvSpPr>
            <a:spLocks noGrp="1"/>
          </p:cNvSpPr>
          <p:nvPr>
            <p:ph type="sldNum" sz="quarter" idx="12"/>
          </p:nvPr>
        </p:nvSpPr>
        <p:spPr>
          <a:xfrm>
            <a:off x="0" y="6480175"/>
            <a:ext cx="329619" cy="377825"/>
          </a:xfrm>
        </p:spPr>
        <p:txBody>
          <a:bodyPr/>
          <a:lstStyle/>
          <a:p>
            <a:fld id="{A3401A20-A1E0-4E43-B782-1D8AAEB2FCB1}" type="slidenum">
              <a:rPr lang="fr-FR" smtClean="0"/>
              <a:t>17</a:t>
            </a:fld>
            <a:endParaRPr lang="fr-FR"/>
          </a:p>
        </p:txBody>
      </p:sp>
    </p:spTree>
    <p:extLst>
      <p:ext uri="{BB962C8B-B14F-4D97-AF65-F5344CB8AC3E}">
        <p14:creationId xmlns:p14="http://schemas.microsoft.com/office/powerpoint/2010/main" val="2905178073"/>
      </p:ext>
    </p:extLst>
  </p:cSld>
  <p:clrMapOvr>
    <a:masterClrMapping/>
  </p:clrMapOvr>
  <p:transition spd="slow">
    <p:push/>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ZoneTexte 15">
            <a:extLst>
              <a:ext uri="{FF2B5EF4-FFF2-40B4-BE49-F238E27FC236}">
                <a16:creationId xmlns:a16="http://schemas.microsoft.com/office/drawing/2014/main" id="{9317E754-D0A1-063E-552B-85D676B08248}"/>
              </a:ext>
            </a:extLst>
          </p:cNvPr>
          <p:cNvSpPr txBox="1"/>
          <p:nvPr/>
        </p:nvSpPr>
        <p:spPr>
          <a:xfrm>
            <a:off x="3047268" y="303515"/>
            <a:ext cx="6097464" cy="584775"/>
          </a:xfrm>
          <a:prstGeom prst="rect">
            <a:avLst/>
          </a:prstGeom>
          <a:noFill/>
        </p:spPr>
        <p:txBody>
          <a:bodyPr wrap="square">
            <a:spAutoFit/>
          </a:bodyPr>
          <a:lstStyle/>
          <a:p>
            <a:pPr algn="ctr"/>
            <a:r>
              <a:rPr lang="fr-FR" sz="3200" b="1" dirty="0"/>
              <a:t>Perspectives d'amélioration</a:t>
            </a:r>
          </a:p>
        </p:txBody>
      </p:sp>
      <p:sp>
        <p:nvSpPr>
          <p:cNvPr id="17" name="Rectangle: Rounded Corners 15">
            <a:extLst>
              <a:ext uri="{FF2B5EF4-FFF2-40B4-BE49-F238E27FC236}">
                <a16:creationId xmlns:a16="http://schemas.microsoft.com/office/drawing/2014/main" id="{BE2FCD64-8E63-D158-97B3-CA4B22827050}"/>
              </a:ext>
            </a:extLst>
          </p:cNvPr>
          <p:cNvSpPr/>
          <p:nvPr/>
        </p:nvSpPr>
        <p:spPr>
          <a:xfrm>
            <a:off x="1288529" y="2357200"/>
            <a:ext cx="2340784" cy="3363016"/>
          </a:xfrm>
          <a:prstGeom prst="roundRect">
            <a:avLst>
              <a:gd name="adj" fmla="val 3805"/>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Rounded Corners 15">
            <a:extLst>
              <a:ext uri="{FF2B5EF4-FFF2-40B4-BE49-F238E27FC236}">
                <a16:creationId xmlns:a16="http://schemas.microsoft.com/office/drawing/2014/main" id="{E198EA36-2491-E1A7-CFF8-5CA6018CEBD4}"/>
              </a:ext>
            </a:extLst>
          </p:cNvPr>
          <p:cNvSpPr/>
          <p:nvPr/>
        </p:nvSpPr>
        <p:spPr>
          <a:xfrm>
            <a:off x="4923299" y="2364681"/>
            <a:ext cx="2340784" cy="3363016"/>
          </a:xfrm>
          <a:prstGeom prst="roundRect">
            <a:avLst>
              <a:gd name="adj" fmla="val 3805"/>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Rounded Corners 15">
            <a:extLst>
              <a:ext uri="{FF2B5EF4-FFF2-40B4-BE49-F238E27FC236}">
                <a16:creationId xmlns:a16="http://schemas.microsoft.com/office/drawing/2014/main" id="{DA33A5CD-494C-9A95-2270-B6586D284002}"/>
              </a:ext>
            </a:extLst>
          </p:cNvPr>
          <p:cNvSpPr/>
          <p:nvPr/>
        </p:nvSpPr>
        <p:spPr>
          <a:xfrm>
            <a:off x="8649846" y="2357200"/>
            <a:ext cx="2340784" cy="3363016"/>
          </a:xfrm>
          <a:prstGeom prst="roundRect">
            <a:avLst>
              <a:gd name="adj" fmla="val 3805"/>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0" name="Group 19">
            <a:extLst>
              <a:ext uri="{FF2B5EF4-FFF2-40B4-BE49-F238E27FC236}">
                <a16:creationId xmlns:a16="http://schemas.microsoft.com/office/drawing/2014/main" id="{CF57AADB-CE48-FCA4-5B0E-0EC23CCF73D4}"/>
              </a:ext>
            </a:extLst>
          </p:cNvPr>
          <p:cNvGrpSpPr/>
          <p:nvPr/>
        </p:nvGrpSpPr>
        <p:grpSpPr>
          <a:xfrm>
            <a:off x="1399397" y="3539461"/>
            <a:ext cx="2119047" cy="1924620"/>
            <a:chOff x="1114004" y="1808772"/>
            <a:chExt cx="2119047" cy="2177480"/>
          </a:xfrm>
        </p:grpSpPr>
        <p:sp>
          <p:nvSpPr>
            <p:cNvPr id="22" name="TextBox 12">
              <a:extLst>
                <a:ext uri="{FF2B5EF4-FFF2-40B4-BE49-F238E27FC236}">
                  <a16:creationId xmlns:a16="http://schemas.microsoft.com/office/drawing/2014/main" id="{D6BFB177-E582-FEF2-C660-2AF13BB80510}"/>
                </a:ext>
              </a:extLst>
            </p:cNvPr>
            <p:cNvSpPr txBox="1"/>
            <p:nvPr/>
          </p:nvSpPr>
          <p:spPr>
            <a:xfrm>
              <a:off x="1114004" y="2429647"/>
              <a:ext cx="2119047" cy="1556605"/>
            </a:xfrm>
            <a:prstGeom prst="rect">
              <a:avLst/>
            </a:prstGeom>
            <a:noFill/>
          </p:spPr>
          <p:txBody>
            <a:bodyPr wrap="square" rtlCol="0">
              <a:spAutoFit/>
            </a:bodyPr>
            <a:lstStyle/>
            <a:p>
              <a:r>
                <a:rPr lang="fr-FR" altLang="ko-KR" sz="1200" dirty="0">
                  <a:cs typeface="Arial" pitchFamily="34" charset="0"/>
                </a:rPr>
                <a:t>Expansion des capacités numériques de la bibliothèque universitaire en intégrant de nouveaux outils et contenus digitaux pour améliorer l'accessibilité et la pertinence des ressources disponibles.</a:t>
              </a:r>
              <a:endParaRPr lang="en-US" altLang="ko-KR" sz="1200" dirty="0">
                <a:cs typeface="Arial" pitchFamily="34" charset="0"/>
              </a:endParaRPr>
            </a:p>
          </p:txBody>
        </p:sp>
        <p:sp>
          <p:nvSpPr>
            <p:cNvPr id="23" name="TextBox 14">
              <a:extLst>
                <a:ext uri="{FF2B5EF4-FFF2-40B4-BE49-F238E27FC236}">
                  <a16:creationId xmlns:a16="http://schemas.microsoft.com/office/drawing/2014/main" id="{39DFBC10-BCB2-E926-2BC9-C97F8278A290}"/>
                </a:ext>
              </a:extLst>
            </p:cNvPr>
            <p:cNvSpPr txBox="1"/>
            <p:nvPr/>
          </p:nvSpPr>
          <p:spPr>
            <a:xfrm>
              <a:off x="1114004" y="1808772"/>
              <a:ext cx="2119047" cy="588050"/>
            </a:xfrm>
            <a:prstGeom prst="rect">
              <a:avLst/>
            </a:prstGeom>
            <a:noFill/>
          </p:spPr>
          <p:txBody>
            <a:bodyPr wrap="square" rtlCol="0">
              <a:spAutoFit/>
            </a:bodyPr>
            <a:lstStyle/>
            <a:p>
              <a:r>
                <a:rPr lang="en-US" altLang="ko-KR" sz="1400" b="1" dirty="0" err="1">
                  <a:cs typeface="Arial" pitchFamily="34" charset="0"/>
                </a:rPr>
                <a:t>Développement</a:t>
              </a:r>
              <a:r>
                <a:rPr lang="en-US" altLang="ko-KR" sz="1400" b="1" dirty="0">
                  <a:cs typeface="Arial" pitchFamily="34" charset="0"/>
                </a:rPr>
                <a:t> de </a:t>
              </a:r>
              <a:r>
                <a:rPr lang="en-US" altLang="ko-KR" sz="1400" b="1" dirty="0" err="1">
                  <a:cs typeface="Arial" pitchFamily="34" charset="0"/>
                </a:rPr>
                <a:t>ressources</a:t>
              </a:r>
              <a:r>
                <a:rPr lang="en-US" altLang="ko-KR" sz="1400" b="1" dirty="0">
                  <a:cs typeface="Arial" pitchFamily="34" charset="0"/>
                </a:rPr>
                <a:t> </a:t>
              </a:r>
              <a:r>
                <a:rPr lang="en-US" altLang="ko-KR" sz="1400" b="1" dirty="0" err="1">
                  <a:cs typeface="Arial" pitchFamily="34" charset="0"/>
                </a:rPr>
                <a:t>numériques</a:t>
              </a:r>
              <a:endParaRPr lang="ko-KR" altLang="en-US" sz="1400" b="1" dirty="0">
                <a:cs typeface="Arial" pitchFamily="34" charset="0"/>
              </a:endParaRPr>
            </a:p>
          </p:txBody>
        </p:sp>
      </p:grpSp>
      <p:grpSp>
        <p:nvGrpSpPr>
          <p:cNvPr id="24" name="Group 165">
            <a:extLst>
              <a:ext uri="{FF2B5EF4-FFF2-40B4-BE49-F238E27FC236}">
                <a16:creationId xmlns:a16="http://schemas.microsoft.com/office/drawing/2014/main" id="{DE891F88-C2D0-1FD5-4018-969502BFE16B}"/>
              </a:ext>
            </a:extLst>
          </p:cNvPr>
          <p:cNvGrpSpPr/>
          <p:nvPr/>
        </p:nvGrpSpPr>
        <p:grpSpPr>
          <a:xfrm>
            <a:off x="1485099" y="2509564"/>
            <a:ext cx="850147" cy="824140"/>
            <a:chOff x="4596745" y="501496"/>
            <a:chExt cx="3509062" cy="3909240"/>
          </a:xfrm>
          <a:solidFill>
            <a:schemeClr val="accent2"/>
          </a:solidFill>
        </p:grpSpPr>
        <p:sp>
          <p:nvSpPr>
            <p:cNvPr id="25" name="Freeform: Shape 166">
              <a:extLst>
                <a:ext uri="{FF2B5EF4-FFF2-40B4-BE49-F238E27FC236}">
                  <a16:creationId xmlns:a16="http://schemas.microsoft.com/office/drawing/2014/main" id="{84040FBB-B640-B74D-A16E-985D9B42E53F}"/>
                </a:ext>
              </a:extLst>
            </p:cNvPr>
            <p:cNvSpPr/>
            <p:nvPr/>
          </p:nvSpPr>
          <p:spPr>
            <a:xfrm>
              <a:off x="5382584" y="501496"/>
              <a:ext cx="1871286" cy="1317493"/>
            </a:xfrm>
            <a:custGeom>
              <a:avLst/>
              <a:gdLst>
                <a:gd name="connsiteX0" fmla="*/ 1376075 w 1871286"/>
                <a:gd name="connsiteY0" fmla="*/ 0 h 1317493"/>
                <a:gd name="connsiteX1" fmla="*/ 1460693 w 1871286"/>
                <a:gd name="connsiteY1" fmla="*/ 9645 h 1317493"/>
                <a:gd name="connsiteX2" fmla="*/ 1581895 w 1871286"/>
                <a:gd name="connsiteY2" fmla="*/ 32688 h 1317493"/>
                <a:gd name="connsiteX3" fmla="*/ 1592917 w 1871286"/>
                <a:gd name="connsiteY3" fmla="*/ 47226 h 1317493"/>
                <a:gd name="connsiteX4" fmla="*/ 1592822 w 1871286"/>
                <a:gd name="connsiteY4" fmla="*/ 163249 h 1317493"/>
                <a:gd name="connsiteX5" fmla="*/ 1604653 w 1871286"/>
                <a:gd name="connsiteY5" fmla="*/ 179023 h 1317493"/>
                <a:gd name="connsiteX6" fmla="*/ 1718965 w 1871286"/>
                <a:gd name="connsiteY6" fmla="*/ 220976 h 1317493"/>
                <a:gd name="connsiteX7" fmla="*/ 1732411 w 1871286"/>
                <a:gd name="connsiteY7" fmla="*/ 241453 h 1317493"/>
                <a:gd name="connsiteX8" fmla="*/ 1732126 w 1871286"/>
                <a:gd name="connsiteY8" fmla="*/ 286684 h 1317493"/>
                <a:gd name="connsiteX9" fmla="*/ 1871287 w 1871286"/>
                <a:gd name="connsiteY9" fmla="*/ 286684 h 1317493"/>
                <a:gd name="connsiteX10" fmla="*/ 1871287 w 1871286"/>
                <a:gd name="connsiteY10" fmla="*/ 1310557 h 1317493"/>
                <a:gd name="connsiteX11" fmla="*/ 0 w 1871286"/>
                <a:gd name="connsiteY11" fmla="*/ 1317493 h 1317493"/>
                <a:gd name="connsiteX12" fmla="*/ 0 w 1871286"/>
                <a:gd name="connsiteY12" fmla="*/ 293526 h 1317493"/>
                <a:gd name="connsiteX13" fmla="*/ 134030 w 1871286"/>
                <a:gd name="connsiteY13" fmla="*/ 293526 h 1317493"/>
                <a:gd name="connsiteX14" fmla="*/ 133697 w 1871286"/>
                <a:gd name="connsiteY14" fmla="*/ 249530 h 1317493"/>
                <a:gd name="connsiteX15" fmla="*/ 149091 w 1871286"/>
                <a:gd name="connsiteY15" fmla="*/ 225775 h 1317493"/>
                <a:gd name="connsiteX16" fmla="*/ 260268 w 1871286"/>
                <a:gd name="connsiteY16" fmla="*/ 184059 h 1317493"/>
                <a:gd name="connsiteX17" fmla="*/ 272621 w 1871286"/>
                <a:gd name="connsiteY17" fmla="*/ 167003 h 1317493"/>
                <a:gd name="connsiteX18" fmla="*/ 271148 w 1871286"/>
                <a:gd name="connsiteY18" fmla="*/ 54021 h 1317493"/>
                <a:gd name="connsiteX19" fmla="*/ 284689 w 1871286"/>
                <a:gd name="connsiteY19" fmla="*/ 36536 h 1317493"/>
                <a:gd name="connsiteX20" fmla="*/ 624966 w 1871286"/>
                <a:gd name="connsiteY20" fmla="*/ 3136 h 1317493"/>
                <a:gd name="connsiteX21" fmla="*/ 925809 w 1871286"/>
                <a:gd name="connsiteY21" fmla="*/ 61717 h 1317493"/>
                <a:gd name="connsiteX22" fmla="*/ 941487 w 1871286"/>
                <a:gd name="connsiteY22" fmla="*/ 61575 h 1317493"/>
                <a:gd name="connsiteX23" fmla="*/ 1216104 w 1871286"/>
                <a:gd name="connsiteY23" fmla="*/ 2803 h 1317493"/>
                <a:gd name="connsiteX24" fmla="*/ 1235583 w 1871286"/>
                <a:gd name="connsiteY24" fmla="*/ 0 h 1317493"/>
                <a:gd name="connsiteX25" fmla="*/ 1376075 w 1871286"/>
                <a:gd name="connsiteY25" fmla="*/ 0 h 1317493"/>
                <a:gd name="connsiteX26" fmla="*/ 909085 w 1871286"/>
                <a:gd name="connsiteY26" fmla="*/ 1022162 h 1317493"/>
                <a:gd name="connsiteX27" fmla="*/ 909085 w 1871286"/>
                <a:gd name="connsiteY27" fmla="*/ 1006341 h 1317493"/>
                <a:gd name="connsiteX28" fmla="*/ 904571 w 1871286"/>
                <a:gd name="connsiteY28" fmla="*/ 128709 h 1317493"/>
                <a:gd name="connsiteX29" fmla="*/ 885851 w 1871286"/>
                <a:gd name="connsiteY29" fmla="*/ 103242 h 1317493"/>
                <a:gd name="connsiteX30" fmla="*/ 585484 w 1871286"/>
                <a:gd name="connsiteY30" fmla="*/ 57869 h 1317493"/>
                <a:gd name="connsiteX31" fmla="*/ 331298 w 1871286"/>
                <a:gd name="connsiteY31" fmla="*/ 82812 h 1317493"/>
                <a:gd name="connsiteX32" fmla="*/ 331298 w 1871286"/>
                <a:gd name="connsiteY32" fmla="*/ 993465 h 1317493"/>
                <a:gd name="connsiteX33" fmla="*/ 909085 w 1871286"/>
                <a:gd name="connsiteY33" fmla="*/ 1022162 h 1317493"/>
                <a:gd name="connsiteX34" fmla="*/ 1540227 w 1871286"/>
                <a:gd name="connsiteY34" fmla="*/ 989997 h 1317493"/>
                <a:gd name="connsiteX35" fmla="*/ 1540940 w 1871286"/>
                <a:gd name="connsiteY35" fmla="*/ 975553 h 1317493"/>
                <a:gd name="connsiteX36" fmla="*/ 1537661 w 1871286"/>
                <a:gd name="connsiteY36" fmla="*/ 94785 h 1317493"/>
                <a:gd name="connsiteX37" fmla="*/ 1520652 w 1871286"/>
                <a:gd name="connsiteY37" fmla="*/ 76113 h 1317493"/>
                <a:gd name="connsiteX38" fmla="*/ 1379876 w 1871286"/>
                <a:gd name="connsiteY38" fmla="*/ 59817 h 1317493"/>
                <a:gd name="connsiteX39" fmla="*/ 976598 w 1871286"/>
                <a:gd name="connsiteY39" fmla="*/ 107899 h 1317493"/>
                <a:gd name="connsiteX40" fmla="*/ 960635 w 1871286"/>
                <a:gd name="connsiteY40" fmla="*/ 130324 h 1317493"/>
                <a:gd name="connsiteX41" fmla="*/ 963960 w 1871286"/>
                <a:gd name="connsiteY41" fmla="*/ 1008051 h 1317493"/>
                <a:gd name="connsiteX42" fmla="*/ 964768 w 1871286"/>
                <a:gd name="connsiteY42" fmla="*/ 1024062 h 1317493"/>
                <a:gd name="connsiteX43" fmla="*/ 1249314 w 1871286"/>
                <a:gd name="connsiteY43" fmla="*/ 969567 h 1317493"/>
                <a:gd name="connsiteX44" fmla="*/ 1540227 w 1871286"/>
                <a:gd name="connsiteY44" fmla="*/ 989997 h 1317493"/>
                <a:gd name="connsiteX45" fmla="*/ 274664 w 1871286"/>
                <a:gd name="connsiteY45" fmla="*/ 1059601 h 1317493"/>
                <a:gd name="connsiteX46" fmla="*/ 274664 w 1871286"/>
                <a:gd name="connsiteY46" fmla="*/ 235372 h 1317493"/>
                <a:gd name="connsiteX47" fmla="*/ 205345 w 1871286"/>
                <a:gd name="connsiteY47" fmla="*/ 260648 h 1317493"/>
                <a:gd name="connsiteX48" fmla="*/ 188145 w 1871286"/>
                <a:gd name="connsiteY48" fmla="*/ 285877 h 1317493"/>
                <a:gd name="connsiteX49" fmla="*/ 194322 w 1871286"/>
                <a:gd name="connsiteY49" fmla="*/ 1160658 h 1317493"/>
                <a:gd name="connsiteX50" fmla="*/ 194322 w 1871286"/>
                <a:gd name="connsiteY50" fmla="*/ 1175244 h 1317493"/>
                <a:gd name="connsiteX51" fmla="*/ 204157 w 1871286"/>
                <a:gd name="connsiteY51" fmla="*/ 1172678 h 1317493"/>
                <a:gd name="connsiteX52" fmla="*/ 466515 w 1871286"/>
                <a:gd name="connsiteY52" fmla="*/ 1113859 h 1317493"/>
                <a:gd name="connsiteX53" fmla="*/ 928564 w 1871286"/>
                <a:gd name="connsiteY53" fmla="*/ 1164221 h 1317493"/>
                <a:gd name="connsiteX54" fmla="*/ 945811 w 1871286"/>
                <a:gd name="connsiteY54" fmla="*/ 1164174 h 1317493"/>
                <a:gd name="connsiteX55" fmla="*/ 1247461 w 1871286"/>
                <a:gd name="connsiteY55" fmla="*/ 1108158 h 1317493"/>
                <a:gd name="connsiteX56" fmla="*/ 1596671 w 1871286"/>
                <a:gd name="connsiteY56" fmla="*/ 1142651 h 1317493"/>
                <a:gd name="connsiteX57" fmla="*/ 1679721 w 1871286"/>
                <a:gd name="connsiteY57" fmla="*/ 1168307 h 1317493"/>
                <a:gd name="connsiteX58" fmla="*/ 1679721 w 1871286"/>
                <a:gd name="connsiteY58" fmla="*/ 1149255 h 1317493"/>
                <a:gd name="connsiteX59" fmla="*/ 1678153 w 1871286"/>
                <a:gd name="connsiteY59" fmla="*/ 282123 h 1317493"/>
                <a:gd name="connsiteX60" fmla="*/ 1677963 w 1871286"/>
                <a:gd name="connsiteY60" fmla="*/ 269960 h 1317493"/>
                <a:gd name="connsiteX61" fmla="*/ 1673734 w 1871286"/>
                <a:gd name="connsiteY61" fmla="*/ 261361 h 1317493"/>
                <a:gd name="connsiteX62" fmla="*/ 1594628 w 1871286"/>
                <a:gd name="connsiteY62" fmla="*/ 231571 h 1317493"/>
                <a:gd name="connsiteX63" fmla="*/ 1594628 w 1871286"/>
                <a:gd name="connsiteY63" fmla="*/ 1059696 h 1317493"/>
                <a:gd name="connsiteX64" fmla="*/ 1436795 w 1871286"/>
                <a:gd name="connsiteY64" fmla="*/ 1032329 h 1317493"/>
                <a:gd name="connsiteX65" fmla="*/ 1190067 w 1871286"/>
                <a:gd name="connsiteY65" fmla="*/ 1029241 h 1317493"/>
                <a:gd name="connsiteX66" fmla="*/ 972512 w 1871286"/>
                <a:gd name="connsiteY66" fmla="*/ 1072524 h 1317493"/>
                <a:gd name="connsiteX67" fmla="*/ 902908 w 1871286"/>
                <a:gd name="connsiteY67" fmla="*/ 1072619 h 1317493"/>
                <a:gd name="connsiteX68" fmla="*/ 688251 w 1871286"/>
                <a:gd name="connsiteY68" fmla="*/ 1030714 h 1317493"/>
                <a:gd name="connsiteX69" fmla="*/ 379332 w 1871286"/>
                <a:gd name="connsiteY69" fmla="*/ 1040311 h 1317493"/>
                <a:gd name="connsiteX70" fmla="*/ 274664 w 1871286"/>
                <a:gd name="connsiteY70" fmla="*/ 1059601 h 1317493"/>
                <a:gd name="connsiteX71" fmla="*/ 145148 w 1871286"/>
                <a:gd name="connsiteY71" fmla="*/ 1256726 h 1317493"/>
                <a:gd name="connsiteX72" fmla="*/ 146573 w 1871286"/>
                <a:gd name="connsiteY72" fmla="*/ 1261430 h 1317493"/>
                <a:gd name="connsiteX73" fmla="*/ 1728515 w 1871286"/>
                <a:gd name="connsiteY73" fmla="*/ 1255348 h 1317493"/>
                <a:gd name="connsiteX74" fmla="*/ 1729418 w 1871286"/>
                <a:gd name="connsiteY74" fmla="*/ 1250835 h 1317493"/>
                <a:gd name="connsiteX75" fmla="*/ 1655537 w 1871286"/>
                <a:gd name="connsiteY75" fmla="*/ 1219335 h 1317493"/>
                <a:gd name="connsiteX76" fmla="*/ 1379923 w 1871286"/>
                <a:gd name="connsiteY76" fmla="*/ 1165171 h 1317493"/>
                <a:gd name="connsiteX77" fmla="*/ 947521 w 1871286"/>
                <a:gd name="connsiteY77" fmla="*/ 1221520 h 1317493"/>
                <a:gd name="connsiteX78" fmla="*/ 927471 w 1871286"/>
                <a:gd name="connsiteY78" fmla="*/ 1221615 h 1317493"/>
                <a:gd name="connsiteX79" fmla="*/ 820713 w 1871286"/>
                <a:gd name="connsiteY79" fmla="*/ 1190875 h 1317493"/>
                <a:gd name="connsiteX80" fmla="*/ 484142 w 1871286"/>
                <a:gd name="connsiteY80" fmla="*/ 1168687 h 1317493"/>
                <a:gd name="connsiteX81" fmla="*/ 228245 w 1871286"/>
                <a:gd name="connsiteY81" fmla="*/ 1221330 h 1317493"/>
                <a:gd name="connsiteX82" fmla="*/ 145148 w 1871286"/>
                <a:gd name="connsiteY82" fmla="*/ 1256726 h 1317493"/>
                <a:gd name="connsiteX83" fmla="*/ 1735642 w 1871286"/>
                <a:gd name="connsiteY83" fmla="*/ 343080 h 1317493"/>
                <a:gd name="connsiteX84" fmla="*/ 1735642 w 1871286"/>
                <a:gd name="connsiteY84" fmla="*/ 1254303 h 1317493"/>
                <a:gd name="connsiteX85" fmla="*/ 1815556 w 1871286"/>
                <a:gd name="connsiteY85" fmla="*/ 1254303 h 1317493"/>
                <a:gd name="connsiteX86" fmla="*/ 1815556 w 1871286"/>
                <a:gd name="connsiteY86" fmla="*/ 343080 h 1317493"/>
                <a:gd name="connsiteX87" fmla="*/ 1735642 w 1871286"/>
                <a:gd name="connsiteY87" fmla="*/ 343080 h 1317493"/>
                <a:gd name="connsiteX88" fmla="*/ 136025 w 1871286"/>
                <a:gd name="connsiteY88" fmla="*/ 1260955 h 1317493"/>
                <a:gd name="connsiteX89" fmla="*/ 136025 w 1871286"/>
                <a:gd name="connsiteY89" fmla="*/ 352298 h 1317493"/>
                <a:gd name="connsiteX90" fmla="*/ 56206 w 1871286"/>
                <a:gd name="connsiteY90" fmla="*/ 352298 h 1317493"/>
                <a:gd name="connsiteX91" fmla="*/ 56206 w 1871286"/>
                <a:gd name="connsiteY91" fmla="*/ 1260955 h 1317493"/>
                <a:gd name="connsiteX92" fmla="*/ 136025 w 1871286"/>
                <a:gd name="connsiteY92" fmla="*/ 1260955 h 131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1871286" h="1317493">
                  <a:moveTo>
                    <a:pt x="1376075" y="0"/>
                  </a:moveTo>
                  <a:cubicBezTo>
                    <a:pt x="1404297" y="3136"/>
                    <a:pt x="1432709" y="5036"/>
                    <a:pt x="1460693" y="9645"/>
                  </a:cubicBezTo>
                  <a:cubicBezTo>
                    <a:pt x="1501268" y="16344"/>
                    <a:pt x="1541462" y="25181"/>
                    <a:pt x="1581895" y="32688"/>
                  </a:cubicBezTo>
                  <a:cubicBezTo>
                    <a:pt x="1590827" y="34351"/>
                    <a:pt x="1593012" y="38627"/>
                    <a:pt x="1592917" y="47226"/>
                  </a:cubicBezTo>
                  <a:cubicBezTo>
                    <a:pt x="1592585" y="85901"/>
                    <a:pt x="1593250" y="124575"/>
                    <a:pt x="1592822" y="163249"/>
                  </a:cubicBezTo>
                  <a:cubicBezTo>
                    <a:pt x="1592727" y="172562"/>
                    <a:pt x="1595815" y="175935"/>
                    <a:pt x="1604653" y="179023"/>
                  </a:cubicBezTo>
                  <a:cubicBezTo>
                    <a:pt x="1642994" y="192374"/>
                    <a:pt x="1680861" y="206960"/>
                    <a:pt x="1718965" y="220976"/>
                  </a:cubicBezTo>
                  <a:cubicBezTo>
                    <a:pt x="1728705" y="224539"/>
                    <a:pt x="1733266" y="230241"/>
                    <a:pt x="1732411" y="241453"/>
                  </a:cubicBezTo>
                  <a:cubicBezTo>
                    <a:pt x="1731271" y="256039"/>
                    <a:pt x="1732126" y="270768"/>
                    <a:pt x="1732126" y="286684"/>
                  </a:cubicBezTo>
                  <a:cubicBezTo>
                    <a:pt x="1778449" y="286684"/>
                    <a:pt x="1823443" y="286684"/>
                    <a:pt x="1871287" y="286684"/>
                  </a:cubicBezTo>
                  <a:cubicBezTo>
                    <a:pt x="1871287" y="628149"/>
                    <a:pt x="1871287" y="968331"/>
                    <a:pt x="1871287" y="1310557"/>
                  </a:cubicBezTo>
                  <a:cubicBezTo>
                    <a:pt x="1249599" y="1312837"/>
                    <a:pt x="626534" y="1315165"/>
                    <a:pt x="0" y="1317493"/>
                  </a:cubicBezTo>
                  <a:cubicBezTo>
                    <a:pt x="0" y="975648"/>
                    <a:pt x="0" y="635513"/>
                    <a:pt x="0" y="293526"/>
                  </a:cubicBezTo>
                  <a:cubicBezTo>
                    <a:pt x="42760" y="293526"/>
                    <a:pt x="87754" y="293526"/>
                    <a:pt x="134030" y="293526"/>
                  </a:cubicBezTo>
                  <a:cubicBezTo>
                    <a:pt x="134030" y="277657"/>
                    <a:pt x="135075" y="263499"/>
                    <a:pt x="133697" y="249530"/>
                  </a:cubicBezTo>
                  <a:cubicBezTo>
                    <a:pt x="132415" y="236512"/>
                    <a:pt x="137546" y="230051"/>
                    <a:pt x="149091" y="225775"/>
                  </a:cubicBezTo>
                  <a:cubicBezTo>
                    <a:pt x="186197" y="211996"/>
                    <a:pt x="222971" y="197220"/>
                    <a:pt x="260268" y="184059"/>
                  </a:cubicBezTo>
                  <a:cubicBezTo>
                    <a:pt x="269818" y="180686"/>
                    <a:pt x="272811" y="176743"/>
                    <a:pt x="272621" y="167003"/>
                  </a:cubicBezTo>
                  <a:cubicBezTo>
                    <a:pt x="271813" y="129374"/>
                    <a:pt x="272193" y="91697"/>
                    <a:pt x="271148" y="54021"/>
                  </a:cubicBezTo>
                  <a:cubicBezTo>
                    <a:pt x="270863" y="43188"/>
                    <a:pt x="274616" y="39197"/>
                    <a:pt x="284689" y="36536"/>
                  </a:cubicBezTo>
                  <a:cubicBezTo>
                    <a:pt x="396341" y="6842"/>
                    <a:pt x="510036" y="-1805"/>
                    <a:pt x="624966" y="3136"/>
                  </a:cubicBezTo>
                  <a:cubicBezTo>
                    <a:pt x="728113" y="7602"/>
                    <a:pt x="829218" y="23091"/>
                    <a:pt x="925809" y="61717"/>
                  </a:cubicBezTo>
                  <a:cubicBezTo>
                    <a:pt x="930322" y="63523"/>
                    <a:pt x="936926" y="63428"/>
                    <a:pt x="941487" y="61575"/>
                  </a:cubicBezTo>
                  <a:cubicBezTo>
                    <a:pt x="1029526" y="25466"/>
                    <a:pt x="1121841" y="9740"/>
                    <a:pt x="1216104" y="2803"/>
                  </a:cubicBezTo>
                  <a:cubicBezTo>
                    <a:pt x="1222613" y="2328"/>
                    <a:pt x="1229074" y="950"/>
                    <a:pt x="1235583" y="0"/>
                  </a:cubicBezTo>
                  <a:cubicBezTo>
                    <a:pt x="1282430" y="0"/>
                    <a:pt x="1329276" y="0"/>
                    <a:pt x="1376075" y="0"/>
                  </a:cubicBezTo>
                  <a:close/>
                  <a:moveTo>
                    <a:pt x="909085" y="1022162"/>
                  </a:moveTo>
                  <a:cubicBezTo>
                    <a:pt x="909085" y="1016318"/>
                    <a:pt x="909132" y="1011329"/>
                    <a:pt x="909085" y="1006341"/>
                  </a:cubicBezTo>
                  <a:cubicBezTo>
                    <a:pt x="907469" y="713812"/>
                    <a:pt x="905711" y="421284"/>
                    <a:pt x="904571" y="128709"/>
                  </a:cubicBezTo>
                  <a:cubicBezTo>
                    <a:pt x="904523" y="113695"/>
                    <a:pt x="899440" y="107661"/>
                    <a:pt x="885851" y="103242"/>
                  </a:cubicBezTo>
                  <a:cubicBezTo>
                    <a:pt x="788215" y="71220"/>
                    <a:pt x="687586" y="59532"/>
                    <a:pt x="585484" y="57869"/>
                  </a:cubicBezTo>
                  <a:cubicBezTo>
                    <a:pt x="499298" y="56491"/>
                    <a:pt x="414205" y="66231"/>
                    <a:pt x="331298" y="82812"/>
                  </a:cubicBezTo>
                  <a:cubicBezTo>
                    <a:pt x="331298" y="386838"/>
                    <a:pt x="331298" y="689629"/>
                    <a:pt x="331298" y="993465"/>
                  </a:cubicBezTo>
                  <a:cubicBezTo>
                    <a:pt x="527615" y="958306"/>
                    <a:pt x="719324" y="959114"/>
                    <a:pt x="909085" y="1022162"/>
                  </a:cubicBezTo>
                  <a:close/>
                  <a:moveTo>
                    <a:pt x="1540227" y="989997"/>
                  </a:moveTo>
                  <a:cubicBezTo>
                    <a:pt x="1540512" y="984438"/>
                    <a:pt x="1540940" y="980019"/>
                    <a:pt x="1540940" y="975553"/>
                  </a:cubicBezTo>
                  <a:cubicBezTo>
                    <a:pt x="1539752" y="681980"/>
                    <a:pt x="1538422" y="388359"/>
                    <a:pt x="1537661" y="94785"/>
                  </a:cubicBezTo>
                  <a:cubicBezTo>
                    <a:pt x="1537614" y="81150"/>
                    <a:pt x="1532530" y="77444"/>
                    <a:pt x="1520652" y="76113"/>
                  </a:cubicBezTo>
                  <a:cubicBezTo>
                    <a:pt x="1473711" y="70840"/>
                    <a:pt x="1426960" y="62858"/>
                    <a:pt x="1379876" y="59817"/>
                  </a:cubicBezTo>
                  <a:cubicBezTo>
                    <a:pt x="1242663" y="50932"/>
                    <a:pt x="1107778" y="64378"/>
                    <a:pt x="976598" y="107899"/>
                  </a:cubicBezTo>
                  <a:cubicBezTo>
                    <a:pt x="964483" y="111890"/>
                    <a:pt x="960587" y="117401"/>
                    <a:pt x="960635" y="130324"/>
                  </a:cubicBezTo>
                  <a:cubicBezTo>
                    <a:pt x="962060" y="422900"/>
                    <a:pt x="962915" y="715475"/>
                    <a:pt x="963960" y="1008051"/>
                  </a:cubicBezTo>
                  <a:cubicBezTo>
                    <a:pt x="963960" y="1012850"/>
                    <a:pt x="964436" y="1017696"/>
                    <a:pt x="964768" y="1024062"/>
                  </a:cubicBezTo>
                  <a:cubicBezTo>
                    <a:pt x="1057463" y="989331"/>
                    <a:pt x="1152533" y="974413"/>
                    <a:pt x="1249314" y="969567"/>
                  </a:cubicBezTo>
                  <a:cubicBezTo>
                    <a:pt x="1346618" y="964625"/>
                    <a:pt x="1443351" y="970849"/>
                    <a:pt x="1540227" y="989997"/>
                  </a:cubicBezTo>
                  <a:close/>
                  <a:moveTo>
                    <a:pt x="274664" y="1059601"/>
                  </a:moveTo>
                  <a:cubicBezTo>
                    <a:pt x="274664" y="785792"/>
                    <a:pt x="274664" y="512364"/>
                    <a:pt x="274664" y="235372"/>
                  </a:cubicBezTo>
                  <a:cubicBezTo>
                    <a:pt x="248960" y="244827"/>
                    <a:pt x="227342" y="253379"/>
                    <a:pt x="205345" y="260648"/>
                  </a:cubicBezTo>
                  <a:cubicBezTo>
                    <a:pt x="192421" y="264924"/>
                    <a:pt x="188050" y="271528"/>
                    <a:pt x="188145" y="285877"/>
                  </a:cubicBezTo>
                  <a:cubicBezTo>
                    <a:pt x="190616" y="577454"/>
                    <a:pt x="192421" y="869032"/>
                    <a:pt x="194322" y="1160658"/>
                  </a:cubicBezTo>
                  <a:cubicBezTo>
                    <a:pt x="194369" y="1165171"/>
                    <a:pt x="194322" y="1169638"/>
                    <a:pt x="194322" y="1175244"/>
                  </a:cubicBezTo>
                  <a:cubicBezTo>
                    <a:pt x="198455" y="1174151"/>
                    <a:pt x="201449" y="1173723"/>
                    <a:pt x="204157" y="1172678"/>
                  </a:cubicBezTo>
                  <a:cubicBezTo>
                    <a:pt x="288727" y="1140228"/>
                    <a:pt x="376481" y="1121698"/>
                    <a:pt x="466515" y="1113859"/>
                  </a:cubicBezTo>
                  <a:cubicBezTo>
                    <a:pt x="623826" y="1100176"/>
                    <a:pt x="778333" y="1112434"/>
                    <a:pt x="928564" y="1164221"/>
                  </a:cubicBezTo>
                  <a:cubicBezTo>
                    <a:pt x="933743" y="1166027"/>
                    <a:pt x="940680" y="1166027"/>
                    <a:pt x="945811" y="1164174"/>
                  </a:cubicBezTo>
                  <a:cubicBezTo>
                    <a:pt x="1043352" y="1129205"/>
                    <a:pt x="1144314" y="1112956"/>
                    <a:pt x="1247461" y="1108158"/>
                  </a:cubicBezTo>
                  <a:cubicBezTo>
                    <a:pt x="1365575" y="1102694"/>
                    <a:pt x="1482215" y="1112006"/>
                    <a:pt x="1596671" y="1142651"/>
                  </a:cubicBezTo>
                  <a:cubicBezTo>
                    <a:pt x="1623990" y="1149968"/>
                    <a:pt x="1650786" y="1159328"/>
                    <a:pt x="1679721" y="1168307"/>
                  </a:cubicBezTo>
                  <a:cubicBezTo>
                    <a:pt x="1679721" y="1161228"/>
                    <a:pt x="1679721" y="1155242"/>
                    <a:pt x="1679721" y="1149255"/>
                  </a:cubicBezTo>
                  <a:cubicBezTo>
                    <a:pt x="1679198" y="860195"/>
                    <a:pt x="1678675" y="571135"/>
                    <a:pt x="1678153" y="282123"/>
                  </a:cubicBezTo>
                  <a:cubicBezTo>
                    <a:pt x="1678153" y="278037"/>
                    <a:pt x="1678675" y="273904"/>
                    <a:pt x="1677963" y="269960"/>
                  </a:cubicBezTo>
                  <a:cubicBezTo>
                    <a:pt x="1677393" y="266872"/>
                    <a:pt x="1675967" y="262263"/>
                    <a:pt x="1673734" y="261361"/>
                  </a:cubicBezTo>
                  <a:cubicBezTo>
                    <a:pt x="1647603" y="251146"/>
                    <a:pt x="1621282" y="241501"/>
                    <a:pt x="1594628" y="231571"/>
                  </a:cubicBezTo>
                  <a:cubicBezTo>
                    <a:pt x="1594628" y="510511"/>
                    <a:pt x="1594628" y="785982"/>
                    <a:pt x="1594628" y="1059696"/>
                  </a:cubicBezTo>
                  <a:cubicBezTo>
                    <a:pt x="1541795" y="1050431"/>
                    <a:pt x="1489532" y="1039694"/>
                    <a:pt x="1436795" y="1032329"/>
                  </a:cubicBezTo>
                  <a:cubicBezTo>
                    <a:pt x="1354837" y="1020927"/>
                    <a:pt x="1272357" y="1022162"/>
                    <a:pt x="1190067" y="1029241"/>
                  </a:cubicBezTo>
                  <a:cubicBezTo>
                    <a:pt x="1115997" y="1035655"/>
                    <a:pt x="1042117" y="1045110"/>
                    <a:pt x="972512" y="1072524"/>
                  </a:cubicBezTo>
                  <a:cubicBezTo>
                    <a:pt x="947569" y="1082359"/>
                    <a:pt x="927709" y="1082216"/>
                    <a:pt x="902908" y="1072619"/>
                  </a:cubicBezTo>
                  <a:cubicBezTo>
                    <a:pt x="834159" y="1045918"/>
                    <a:pt x="761324" y="1036795"/>
                    <a:pt x="688251" y="1030714"/>
                  </a:cubicBezTo>
                  <a:cubicBezTo>
                    <a:pt x="584914" y="1022114"/>
                    <a:pt x="481861" y="1024918"/>
                    <a:pt x="379332" y="1040311"/>
                  </a:cubicBezTo>
                  <a:cubicBezTo>
                    <a:pt x="345408" y="1045442"/>
                    <a:pt x="311675" y="1052759"/>
                    <a:pt x="274664" y="1059601"/>
                  </a:cubicBezTo>
                  <a:close/>
                  <a:moveTo>
                    <a:pt x="145148" y="1256726"/>
                  </a:moveTo>
                  <a:cubicBezTo>
                    <a:pt x="145623" y="1258294"/>
                    <a:pt x="146098" y="1259862"/>
                    <a:pt x="146573" y="1261430"/>
                  </a:cubicBezTo>
                  <a:cubicBezTo>
                    <a:pt x="673903" y="1259387"/>
                    <a:pt x="1201185" y="1257344"/>
                    <a:pt x="1728515" y="1255348"/>
                  </a:cubicBezTo>
                  <a:cubicBezTo>
                    <a:pt x="1728800" y="1253828"/>
                    <a:pt x="1729133" y="1252355"/>
                    <a:pt x="1729418" y="1250835"/>
                  </a:cubicBezTo>
                  <a:cubicBezTo>
                    <a:pt x="1704807" y="1240287"/>
                    <a:pt x="1680576" y="1228694"/>
                    <a:pt x="1655537" y="1219335"/>
                  </a:cubicBezTo>
                  <a:cubicBezTo>
                    <a:pt x="1566691" y="1186267"/>
                    <a:pt x="1474234" y="1170113"/>
                    <a:pt x="1379923" y="1165171"/>
                  </a:cubicBezTo>
                  <a:cubicBezTo>
                    <a:pt x="1232448" y="1157427"/>
                    <a:pt x="1087395" y="1169970"/>
                    <a:pt x="947521" y="1221520"/>
                  </a:cubicBezTo>
                  <a:cubicBezTo>
                    <a:pt x="941582" y="1223705"/>
                    <a:pt x="933696" y="1223325"/>
                    <a:pt x="927471" y="1221615"/>
                  </a:cubicBezTo>
                  <a:cubicBezTo>
                    <a:pt x="891790" y="1211685"/>
                    <a:pt x="856727" y="1199095"/>
                    <a:pt x="820713" y="1190875"/>
                  </a:cubicBezTo>
                  <a:cubicBezTo>
                    <a:pt x="709821" y="1165551"/>
                    <a:pt x="597409" y="1160135"/>
                    <a:pt x="484142" y="1168687"/>
                  </a:cubicBezTo>
                  <a:cubicBezTo>
                    <a:pt x="396531" y="1175291"/>
                    <a:pt x="310820" y="1190780"/>
                    <a:pt x="228245" y="1221330"/>
                  </a:cubicBezTo>
                  <a:cubicBezTo>
                    <a:pt x="200023" y="1231688"/>
                    <a:pt x="172799" y="1244801"/>
                    <a:pt x="145148" y="1256726"/>
                  </a:cubicBezTo>
                  <a:close/>
                  <a:moveTo>
                    <a:pt x="1735642" y="343080"/>
                  </a:moveTo>
                  <a:cubicBezTo>
                    <a:pt x="1735642" y="647391"/>
                    <a:pt x="1735642" y="950847"/>
                    <a:pt x="1735642" y="1254303"/>
                  </a:cubicBezTo>
                  <a:cubicBezTo>
                    <a:pt x="1764909" y="1254303"/>
                    <a:pt x="1791088" y="1254303"/>
                    <a:pt x="1815556" y="1254303"/>
                  </a:cubicBezTo>
                  <a:cubicBezTo>
                    <a:pt x="1815556" y="950134"/>
                    <a:pt x="1815556" y="647106"/>
                    <a:pt x="1815556" y="343080"/>
                  </a:cubicBezTo>
                  <a:cubicBezTo>
                    <a:pt x="1786717" y="343080"/>
                    <a:pt x="1760965" y="343080"/>
                    <a:pt x="1735642" y="343080"/>
                  </a:cubicBezTo>
                  <a:close/>
                  <a:moveTo>
                    <a:pt x="136025" y="1260955"/>
                  </a:moveTo>
                  <a:cubicBezTo>
                    <a:pt x="136025" y="956834"/>
                    <a:pt x="136025" y="654471"/>
                    <a:pt x="136025" y="352298"/>
                  </a:cubicBezTo>
                  <a:cubicBezTo>
                    <a:pt x="106996" y="352298"/>
                    <a:pt x="80817" y="352298"/>
                    <a:pt x="56206" y="352298"/>
                  </a:cubicBezTo>
                  <a:cubicBezTo>
                    <a:pt x="56206" y="655991"/>
                    <a:pt x="56206" y="958306"/>
                    <a:pt x="56206" y="1260955"/>
                  </a:cubicBezTo>
                  <a:cubicBezTo>
                    <a:pt x="84903" y="1260955"/>
                    <a:pt x="110702" y="1260955"/>
                    <a:pt x="136025" y="1260955"/>
                  </a:cubicBezTo>
                  <a:close/>
                </a:path>
              </a:pathLst>
            </a:custGeom>
            <a:grpFill/>
            <a:ln w="4751" cap="flat">
              <a:noFill/>
              <a:prstDash val="solid"/>
              <a:miter/>
            </a:ln>
          </p:spPr>
          <p:txBody>
            <a:bodyPr rtlCol="0" anchor="ctr"/>
            <a:lstStyle/>
            <a:p>
              <a:endParaRPr lang="en-US"/>
            </a:p>
          </p:txBody>
        </p:sp>
        <p:sp>
          <p:nvSpPr>
            <p:cNvPr id="26" name="Freeform: Shape 167">
              <a:extLst>
                <a:ext uri="{FF2B5EF4-FFF2-40B4-BE49-F238E27FC236}">
                  <a16:creationId xmlns:a16="http://schemas.microsoft.com/office/drawing/2014/main" id="{A484236D-97B7-4743-CFD7-8ECF26BCB1FF}"/>
                </a:ext>
              </a:extLst>
            </p:cNvPr>
            <p:cNvSpPr/>
            <p:nvPr/>
          </p:nvSpPr>
          <p:spPr>
            <a:xfrm>
              <a:off x="4596745" y="2476691"/>
              <a:ext cx="422947" cy="1069625"/>
            </a:xfrm>
            <a:custGeom>
              <a:avLst/>
              <a:gdLst>
                <a:gd name="connsiteX0" fmla="*/ 0 w 422947"/>
                <a:gd name="connsiteY0" fmla="*/ 95308 h 1069625"/>
                <a:gd name="connsiteX1" fmla="*/ 6272 w 422947"/>
                <a:gd name="connsiteY1" fmla="*/ 27272 h 1069625"/>
                <a:gd name="connsiteX2" fmla="*/ 9075 w 422947"/>
                <a:gd name="connsiteY2" fmla="*/ 0 h 1069625"/>
                <a:gd name="connsiteX3" fmla="*/ 217127 w 422947"/>
                <a:gd name="connsiteY3" fmla="*/ 21285 h 1069625"/>
                <a:gd name="connsiteX4" fmla="*/ 245302 w 422947"/>
                <a:gd name="connsiteY4" fmla="*/ 509703 h 1069625"/>
                <a:gd name="connsiteX5" fmla="*/ 422947 w 422947"/>
                <a:gd name="connsiteY5" fmla="*/ 963770 h 1069625"/>
                <a:gd name="connsiteX6" fmla="*/ 243401 w 422947"/>
                <a:gd name="connsiteY6" fmla="*/ 1069626 h 1069625"/>
                <a:gd name="connsiteX7" fmla="*/ 236417 w 422947"/>
                <a:gd name="connsiteY7" fmla="*/ 1059696 h 1069625"/>
                <a:gd name="connsiteX8" fmla="*/ 18434 w 422947"/>
                <a:gd name="connsiteY8" fmla="*/ 429836 h 1069625"/>
                <a:gd name="connsiteX9" fmla="*/ 2471 w 422947"/>
                <a:gd name="connsiteY9" fmla="*/ 275139 h 1069625"/>
                <a:gd name="connsiteX10" fmla="*/ 0 w 422947"/>
                <a:gd name="connsiteY10" fmla="*/ 260220 h 1069625"/>
                <a:gd name="connsiteX11" fmla="*/ 0 w 422947"/>
                <a:gd name="connsiteY11" fmla="*/ 95308 h 1069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22947" h="1069625">
                  <a:moveTo>
                    <a:pt x="0" y="95308"/>
                  </a:moveTo>
                  <a:cubicBezTo>
                    <a:pt x="2091" y="72645"/>
                    <a:pt x="4133" y="49935"/>
                    <a:pt x="6272" y="27272"/>
                  </a:cubicBezTo>
                  <a:cubicBezTo>
                    <a:pt x="7079" y="18767"/>
                    <a:pt x="8029" y="10310"/>
                    <a:pt x="9075" y="0"/>
                  </a:cubicBezTo>
                  <a:cubicBezTo>
                    <a:pt x="78822" y="7127"/>
                    <a:pt x="147333" y="14111"/>
                    <a:pt x="217127" y="21285"/>
                  </a:cubicBezTo>
                  <a:cubicBezTo>
                    <a:pt x="201354" y="186673"/>
                    <a:pt x="210096" y="349019"/>
                    <a:pt x="245302" y="509703"/>
                  </a:cubicBezTo>
                  <a:cubicBezTo>
                    <a:pt x="280365" y="669769"/>
                    <a:pt x="339137" y="820618"/>
                    <a:pt x="422947" y="963770"/>
                  </a:cubicBezTo>
                  <a:cubicBezTo>
                    <a:pt x="362893" y="999166"/>
                    <a:pt x="303551" y="1034135"/>
                    <a:pt x="243401" y="1069626"/>
                  </a:cubicBezTo>
                  <a:cubicBezTo>
                    <a:pt x="240836" y="1066015"/>
                    <a:pt x="238318" y="1063022"/>
                    <a:pt x="236417" y="1059696"/>
                  </a:cubicBezTo>
                  <a:cubicBezTo>
                    <a:pt x="123197" y="863759"/>
                    <a:pt x="49982" y="653900"/>
                    <a:pt x="18434" y="429836"/>
                  </a:cubicBezTo>
                  <a:cubicBezTo>
                    <a:pt x="11213" y="378524"/>
                    <a:pt x="7744" y="326689"/>
                    <a:pt x="2471" y="275139"/>
                  </a:cubicBezTo>
                  <a:cubicBezTo>
                    <a:pt x="1948" y="270150"/>
                    <a:pt x="855" y="265209"/>
                    <a:pt x="0" y="260220"/>
                  </a:cubicBezTo>
                  <a:cubicBezTo>
                    <a:pt x="0" y="205250"/>
                    <a:pt x="0" y="150279"/>
                    <a:pt x="0" y="95308"/>
                  </a:cubicBezTo>
                  <a:close/>
                </a:path>
              </a:pathLst>
            </a:custGeom>
            <a:grpFill/>
            <a:ln w="4751" cap="flat">
              <a:noFill/>
              <a:prstDash val="solid"/>
              <a:miter/>
            </a:ln>
          </p:spPr>
          <p:txBody>
            <a:bodyPr rtlCol="0" anchor="ctr"/>
            <a:lstStyle/>
            <a:p>
              <a:endParaRPr lang="en-US"/>
            </a:p>
          </p:txBody>
        </p:sp>
        <p:sp>
          <p:nvSpPr>
            <p:cNvPr id="27" name="Freeform: Shape 168">
              <a:extLst>
                <a:ext uri="{FF2B5EF4-FFF2-40B4-BE49-F238E27FC236}">
                  <a16:creationId xmlns:a16="http://schemas.microsoft.com/office/drawing/2014/main" id="{2280D28E-F5EE-A1AF-AABE-357391C4FB65}"/>
                </a:ext>
              </a:extLst>
            </p:cNvPr>
            <p:cNvSpPr/>
            <p:nvPr/>
          </p:nvSpPr>
          <p:spPr>
            <a:xfrm>
              <a:off x="5435744" y="1934007"/>
              <a:ext cx="1864314" cy="1864980"/>
            </a:xfrm>
            <a:custGeom>
              <a:avLst/>
              <a:gdLst>
                <a:gd name="connsiteX0" fmla="*/ 931848 w 1864314"/>
                <a:gd name="connsiteY0" fmla="*/ 1864976 h 1864980"/>
                <a:gd name="connsiteX1" fmla="*/ 5 w 1864314"/>
                <a:gd name="connsiteY1" fmla="*/ 928334 h 1864980"/>
                <a:gd name="connsiteX2" fmla="*/ 941398 w 1864314"/>
                <a:gd name="connsiteY2" fmla="*/ 8 h 1864980"/>
                <a:gd name="connsiteX3" fmla="*/ 1864308 w 1864314"/>
                <a:gd name="connsiteY3" fmla="*/ 931755 h 1864980"/>
                <a:gd name="connsiteX4" fmla="*/ 931848 w 1864314"/>
                <a:gd name="connsiteY4" fmla="*/ 1864976 h 1864980"/>
                <a:gd name="connsiteX5" fmla="*/ 425328 w 1864314"/>
                <a:gd name="connsiteY5" fmla="*/ 979362 h 1864980"/>
                <a:gd name="connsiteX6" fmla="*/ 92463 w 1864314"/>
                <a:gd name="connsiteY6" fmla="*/ 979362 h 1864980"/>
                <a:gd name="connsiteX7" fmla="*/ 251911 w 1864314"/>
                <a:gd name="connsiteY7" fmla="*/ 1426777 h 1864980"/>
                <a:gd name="connsiteX8" fmla="*/ 487758 w 1864314"/>
                <a:gd name="connsiteY8" fmla="*/ 1304910 h 1864980"/>
                <a:gd name="connsiteX9" fmla="*/ 425328 w 1864314"/>
                <a:gd name="connsiteY9" fmla="*/ 979362 h 1864980"/>
                <a:gd name="connsiteX10" fmla="*/ 1387673 w 1864314"/>
                <a:gd name="connsiteY10" fmla="*/ 1309804 h 1864980"/>
                <a:gd name="connsiteX11" fmla="*/ 1611975 w 1864314"/>
                <a:gd name="connsiteY11" fmla="*/ 1427157 h 1864980"/>
                <a:gd name="connsiteX12" fmla="*/ 1771613 w 1864314"/>
                <a:gd name="connsiteY12" fmla="*/ 979124 h 1864980"/>
                <a:gd name="connsiteX13" fmla="*/ 1451433 w 1864314"/>
                <a:gd name="connsiteY13" fmla="*/ 979124 h 1864980"/>
                <a:gd name="connsiteX14" fmla="*/ 1387673 w 1864314"/>
                <a:gd name="connsiteY14" fmla="*/ 1309804 h 1864980"/>
                <a:gd name="connsiteX15" fmla="*/ 238893 w 1864314"/>
                <a:gd name="connsiteY15" fmla="*/ 456260 h 1864980"/>
                <a:gd name="connsiteX16" fmla="*/ 92558 w 1864314"/>
                <a:gd name="connsiteY16" fmla="*/ 885194 h 1864980"/>
                <a:gd name="connsiteX17" fmla="*/ 425185 w 1864314"/>
                <a:gd name="connsiteY17" fmla="*/ 885194 h 1864980"/>
                <a:gd name="connsiteX18" fmla="*/ 479159 w 1864314"/>
                <a:gd name="connsiteY18" fmla="*/ 583353 h 1864980"/>
                <a:gd name="connsiteX19" fmla="*/ 238893 w 1864314"/>
                <a:gd name="connsiteY19" fmla="*/ 456260 h 1864980"/>
                <a:gd name="connsiteX20" fmla="*/ 1771661 w 1864314"/>
                <a:gd name="connsiteY20" fmla="*/ 885241 h 1864980"/>
                <a:gd name="connsiteX21" fmla="*/ 1624945 w 1864314"/>
                <a:gd name="connsiteY21" fmla="*/ 455975 h 1864980"/>
                <a:gd name="connsiteX22" fmla="*/ 1394990 w 1864314"/>
                <a:gd name="connsiteY22" fmla="*/ 578935 h 1864980"/>
                <a:gd name="connsiteX23" fmla="*/ 1451386 w 1864314"/>
                <a:gd name="connsiteY23" fmla="*/ 885241 h 1864980"/>
                <a:gd name="connsiteX24" fmla="*/ 1771661 w 1864314"/>
                <a:gd name="connsiteY24" fmla="*/ 885241 h 1864980"/>
                <a:gd name="connsiteX25" fmla="*/ 1359499 w 1864314"/>
                <a:gd name="connsiteY25" fmla="*/ 979172 h 1864980"/>
                <a:gd name="connsiteX26" fmla="*/ 978742 w 1864314"/>
                <a:gd name="connsiteY26" fmla="*/ 979172 h 1864980"/>
                <a:gd name="connsiteX27" fmla="*/ 978742 w 1864314"/>
                <a:gd name="connsiteY27" fmla="*/ 1227609 h 1864980"/>
                <a:gd name="connsiteX28" fmla="*/ 1299872 w 1864314"/>
                <a:gd name="connsiteY28" fmla="*/ 1283102 h 1864980"/>
                <a:gd name="connsiteX29" fmla="*/ 1359499 w 1864314"/>
                <a:gd name="connsiteY29" fmla="*/ 979172 h 1864980"/>
                <a:gd name="connsiteX30" fmla="*/ 576129 w 1864314"/>
                <a:gd name="connsiteY30" fmla="*/ 1279682 h 1864980"/>
                <a:gd name="connsiteX31" fmla="*/ 885809 w 1864314"/>
                <a:gd name="connsiteY31" fmla="*/ 1227372 h 1864980"/>
                <a:gd name="connsiteX32" fmla="*/ 885809 w 1864314"/>
                <a:gd name="connsiteY32" fmla="*/ 979077 h 1864980"/>
                <a:gd name="connsiteX33" fmla="*/ 517263 w 1864314"/>
                <a:gd name="connsiteY33" fmla="*/ 979077 h 1864980"/>
                <a:gd name="connsiteX34" fmla="*/ 576129 w 1864314"/>
                <a:gd name="connsiteY34" fmla="*/ 1279682 h 1864980"/>
                <a:gd name="connsiteX35" fmla="*/ 978219 w 1864314"/>
                <a:gd name="connsiteY35" fmla="*/ 885004 h 1864980"/>
                <a:gd name="connsiteX36" fmla="*/ 1359404 w 1864314"/>
                <a:gd name="connsiteY36" fmla="*/ 885004 h 1864980"/>
                <a:gd name="connsiteX37" fmla="*/ 1307046 w 1864314"/>
                <a:gd name="connsiteY37" fmla="*/ 605969 h 1864980"/>
                <a:gd name="connsiteX38" fmla="*/ 978219 w 1864314"/>
                <a:gd name="connsiteY38" fmla="*/ 663743 h 1864980"/>
                <a:gd name="connsiteX39" fmla="*/ 978219 w 1864314"/>
                <a:gd name="connsiteY39" fmla="*/ 885004 h 1864980"/>
                <a:gd name="connsiteX40" fmla="*/ 885239 w 1864314"/>
                <a:gd name="connsiteY40" fmla="*/ 885431 h 1864980"/>
                <a:gd name="connsiteX41" fmla="*/ 885239 w 1864314"/>
                <a:gd name="connsiteY41" fmla="*/ 663505 h 1864980"/>
                <a:gd name="connsiteX42" fmla="*/ 567055 w 1864314"/>
                <a:gd name="connsiteY42" fmla="*/ 609342 h 1864980"/>
                <a:gd name="connsiteX43" fmla="*/ 517263 w 1864314"/>
                <a:gd name="connsiteY43" fmla="*/ 885431 h 1864980"/>
                <a:gd name="connsiteX44" fmla="*/ 885239 w 1864314"/>
                <a:gd name="connsiteY44" fmla="*/ 885431 h 1864980"/>
                <a:gd name="connsiteX45" fmla="*/ 1275213 w 1864314"/>
                <a:gd name="connsiteY45" fmla="*/ 519878 h 1864980"/>
                <a:gd name="connsiteX46" fmla="*/ 978884 w 1864314"/>
                <a:gd name="connsiteY46" fmla="*/ 91325 h 1864980"/>
                <a:gd name="connsiteX47" fmla="*/ 978884 w 1864314"/>
                <a:gd name="connsiteY47" fmla="*/ 571761 h 1864980"/>
                <a:gd name="connsiteX48" fmla="*/ 1275213 w 1864314"/>
                <a:gd name="connsiteY48" fmla="*/ 519878 h 1864980"/>
                <a:gd name="connsiteX49" fmla="*/ 885382 w 1864314"/>
                <a:gd name="connsiteY49" fmla="*/ 571666 h 1864980"/>
                <a:gd name="connsiteX50" fmla="*/ 885382 w 1864314"/>
                <a:gd name="connsiteY50" fmla="*/ 98119 h 1864980"/>
                <a:gd name="connsiteX51" fmla="*/ 598650 w 1864314"/>
                <a:gd name="connsiteY51" fmla="*/ 522966 h 1864980"/>
                <a:gd name="connsiteX52" fmla="*/ 885382 w 1864314"/>
                <a:gd name="connsiteY52" fmla="*/ 571666 h 1864980"/>
                <a:gd name="connsiteX53" fmla="*/ 979169 w 1864314"/>
                <a:gd name="connsiteY53" fmla="*/ 1321064 h 1864980"/>
                <a:gd name="connsiteX54" fmla="*/ 979169 w 1864314"/>
                <a:gd name="connsiteY54" fmla="*/ 1775511 h 1864980"/>
                <a:gd name="connsiteX55" fmla="*/ 1265236 w 1864314"/>
                <a:gd name="connsiteY55" fmla="*/ 1370096 h 1864980"/>
                <a:gd name="connsiteX56" fmla="*/ 979169 w 1864314"/>
                <a:gd name="connsiteY56" fmla="*/ 1321064 h 1864980"/>
                <a:gd name="connsiteX57" fmla="*/ 609768 w 1864314"/>
                <a:gd name="connsiteY57" fmla="*/ 1365392 h 1864980"/>
                <a:gd name="connsiteX58" fmla="*/ 885049 w 1864314"/>
                <a:gd name="connsiteY58" fmla="*/ 1763919 h 1864980"/>
                <a:gd name="connsiteX59" fmla="*/ 885049 w 1864314"/>
                <a:gd name="connsiteY59" fmla="*/ 1319544 h 1864980"/>
                <a:gd name="connsiteX60" fmla="*/ 609768 w 1864314"/>
                <a:gd name="connsiteY60" fmla="*/ 1365392 h 1864980"/>
                <a:gd name="connsiteX61" fmla="*/ 512131 w 1864314"/>
                <a:gd name="connsiteY61" fmla="*/ 492464 h 1864980"/>
                <a:gd name="connsiteX62" fmla="*/ 748786 w 1864314"/>
                <a:gd name="connsiteY62" fmla="*/ 111374 h 1864980"/>
                <a:gd name="connsiteX63" fmla="*/ 298235 w 1864314"/>
                <a:gd name="connsiteY63" fmla="*/ 379624 h 1864980"/>
                <a:gd name="connsiteX64" fmla="*/ 512131 w 1864314"/>
                <a:gd name="connsiteY64" fmla="*/ 492464 h 1864980"/>
                <a:gd name="connsiteX65" fmla="*/ 1361399 w 1864314"/>
                <a:gd name="connsiteY65" fmla="*/ 488663 h 1864980"/>
                <a:gd name="connsiteX66" fmla="*/ 1565889 w 1864314"/>
                <a:gd name="connsiteY66" fmla="*/ 379624 h 1864980"/>
                <a:gd name="connsiteX67" fmla="*/ 1129448 w 1864314"/>
                <a:gd name="connsiteY67" fmla="*/ 116316 h 1864980"/>
                <a:gd name="connsiteX68" fmla="*/ 1361399 w 1864314"/>
                <a:gd name="connsiteY68" fmla="*/ 488663 h 1864980"/>
                <a:gd name="connsiteX69" fmla="*/ 751114 w 1864314"/>
                <a:gd name="connsiteY69" fmla="*/ 1753704 h 1864980"/>
                <a:gd name="connsiteX70" fmla="*/ 522536 w 1864314"/>
                <a:gd name="connsiteY70" fmla="*/ 1394897 h 1864980"/>
                <a:gd name="connsiteX71" fmla="*/ 313486 w 1864314"/>
                <a:gd name="connsiteY71" fmla="*/ 1502035 h 1864980"/>
                <a:gd name="connsiteX72" fmla="*/ 751114 w 1864314"/>
                <a:gd name="connsiteY72" fmla="*/ 1753704 h 1864980"/>
                <a:gd name="connsiteX73" fmla="*/ 1127928 w 1864314"/>
                <a:gd name="connsiteY73" fmla="*/ 1750378 h 1864980"/>
                <a:gd name="connsiteX74" fmla="*/ 1550827 w 1864314"/>
                <a:gd name="connsiteY74" fmla="*/ 1501798 h 1864980"/>
                <a:gd name="connsiteX75" fmla="*/ 1352514 w 1864314"/>
                <a:gd name="connsiteY75" fmla="*/ 1399316 h 1864980"/>
                <a:gd name="connsiteX76" fmla="*/ 1127928 w 1864314"/>
                <a:gd name="connsiteY76" fmla="*/ 1750378 h 18649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1864314" h="1864980">
                  <a:moveTo>
                    <a:pt x="931848" y="1864976"/>
                  </a:moveTo>
                  <a:cubicBezTo>
                    <a:pt x="413973" y="1863313"/>
                    <a:pt x="-1705" y="1445497"/>
                    <a:pt x="5" y="928334"/>
                  </a:cubicBezTo>
                  <a:cubicBezTo>
                    <a:pt x="1716" y="411409"/>
                    <a:pt x="421005" y="-2035"/>
                    <a:pt x="941398" y="8"/>
                  </a:cubicBezTo>
                  <a:cubicBezTo>
                    <a:pt x="1448915" y="2003"/>
                    <a:pt x="1866256" y="423382"/>
                    <a:pt x="1864308" y="931755"/>
                  </a:cubicBezTo>
                  <a:cubicBezTo>
                    <a:pt x="1862313" y="1449297"/>
                    <a:pt x="1445304" y="1866638"/>
                    <a:pt x="931848" y="1864976"/>
                  </a:cubicBezTo>
                  <a:close/>
                  <a:moveTo>
                    <a:pt x="425328" y="979362"/>
                  </a:moveTo>
                  <a:cubicBezTo>
                    <a:pt x="313391" y="979362"/>
                    <a:pt x="203354" y="979362"/>
                    <a:pt x="92463" y="979362"/>
                  </a:cubicBezTo>
                  <a:cubicBezTo>
                    <a:pt x="103010" y="1146269"/>
                    <a:pt x="156603" y="1295931"/>
                    <a:pt x="251911" y="1426777"/>
                  </a:cubicBezTo>
                  <a:cubicBezTo>
                    <a:pt x="331540" y="1385632"/>
                    <a:pt x="409032" y="1345580"/>
                    <a:pt x="487758" y="1304910"/>
                  </a:cubicBezTo>
                  <a:cubicBezTo>
                    <a:pt x="451887" y="1201905"/>
                    <a:pt x="430839" y="1092582"/>
                    <a:pt x="425328" y="979362"/>
                  </a:cubicBezTo>
                  <a:close/>
                  <a:moveTo>
                    <a:pt x="1387673" y="1309804"/>
                  </a:moveTo>
                  <a:cubicBezTo>
                    <a:pt x="1463454" y="1349429"/>
                    <a:pt x="1537049" y="1387960"/>
                    <a:pt x="1611975" y="1427157"/>
                  </a:cubicBezTo>
                  <a:cubicBezTo>
                    <a:pt x="1707853" y="1294980"/>
                    <a:pt x="1761398" y="1145319"/>
                    <a:pt x="1771613" y="979124"/>
                  </a:cubicBezTo>
                  <a:cubicBezTo>
                    <a:pt x="1664190" y="979124"/>
                    <a:pt x="1558097" y="979124"/>
                    <a:pt x="1451433" y="979124"/>
                  </a:cubicBezTo>
                  <a:cubicBezTo>
                    <a:pt x="1446160" y="1094054"/>
                    <a:pt x="1424494" y="1204851"/>
                    <a:pt x="1387673" y="1309804"/>
                  </a:cubicBezTo>
                  <a:close/>
                  <a:moveTo>
                    <a:pt x="238893" y="456260"/>
                  </a:moveTo>
                  <a:cubicBezTo>
                    <a:pt x="151519" y="583448"/>
                    <a:pt x="102250" y="726791"/>
                    <a:pt x="92558" y="885194"/>
                  </a:cubicBezTo>
                  <a:cubicBezTo>
                    <a:pt x="203924" y="885194"/>
                    <a:pt x="313961" y="885194"/>
                    <a:pt x="425185" y="885194"/>
                  </a:cubicBezTo>
                  <a:cubicBezTo>
                    <a:pt x="430174" y="780526"/>
                    <a:pt x="448324" y="678852"/>
                    <a:pt x="479159" y="583353"/>
                  </a:cubicBezTo>
                  <a:cubicBezTo>
                    <a:pt x="398959" y="540973"/>
                    <a:pt x="320138" y="499258"/>
                    <a:pt x="238893" y="456260"/>
                  </a:cubicBezTo>
                  <a:close/>
                  <a:moveTo>
                    <a:pt x="1771661" y="885241"/>
                  </a:moveTo>
                  <a:cubicBezTo>
                    <a:pt x="1761731" y="726600"/>
                    <a:pt x="1712604" y="582878"/>
                    <a:pt x="1624945" y="455975"/>
                  </a:cubicBezTo>
                  <a:cubicBezTo>
                    <a:pt x="1547359" y="497500"/>
                    <a:pt x="1471816" y="537838"/>
                    <a:pt x="1394990" y="578935"/>
                  </a:cubicBezTo>
                  <a:cubicBezTo>
                    <a:pt x="1427060" y="676191"/>
                    <a:pt x="1446160" y="779196"/>
                    <a:pt x="1451386" y="885241"/>
                  </a:cubicBezTo>
                  <a:cubicBezTo>
                    <a:pt x="1558524" y="885241"/>
                    <a:pt x="1664522" y="885241"/>
                    <a:pt x="1771661" y="885241"/>
                  </a:cubicBezTo>
                  <a:close/>
                  <a:moveTo>
                    <a:pt x="1359499" y="979172"/>
                  </a:moveTo>
                  <a:cubicBezTo>
                    <a:pt x="1231408" y="979172"/>
                    <a:pt x="1105027" y="979172"/>
                    <a:pt x="978742" y="979172"/>
                  </a:cubicBezTo>
                  <a:cubicBezTo>
                    <a:pt x="978742" y="1062507"/>
                    <a:pt x="978742" y="1144701"/>
                    <a:pt x="978742" y="1227609"/>
                  </a:cubicBezTo>
                  <a:cubicBezTo>
                    <a:pt x="1088636" y="1232360"/>
                    <a:pt x="1195346" y="1250605"/>
                    <a:pt x="1299872" y="1283102"/>
                  </a:cubicBezTo>
                  <a:cubicBezTo>
                    <a:pt x="1334650" y="1183898"/>
                    <a:pt x="1354652" y="1083744"/>
                    <a:pt x="1359499" y="979172"/>
                  </a:cubicBezTo>
                  <a:close/>
                  <a:moveTo>
                    <a:pt x="576129" y="1279682"/>
                  </a:moveTo>
                  <a:cubicBezTo>
                    <a:pt x="677756" y="1248657"/>
                    <a:pt x="780761" y="1232503"/>
                    <a:pt x="885809" y="1227372"/>
                  </a:cubicBezTo>
                  <a:cubicBezTo>
                    <a:pt x="885809" y="1143704"/>
                    <a:pt x="885809" y="1061937"/>
                    <a:pt x="885809" y="979077"/>
                  </a:cubicBezTo>
                  <a:cubicBezTo>
                    <a:pt x="762897" y="979077"/>
                    <a:pt x="640555" y="979077"/>
                    <a:pt x="517263" y="979077"/>
                  </a:cubicBezTo>
                  <a:cubicBezTo>
                    <a:pt x="522346" y="1082556"/>
                    <a:pt x="541779" y="1182141"/>
                    <a:pt x="576129" y="1279682"/>
                  </a:cubicBezTo>
                  <a:close/>
                  <a:moveTo>
                    <a:pt x="978219" y="885004"/>
                  </a:moveTo>
                  <a:cubicBezTo>
                    <a:pt x="1106025" y="885004"/>
                    <a:pt x="1232358" y="885004"/>
                    <a:pt x="1359404" y="885004"/>
                  </a:cubicBezTo>
                  <a:cubicBezTo>
                    <a:pt x="1354367" y="789078"/>
                    <a:pt x="1337596" y="696763"/>
                    <a:pt x="1307046" y="605969"/>
                  </a:cubicBezTo>
                  <a:cubicBezTo>
                    <a:pt x="1199052" y="640272"/>
                    <a:pt x="1089918" y="659182"/>
                    <a:pt x="978219" y="663743"/>
                  </a:cubicBezTo>
                  <a:cubicBezTo>
                    <a:pt x="978219" y="738573"/>
                    <a:pt x="978219" y="811171"/>
                    <a:pt x="978219" y="885004"/>
                  </a:cubicBezTo>
                  <a:close/>
                  <a:moveTo>
                    <a:pt x="885239" y="885431"/>
                  </a:moveTo>
                  <a:cubicBezTo>
                    <a:pt x="885239" y="810553"/>
                    <a:pt x="885239" y="737671"/>
                    <a:pt x="885239" y="663505"/>
                  </a:cubicBezTo>
                  <a:cubicBezTo>
                    <a:pt x="776390" y="659657"/>
                    <a:pt x="670915" y="640747"/>
                    <a:pt x="567055" y="609342"/>
                  </a:cubicBezTo>
                  <a:cubicBezTo>
                    <a:pt x="538073" y="700374"/>
                    <a:pt x="521301" y="791501"/>
                    <a:pt x="517263" y="885431"/>
                  </a:cubicBezTo>
                  <a:cubicBezTo>
                    <a:pt x="641078" y="885431"/>
                    <a:pt x="762849" y="885431"/>
                    <a:pt x="885239" y="885431"/>
                  </a:cubicBezTo>
                  <a:close/>
                  <a:moveTo>
                    <a:pt x="1275213" y="519878"/>
                  </a:moveTo>
                  <a:cubicBezTo>
                    <a:pt x="1205371" y="356439"/>
                    <a:pt x="1104790" y="217135"/>
                    <a:pt x="978884" y="91325"/>
                  </a:cubicBezTo>
                  <a:cubicBezTo>
                    <a:pt x="978884" y="254051"/>
                    <a:pt x="978884" y="412407"/>
                    <a:pt x="978884" y="571761"/>
                  </a:cubicBezTo>
                  <a:cubicBezTo>
                    <a:pt x="1080131" y="567770"/>
                    <a:pt x="1177720" y="550428"/>
                    <a:pt x="1275213" y="519878"/>
                  </a:cubicBezTo>
                  <a:close/>
                  <a:moveTo>
                    <a:pt x="885382" y="571666"/>
                  </a:moveTo>
                  <a:cubicBezTo>
                    <a:pt x="885382" y="413215"/>
                    <a:pt x="885382" y="257377"/>
                    <a:pt x="885382" y="98119"/>
                  </a:cubicBezTo>
                  <a:cubicBezTo>
                    <a:pt x="763182" y="223834"/>
                    <a:pt x="665593" y="362092"/>
                    <a:pt x="598650" y="522966"/>
                  </a:cubicBezTo>
                  <a:cubicBezTo>
                    <a:pt x="692960" y="551378"/>
                    <a:pt x="787460" y="568102"/>
                    <a:pt x="885382" y="571666"/>
                  </a:cubicBezTo>
                  <a:close/>
                  <a:moveTo>
                    <a:pt x="979169" y="1321064"/>
                  </a:moveTo>
                  <a:cubicBezTo>
                    <a:pt x="979169" y="1470963"/>
                    <a:pt x="979169" y="1620909"/>
                    <a:pt x="979169" y="1775511"/>
                  </a:cubicBezTo>
                  <a:cubicBezTo>
                    <a:pt x="1099991" y="1654642"/>
                    <a:pt x="1196629" y="1522370"/>
                    <a:pt x="1265236" y="1370096"/>
                  </a:cubicBezTo>
                  <a:cubicBezTo>
                    <a:pt x="1217914" y="1347623"/>
                    <a:pt x="1028581" y="1315315"/>
                    <a:pt x="979169" y="1321064"/>
                  </a:cubicBezTo>
                  <a:close/>
                  <a:moveTo>
                    <a:pt x="609768" y="1365392"/>
                  </a:moveTo>
                  <a:cubicBezTo>
                    <a:pt x="676616" y="1515861"/>
                    <a:pt x="770071" y="1645948"/>
                    <a:pt x="885049" y="1763919"/>
                  </a:cubicBezTo>
                  <a:cubicBezTo>
                    <a:pt x="885049" y="1614210"/>
                    <a:pt x="885049" y="1467209"/>
                    <a:pt x="885049" y="1319544"/>
                  </a:cubicBezTo>
                  <a:cubicBezTo>
                    <a:pt x="791024" y="1323725"/>
                    <a:pt x="700229" y="1338406"/>
                    <a:pt x="609768" y="1365392"/>
                  </a:cubicBezTo>
                  <a:close/>
                  <a:moveTo>
                    <a:pt x="512131" y="492464"/>
                  </a:moveTo>
                  <a:cubicBezTo>
                    <a:pt x="569573" y="352828"/>
                    <a:pt x="649107" y="228348"/>
                    <a:pt x="748786" y="111374"/>
                  </a:cubicBezTo>
                  <a:cubicBezTo>
                    <a:pt x="567672" y="154325"/>
                    <a:pt x="419579" y="243124"/>
                    <a:pt x="298235" y="379624"/>
                  </a:cubicBezTo>
                  <a:cubicBezTo>
                    <a:pt x="366414" y="425378"/>
                    <a:pt x="436303" y="462199"/>
                    <a:pt x="512131" y="492464"/>
                  </a:cubicBezTo>
                  <a:close/>
                  <a:moveTo>
                    <a:pt x="1361399" y="488663"/>
                  </a:moveTo>
                  <a:cubicBezTo>
                    <a:pt x="1434044" y="458873"/>
                    <a:pt x="1501083" y="423287"/>
                    <a:pt x="1565889" y="379624"/>
                  </a:cubicBezTo>
                  <a:cubicBezTo>
                    <a:pt x="1447110" y="246022"/>
                    <a:pt x="1302532" y="157841"/>
                    <a:pt x="1129448" y="116316"/>
                  </a:cubicBezTo>
                  <a:cubicBezTo>
                    <a:pt x="1224566" y="229108"/>
                    <a:pt x="1303673" y="351497"/>
                    <a:pt x="1361399" y="488663"/>
                  </a:cubicBezTo>
                  <a:close/>
                  <a:moveTo>
                    <a:pt x="751114" y="1753704"/>
                  </a:moveTo>
                  <a:cubicBezTo>
                    <a:pt x="656139" y="1643002"/>
                    <a:pt x="579503" y="1525173"/>
                    <a:pt x="522536" y="1394897"/>
                  </a:cubicBezTo>
                  <a:cubicBezTo>
                    <a:pt x="448466" y="1423831"/>
                    <a:pt x="379527" y="1458610"/>
                    <a:pt x="313486" y="1502035"/>
                  </a:cubicBezTo>
                  <a:cubicBezTo>
                    <a:pt x="433975" y="1630221"/>
                    <a:pt x="577697" y="1713509"/>
                    <a:pt x="751114" y="1753704"/>
                  </a:cubicBezTo>
                  <a:close/>
                  <a:moveTo>
                    <a:pt x="1127928" y="1750378"/>
                  </a:moveTo>
                  <a:cubicBezTo>
                    <a:pt x="1295738" y="1708093"/>
                    <a:pt x="1434567" y="1626040"/>
                    <a:pt x="1550827" y="1501798"/>
                  </a:cubicBezTo>
                  <a:cubicBezTo>
                    <a:pt x="1487304" y="1460843"/>
                    <a:pt x="1422451" y="1426920"/>
                    <a:pt x="1352514" y="1399316"/>
                  </a:cubicBezTo>
                  <a:cubicBezTo>
                    <a:pt x="1295976" y="1527026"/>
                    <a:pt x="1221003" y="1641814"/>
                    <a:pt x="1127928" y="1750378"/>
                  </a:cubicBezTo>
                  <a:close/>
                </a:path>
              </a:pathLst>
            </a:custGeom>
            <a:grpFill/>
            <a:ln w="4751" cap="flat">
              <a:noFill/>
              <a:prstDash val="solid"/>
              <a:miter/>
            </a:ln>
          </p:spPr>
          <p:txBody>
            <a:bodyPr rtlCol="0" anchor="ctr"/>
            <a:lstStyle/>
            <a:p>
              <a:endParaRPr lang="en-US"/>
            </a:p>
          </p:txBody>
        </p:sp>
        <p:sp>
          <p:nvSpPr>
            <p:cNvPr id="28" name="Freeform: Shape 169">
              <a:extLst>
                <a:ext uri="{FF2B5EF4-FFF2-40B4-BE49-F238E27FC236}">
                  <a16:creationId xmlns:a16="http://schemas.microsoft.com/office/drawing/2014/main" id="{3B0DB820-901F-8FAC-0C71-73CC04181A95}"/>
                </a:ext>
              </a:extLst>
            </p:cNvPr>
            <p:cNvSpPr/>
            <p:nvPr/>
          </p:nvSpPr>
          <p:spPr>
            <a:xfrm>
              <a:off x="7740151" y="2333396"/>
              <a:ext cx="365656" cy="1090673"/>
            </a:xfrm>
            <a:custGeom>
              <a:avLst/>
              <a:gdLst>
                <a:gd name="connsiteX0" fmla="*/ 188193 w 365656"/>
                <a:gd name="connsiteY0" fmla="*/ 1090673 h 1090673"/>
                <a:gd name="connsiteX1" fmla="*/ 0 w 365656"/>
                <a:gd name="connsiteY1" fmla="*/ 998834 h 1090673"/>
                <a:gd name="connsiteX2" fmla="*/ 142107 w 365656"/>
                <a:gd name="connsiteY2" fmla="*/ 528993 h 1090673"/>
                <a:gd name="connsiteX3" fmla="*/ 129231 w 365656"/>
                <a:gd name="connsiteY3" fmla="*/ 38579 h 1090673"/>
                <a:gd name="connsiteX4" fmla="*/ 335003 w 365656"/>
                <a:gd name="connsiteY4" fmla="*/ 0 h 1090673"/>
                <a:gd name="connsiteX5" fmla="*/ 360992 w 365656"/>
                <a:gd name="connsiteY5" fmla="*/ 450361 h 1090673"/>
                <a:gd name="connsiteX6" fmla="*/ 188193 w 365656"/>
                <a:gd name="connsiteY6" fmla="*/ 1090673 h 10906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5656" h="1090673">
                  <a:moveTo>
                    <a:pt x="188193" y="1090673"/>
                  </a:moveTo>
                  <a:cubicBezTo>
                    <a:pt x="124718" y="1059696"/>
                    <a:pt x="63143" y="1029669"/>
                    <a:pt x="0" y="998834"/>
                  </a:cubicBezTo>
                  <a:cubicBezTo>
                    <a:pt x="72503" y="849030"/>
                    <a:pt x="120252" y="692812"/>
                    <a:pt x="142107" y="528993"/>
                  </a:cubicBezTo>
                  <a:cubicBezTo>
                    <a:pt x="163962" y="365411"/>
                    <a:pt x="159401" y="202399"/>
                    <a:pt x="129231" y="38579"/>
                  </a:cubicBezTo>
                  <a:cubicBezTo>
                    <a:pt x="198170" y="25656"/>
                    <a:pt x="265827" y="12971"/>
                    <a:pt x="335003" y="0"/>
                  </a:cubicBezTo>
                  <a:cubicBezTo>
                    <a:pt x="363558" y="149851"/>
                    <a:pt x="372015" y="299655"/>
                    <a:pt x="360992" y="450361"/>
                  </a:cubicBezTo>
                  <a:cubicBezTo>
                    <a:pt x="344553" y="674330"/>
                    <a:pt x="287065" y="887372"/>
                    <a:pt x="188193" y="1090673"/>
                  </a:cubicBezTo>
                  <a:close/>
                </a:path>
              </a:pathLst>
            </a:custGeom>
            <a:grpFill/>
            <a:ln w="4751" cap="flat">
              <a:noFill/>
              <a:prstDash val="solid"/>
              <a:miter/>
            </a:ln>
          </p:spPr>
          <p:txBody>
            <a:bodyPr rtlCol="0" anchor="ctr"/>
            <a:lstStyle/>
            <a:p>
              <a:endParaRPr lang="en-US"/>
            </a:p>
          </p:txBody>
        </p:sp>
        <p:sp>
          <p:nvSpPr>
            <p:cNvPr id="29" name="Freeform: Shape 170">
              <a:extLst>
                <a:ext uri="{FF2B5EF4-FFF2-40B4-BE49-F238E27FC236}">
                  <a16:creationId xmlns:a16="http://schemas.microsoft.com/office/drawing/2014/main" id="{DD54CB2C-A1E4-7DA6-8877-0D1EB7D1E4B9}"/>
                </a:ext>
              </a:extLst>
            </p:cNvPr>
            <p:cNvSpPr/>
            <p:nvPr/>
          </p:nvSpPr>
          <p:spPr>
            <a:xfrm>
              <a:off x="5869767" y="4103578"/>
              <a:ext cx="1094474" cy="307158"/>
            </a:xfrm>
            <a:custGeom>
              <a:avLst/>
              <a:gdLst>
                <a:gd name="connsiteX0" fmla="*/ 0 w 1094474"/>
                <a:gd name="connsiteY0" fmla="*/ 239790 h 307158"/>
                <a:gd name="connsiteX1" fmla="*/ 57631 w 1094474"/>
                <a:gd name="connsiteY1" fmla="*/ 38342 h 307158"/>
                <a:gd name="connsiteX2" fmla="*/ 541963 w 1094474"/>
                <a:gd name="connsiteY2" fmla="*/ 96116 h 307158"/>
                <a:gd name="connsiteX3" fmla="*/ 1021449 w 1094474"/>
                <a:gd name="connsiteY3" fmla="*/ 0 h 307158"/>
                <a:gd name="connsiteX4" fmla="*/ 1094474 w 1094474"/>
                <a:gd name="connsiteY4" fmla="*/ 196222 h 307158"/>
                <a:gd name="connsiteX5" fmla="*/ 666966 w 1094474"/>
                <a:gd name="connsiteY5" fmla="*/ 297042 h 307158"/>
                <a:gd name="connsiteX6" fmla="*/ 0 w 1094474"/>
                <a:gd name="connsiteY6" fmla="*/ 239790 h 307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94474" h="307158">
                  <a:moveTo>
                    <a:pt x="0" y="239790"/>
                  </a:moveTo>
                  <a:cubicBezTo>
                    <a:pt x="19480" y="171707"/>
                    <a:pt x="38294" y="105951"/>
                    <a:pt x="57631" y="38342"/>
                  </a:cubicBezTo>
                  <a:cubicBezTo>
                    <a:pt x="216557" y="83763"/>
                    <a:pt x="377859" y="102625"/>
                    <a:pt x="541963" y="96116"/>
                  </a:cubicBezTo>
                  <a:cubicBezTo>
                    <a:pt x="706116" y="89607"/>
                    <a:pt x="865374" y="57394"/>
                    <a:pt x="1021449" y="0"/>
                  </a:cubicBezTo>
                  <a:cubicBezTo>
                    <a:pt x="1045823" y="65423"/>
                    <a:pt x="1069816" y="129849"/>
                    <a:pt x="1094474" y="196222"/>
                  </a:cubicBezTo>
                  <a:cubicBezTo>
                    <a:pt x="955741" y="248247"/>
                    <a:pt x="813396" y="281505"/>
                    <a:pt x="666966" y="297042"/>
                  </a:cubicBezTo>
                  <a:cubicBezTo>
                    <a:pt x="441572" y="321035"/>
                    <a:pt x="219693" y="302505"/>
                    <a:pt x="0" y="239790"/>
                  </a:cubicBezTo>
                  <a:close/>
                </a:path>
              </a:pathLst>
            </a:custGeom>
            <a:grpFill/>
            <a:ln w="4751" cap="flat">
              <a:noFill/>
              <a:prstDash val="solid"/>
              <a:miter/>
            </a:ln>
          </p:spPr>
          <p:txBody>
            <a:bodyPr rtlCol="0" anchor="ctr"/>
            <a:lstStyle/>
            <a:p>
              <a:endParaRPr lang="en-US"/>
            </a:p>
          </p:txBody>
        </p:sp>
        <p:sp>
          <p:nvSpPr>
            <p:cNvPr id="30" name="Freeform: Shape 171">
              <a:extLst>
                <a:ext uri="{FF2B5EF4-FFF2-40B4-BE49-F238E27FC236}">
                  <a16:creationId xmlns:a16="http://schemas.microsoft.com/office/drawing/2014/main" id="{B75E7EBD-36E4-0954-74BB-50018AC3BE9C}"/>
                </a:ext>
              </a:extLst>
            </p:cNvPr>
            <p:cNvSpPr/>
            <p:nvPr/>
          </p:nvSpPr>
          <p:spPr>
            <a:xfrm>
              <a:off x="4619883" y="1398085"/>
              <a:ext cx="654803" cy="1003299"/>
            </a:xfrm>
            <a:custGeom>
              <a:avLst/>
              <a:gdLst>
                <a:gd name="connsiteX0" fmla="*/ 654803 w 654803"/>
                <a:gd name="connsiteY0" fmla="*/ 149376 h 1003299"/>
                <a:gd name="connsiteX1" fmla="*/ 206770 w 654803"/>
                <a:gd name="connsiteY1" fmla="*/ 1003300 h 1003299"/>
                <a:gd name="connsiteX2" fmla="*/ 0 w 654803"/>
                <a:gd name="connsiteY2" fmla="*/ 968807 h 1003299"/>
                <a:gd name="connsiteX3" fmla="*/ 507755 w 654803"/>
                <a:gd name="connsiteY3" fmla="*/ 0 h 1003299"/>
                <a:gd name="connsiteX4" fmla="*/ 513789 w 654803"/>
                <a:gd name="connsiteY4" fmla="*/ 4609 h 1003299"/>
                <a:gd name="connsiteX5" fmla="*/ 654803 w 654803"/>
                <a:gd name="connsiteY5" fmla="*/ 149376 h 1003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4803" h="1003299">
                  <a:moveTo>
                    <a:pt x="654803" y="149376"/>
                  </a:moveTo>
                  <a:cubicBezTo>
                    <a:pt x="415678" y="386553"/>
                    <a:pt x="266017" y="670007"/>
                    <a:pt x="206770" y="1003300"/>
                  </a:cubicBezTo>
                  <a:cubicBezTo>
                    <a:pt x="138543" y="991945"/>
                    <a:pt x="70697" y="980589"/>
                    <a:pt x="0" y="968807"/>
                  </a:cubicBezTo>
                  <a:cubicBezTo>
                    <a:pt x="66754" y="591185"/>
                    <a:pt x="236417" y="269485"/>
                    <a:pt x="507755" y="0"/>
                  </a:cubicBezTo>
                  <a:cubicBezTo>
                    <a:pt x="510701" y="2233"/>
                    <a:pt x="512411" y="3231"/>
                    <a:pt x="513789" y="4609"/>
                  </a:cubicBezTo>
                  <a:cubicBezTo>
                    <a:pt x="560635" y="52643"/>
                    <a:pt x="607482" y="100772"/>
                    <a:pt x="654803" y="149376"/>
                  </a:cubicBezTo>
                  <a:close/>
                </a:path>
              </a:pathLst>
            </a:custGeom>
            <a:grpFill/>
            <a:ln w="4751" cap="flat">
              <a:noFill/>
              <a:prstDash val="solid"/>
              <a:miter/>
            </a:ln>
          </p:spPr>
          <p:txBody>
            <a:bodyPr rtlCol="0" anchor="ctr"/>
            <a:lstStyle/>
            <a:p>
              <a:endParaRPr lang="en-US"/>
            </a:p>
          </p:txBody>
        </p:sp>
        <p:sp>
          <p:nvSpPr>
            <p:cNvPr id="31" name="Freeform: Shape 172">
              <a:extLst>
                <a:ext uri="{FF2B5EF4-FFF2-40B4-BE49-F238E27FC236}">
                  <a16:creationId xmlns:a16="http://schemas.microsoft.com/office/drawing/2014/main" id="{74CDAFA2-0B91-53C7-36A7-FA2F402952BE}"/>
                </a:ext>
              </a:extLst>
            </p:cNvPr>
            <p:cNvSpPr/>
            <p:nvPr/>
          </p:nvSpPr>
          <p:spPr>
            <a:xfrm>
              <a:off x="4898965" y="3522941"/>
              <a:ext cx="935595" cy="785602"/>
            </a:xfrm>
            <a:custGeom>
              <a:avLst/>
              <a:gdLst>
                <a:gd name="connsiteX0" fmla="*/ 865849 w 935595"/>
                <a:gd name="connsiteY0" fmla="*/ 785602 h 785602"/>
                <a:gd name="connsiteX1" fmla="*/ 0 w 935595"/>
                <a:gd name="connsiteY1" fmla="*/ 116926 h 785602"/>
                <a:gd name="connsiteX2" fmla="*/ 85331 w 935595"/>
                <a:gd name="connsiteY2" fmla="*/ 59009 h 785602"/>
                <a:gd name="connsiteX3" fmla="*/ 172419 w 935595"/>
                <a:gd name="connsiteY3" fmla="*/ 0 h 785602"/>
                <a:gd name="connsiteX4" fmla="*/ 935596 w 935595"/>
                <a:gd name="connsiteY4" fmla="*/ 589712 h 785602"/>
                <a:gd name="connsiteX5" fmla="*/ 865849 w 935595"/>
                <a:gd name="connsiteY5" fmla="*/ 785602 h 7856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35595" h="785602">
                  <a:moveTo>
                    <a:pt x="865849" y="785602"/>
                  </a:moveTo>
                  <a:cubicBezTo>
                    <a:pt x="540158" y="675898"/>
                    <a:pt x="208908" y="432402"/>
                    <a:pt x="0" y="116926"/>
                  </a:cubicBezTo>
                  <a:cubicBezTo>
                    <a:pt x="28412" y="97636"/>
                    <a:pt x="56871" y="78299"/>
                    <a:pt x="85331" y="59009"/>
                  </a:cubicBezTo>
                  <a:cubicBezTo>
                    <a:pt x="113932" y="39625"/>
                    <a:pt x="142487" y="20287"/>
                    <a:pt x="172419" y="0"/>
                  </a:cubicBezTo>
                  <a:cubicBezTo>
                    <a:pt x="364461" y="277324"/>
                    <a:pt x="618694" y="473500"/>
                    <a:pt x="935596" y="589712"/>
                  </a:cubicBezTo>
                  <a:cubicBezTo>
                    <a:pt x="912078" y="655801"/>
                    <a:pt x="888987" y="720702"/>
                    <a:pt x="865849" y="785602"/>
                  </a:cubicBezTo>
                  <a:close/>
                </a:path>
              </a:pathLst>
            </a:custGeom>
            <a:grpFill/>
            <a:ln w="4751" cap="flat">
              <a:noFill/>
              <a:prstDash val="solid"/>
              <a:miter/>
            </a:ln>
          </p:spPr>
          <p:txBody>
            <a:bodyPr rtlCol="0" anchor="ctr"/>
            <a:lstStyle/>
            <a:p>
              <a:endParaRPr lang="en-US"/>
            </a:p>
          </p:txBody>
        </p:sp>
        <p:sp>
          <p:nvSpPr>
            <p:cNvPr id="32" name="Freeform: Shape 173">
              <a:extLst>
                <a:ext uri="{FF2B5EF4-FFF2-40B4-BE49-F238E27FC236}">
                  <a16:creationId xmlns:a16="http://schemas.microsoft.com/office/drawing/2014/main" id="{814C8370-1C82-06C1-C8F1-BD8BA8C6BBFD}"/>
                </a:ext>
              </a:extLst>
            </p:cNvPr>
            <p:cNvSpPr/>
            <p:nvPr/>
          </p:nvSpPr>
          <p:spPr>
            <a:xfrm>
              <a:off x="7332218" y="1300734"/>
              <a:ext cx="719513" cy="975600"/>
            </a:xfrm>
            <a:custGeom>
              <a:avLst/>
              <a:gdLst>
                <a:gd name="connsiteX0" fmla="*/ 516450 w 719513"/>
                <a:gd name="connsiteY0" fmla="*/ 975601 h 975600"/>
                <a:gd name="connsiteX1" fmla="*/ 0 w 719513"/>
                <a:gd name="connsiteY1" fmla="*/ 161967 h 975600"/>
                <a:gd name="connsiteX2" fmla="*/ 133032 w 719513"/>
                <a:gd name="connsiteY2" fmla="*/ 0 h 975600"/>
                <a:gd name="connsiteX3" fmla="*/ 719514 w 719513"/>
                <a:gd name="connsiteY3" fmla="*/ 923718 h 975600"/>
                <a:gd name="connsiteX4" fmla="*/ 704310 w 719513"/>
                <a:gd name="connsiteY4" fmla="*/ 928279 h 975600"/>
                <a:gd name="connsiteX5" fmla="*/ 516450 w 719513"/>
                <a:gd name="connsiteY5" fmla="*/ 975601 h 97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19513" h="975600">
                  <a:moveTo>
                    <a:pt x="516450" y="975601"/>
                  </a:moveTo>
                  <a:cubicBezTo>
                    <a:pt x="430882" y="648579"/>
                    <a:pt x="258748" y="378239"/>
                    <a:pt x="0" y="161967"/>
                  </a:cubicBezTo>
                  <a:cubicBezTo>
                    <a:pt x="44376" y="107946"/>
                    <a:pt x="88181" y="54638"/>
                    <a:pt x="133032" y="0"/>
                  </a:cubicBezTo>
                  <a:cubicBezTo>
                    <a:pt x="427223" y="246109"/>
                    <a:pt x="622590" y="552986"/>
                    <a:pt x="719514" y="923718"/>
                  </a:cubicBezTo>
                  <a:cubicBezTo>
                    <a:pt x="712957" y="925713"/>
                    <a:pt x="708681" y="927186"/>
                    <a:pt x="704310" y="928279"/>
                  </a:cubicBezTo>
                  <a:cubicBezTo>
                    <a:pt x="642355" y="943910"/>
                    <a:pt x="580353" y="959542"/>
                    <a:pt x="516450" y="975601"/>
                  </a:cubicBezTo>
                  <a:close/>
                </a:path>
              </a:pathLst>
            </a:custGeom>
            <a:grpFill/>
            <a:ln w="4751" cap="flat">
              <a:noFill/>
              <a:prstDash val="solid"/>
              <a:miter/>
            </a:ln>
          </p:spPr>
          <p:txBody>
            <a:bodyPr rtlCol="0" anchor="ctr"/>
            <a:lstStyle/>
            <a:p>
              <a:endParaRPr lang="en-US"/>
            </a:p>
          </p:txBody>
        </p:sp>
        <p:sp>
          <p:nvSpPr>
            <p:cNvPr id="33" name="Freeform: Shape 174">
              <a:extLst>
                <a:ext uri="{FF2B5EF4-FFF2-40B4-BE49-F238E27FC236}">
                  <a16:creationId xmlns:a16="http://schemas.microsoft.com/office/drawing/2014/main" id="{332D9761-1C66-FC50-8E96-603A35270253}"/>
                </a:ext>
              </a:extLst>
            </p:cNvPr>
            <p:cNvSpPr/>
            <p:nvPr/>
          </p:nvSpPr>
          <p:spPr>
            <a:xfrm>
              <a:off x="6981393" y="3418415"/>
              <a:ext cx="895828" cy="840240"/>
            </a:xfrm>
            <a:custGeom>
              <a:avLst/>
              <a:gdLst>
                <a:gd name="connsiteX0" fmla="*/ 85521 w 895828"/>
                <a:gd name="connsiteY0" fmla="*/ 840241 h 840240"/>
                <a:gd name="connsiteX1" fmla="*/ 0 w 895828"/>
                <a:gd name="connsiteY1" fmla="*/ 648437 h 840240"/>
                <a:gd name="connsiteX2" fmla="*/ 408884 w 895828"/>
                <a:gd name="connsiteY2" fmla="*/ 380805 h 840240"/>
                <a:gd name="connsiteX3" fmla="*/ 713290 w 895828"/>
                <a:gd name="connsiteY3" fmla="*/ 0 h 840240"/>
                <a:gd name="connsiteX4" fmla="*/ 895829 w 895828"/>
                <a:gd name="connsiteY4" fmla="*/ 103718 h 840240"/>
                <a:gd name="connsiteX5" fmla="*/ 85521 w 895828"/>
                <a:gd name="connsiteY5" fmla="*/ 840241 h 84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95828" h="840240">
                  <a:moveTo>
                    <a:pt x="85521" y="840241"/>
                  </a:moveTo>
                  <a:cubicBezTo>
                    <a:pt x="56586" y="775340"/>
                    <a:pt x="28507" y="712387"/>
                    <a:pt x="0" y="648437"/>
                  </a:cubicBezTo>
                  <a:cubicBezTo>
                    <a:pt x="151134" y="580543"/>
                    <a:pt x="287207" y="491601"/>
                    <a:pt x="408884" y="380805"/>
                  </a:cubicBezTo>
                  <a:cubicBezTo>
                    <a:pt x="530181" y="270340"/>
                    <a:pt x="631142" y="143437"/>
                    <a:pt x="713290" y="0"/>
                  </a:cubicBezTo>
                  <a:cubicBezTo>
                    <a:pt x="774152" y="34588"/>
                    <a:pt x="834111" y="68654"/>
                    <a:pt x="895829" y="103718"/>
                  </a:cubicBezTo>
                  <a:cubicBezTo>
                    <a:pt x="703360" y="435015"/>
                    <a:pt x="434825" y="680317"/>
                    <a:pt x="85521" y="840241"/>
                  </a:cubicBezTo>
                  <a:close/>
                </a:path>
              </a:pathLst>
            </a:custGeom>
            <a:grpFill/>
            <a:ln w="4751" cap="flat">
              <a:noFill/>
              <a:prstDash val="solid"/>
              <a:miter/>
            </a:ln>
          </p:spPr>
          <p:txBody>
            <a:bodyPr rtlCol="0" anchor="ctr"/>
            <a:lstStyle/>
            <a:p>
              <a:endParaRPr lang="en-US"/>
            </a:p>
          </p:txBody>
        </p:sp>
      </p:grpSp>
      <p:grpSp>
        <p:nvGrpSpPr>
          <p:cNvPr id="34" name="Group 19">
            <a:extLst>
              <a:ext uri="{FF2B5EF4-FFF2-40B4-BE49-F238E27FC236}">
                <a16:creationId xmlns:a16="http://schemas.microsoft.com/office/drawing/2014/main" id="{6EECF284-1685-40D7-D91C-912D2CCA0A5D}"/>
              </a:ext>
            </a:extLst>
          </p:cNvPr>
          <p:cNvGrpSpPr/>
          <p:nvPr/>
        </p:nvGrpSpPr>
        <p:grpSpPr>
          <a:xfrm>
            <a:off x="5034167" y="3539929"/>
            <a:ext cx="2119047" cy="1937421"/>
            <a:chOff x="1114004" y="1808772"/>
            <a:chExt cx="2119047" cy="2177480"/>
          </a:xfrm>
        </p:grpSpPr>
        <p:sp>
          <p:nvSpPr>
            <p:cNvPr id="35" name="TextBox 12">
              <a:extLst>
                <a:ext uri="{FF2B5EF4-FFF2-40B4-BE49-F238E27FC236}">
                  <a16:creationId xmlns:a16="http://schemas.microsoft.com/office/drawing/2014/main" id="{1922A019-5D75-145E-A097-0421C4043F88}"/>
                </a:ext>
              </a:extLst>
            </p:cNvPr>
            <p:cNvSpPr txBox="1"/>
            <p:nvPr/>
          </p:nvSpPr>
          <p:spPr>
            <a:xfrm>
              <a:off x="1114004" y="2429647"/>
              <a:ext cx="2119047" cy="1556605"/>
            </a:xfrm>
            <a:prstGeom prst="rect">
              <a:avLst/>
            </a:prstGeom>
            <a:noFill/>
          </p:spPr>
          <p:txBody>
            <a:bodyPr wrap="square" rtlCol="0">
              <a:spAutoFit/>
            </a:bodyPr>
            <a:lstStyle/>
            <a:p>
              <a:r>
                <a:rPr lang="fr-FR" altLang="ko-KR" sz="1200" dirty="0">
                  <a:cs typeface="Arial" pitchFamily="34" charset="0"/>
                </a:rPr>
                <a:t>Création d'environnements en ligne favorisant la collaboration entre les utilisateurs de la bibliothèque, facilitant ainsi les échanges, les projets communs et le partage de connaissances.</a:t>
              </a:r>
              <a:endParaRPr lang="en-US" altLang="ko-KR" sz="1200" dirty="0">
                <a:cs typeface="Arial" pitchFamily="34" charset="0"/>
              </a:endParaRPr>
            </a:p>
          </p:txBody>
        </p:sp>
        <p:sp>
          <p:nvSpPr>
            <p:cNvPr id="36" name="TextBox 14">
              <a:extLst>
                <a:ext uri="{FF2B5EF4-FFF2-40B4-BE49-F238E27FC236}">
                  <a16:creationId xmlns:a16="http://schemas.microsoft.com/office/drawing/2014/main" id="{2251B164-FD79-76F7-C101-044C21CCF439}"/>
                </a:ext>
              </a:extLst>
            </p:cNvPr>
            <p:cNvSpPr txBox="1"/>
            <p:nvPr/>
          </p:nvSpPr>
          <p:spPr>
            <a:xfrm>
              <a:off x="1114004" y="1808772"/>
              <a:ext cx="2119047" cy="588050"/>
            </a:xfrm>
            <a:prstGeom prst="rect">
              <a:avLst/>
            </a:prstGeom>
            <a:noFill/>
          </p:spPr>
          <p:txBody>
            <a:bodyPr wrap="square" rtlCol="0">
              <a:spAutoFit/>
            </a:bodyPr>
            <a:lstStyle/>
            <a:p>
              <a:r>
                <a:rPr lang="en-US" altLang="ko-KR" sz="1400" b="1" dirty="0" err="1">
                  <a:cs typeface="Arial" pitchFamily="34" charset="0"/>
                </a:rPr>
                <a:t>Espaces</a:t>
              </a:r>
              <a:r>
                <a:rPr lang="en-US" altLang="ko-KR" sz="1400" b="1" dirty="0">
                  <a:cs typeface="Arial" pitchFamily="34" charset="0"/>
                </a:rPr>
                <a:t> de travail </a:t>
              </a:r>
              <a:r>
                <a:rPr lang="en-US" altLang="ko-KR" sz="1400" b="1" dirty="0" err="1">
                  <a:cs typeface="Arial" pitchFamily="34" charset="0"/>
                </a:rPr>
                <a:t>collaboratifs</a:t>
              </a:r>
              <a:endParaRPr lang="ko-KR" altLang="en-US" sz="1400" b="1" dirty="0">
                <a:cs typeface="Arial" pitchFamily="34" charset="0"/>
              </a:endParaRPr>
            </a:p>
          </p:txBody>
        </p:sp>
      </p:grpSp>
      <p:grpSp>
        <p:nvGrpSpPr>
          <p:cNvPr id="37" name="Group 19">
            <a:extLst>
              <a:ext uri="{FF2B5EF4-FFF2-40B4-BE49-F238E27FC236}">
                <a16:creationId xmlns:a16="http://schemas.microsoft.com/office/drawing/2014/main" id="{9FF1B325-ABFC-1178-2603-0B2FEB975EE6}"/>
              </a:ext>
            </a:extLst>
          </p:cNvPr>
          <p:cNvGrpSpPr/>
          <p:nvPr/>
        </p:nvGrpSpPr>
        <p:grpSpPr>
          <a:xfrm>
            <a:off x="8758404" y="3454589"/>
            <a:ext cx="2119047" cy="2122086"/>
            <a:chOff x="1114004" y="1808772"/>
            <a:chExt cx="2119047" cy="2385026"/>
          </a:xfrm>
        </p:grpSpPr>
        <p:sp>
          <p:nvSpPr>
            <p:cNvPr id="38" name="TextBox 12">
              <a:extLst>
                <a:ext uri="{FF2B5EF4-FFF2-40B4-BE49-F238E27FC236}">
                  <a16:creationId xmlns:a16="http://schemas.microsoft.com/office/drawing/2014/main" id="{27789DB3-9B46-C4C9-2AA3-A25CA2E94F77}"/>
                </a:ext>
              </a:extLst>
            </p:cNvPr>
            <p:cNvSpPr txBox="1"/>
            <p:nvPr/>
          </p:nvSpPr>
          <p:spPr>
            <a:xfrm>
              <a:off x="1114004" y="2429647"/>
              <a:ext cx="2119047" cy="1764151"/>
            </a:xfrm>
            <a:prstGeom prst="rect">
              <a:avLst/>
            </a:prstGeom>
            <a:noFill/>
          </p:spPr>
          <p:txBody>
            <a:bodyPr wrap="square" rtlCol="0">
              <a:spAutoFit/>
            </a:bodyPr>
            <a:lstStyle/>
            <a:p>
              <a:r>
                <a:rPr lang="fr-FR" altLang="ko-KR" sz="1200" dirty="0">
                  <a:cs typeface="Arial" pitchFamily="34" charset="0"/>
                </a:rPr>
                <a:t>Mise en place de stratégies de promotion efficaces et de mécanismes d'engagement interactifs pour attirer et fidéliser les utilisateurs de la bibliothèque, augmentant ainsi l'utilisation et la valeur de la solution web.</a:t>
              </a:r>
              <a:endParaRPr lang="en-US" altLang="ko-KR" sz="1200" dirty="0">
                <a:cs typeface="Arial" pitchFamily="34" charset="0"/>
              </a:endParaRPr>
            </a:p>
          </p:txBody>
        </p:sp>
        <p:sp>
          <p:nvSpPr>
            <p:cNvPr id="39" name="TextBox 14">
              <a:extLst>
                <a:ext uri="{FF2B5EF4-FFF2-40B4-BE49-F238E27FC236}">
                  <a16:creationId xmlns:a16="http://schemas.microsoft.com/office/drawing/2014/main" id="{5E3A0460-DD61-3456-2140-E6B2325B3FA8}"/>
                </a:ext>
              </a:extLst>
            </p:cNvPr>
            <p:cNvSpPr txBox="1"/>
            <p:nvPr/>
          </p:nvSpPr>
          <p:spPr>
            <a:xfrm>
              <a:off x="1114004" y="1808772"/>
              <a:ext cx="2119047" cy="588050"/>
            </a:xfrm>
            <a:prstGeom prst="rect">
              <a:avLst/>
            </a:prstGeom>
            <a:noFill/>
          </p:spPr>
          <p:txBody>
            <a:bodyPr wrap="square" rtlCol="0">
              <a:spAutoFit/>
            </a:bodyPr>
            <a:lstStyle/>
            <a:p>
              <a:r>
                <a:rPr lang="fr-FR" altLang="ko-KR" sz="1400" b="1" dirty="0">
                  <a:cs typeface="Arial" pitchFamily="34" charset="0"/>
                </a:rPr>
                <a:t>Promotion et engagement des utilisateurs</a:t>
              </a:r>
              <a:endParaRPr lang="ko-KR" altLang="en-US" sz="1400" b="1" dirty="0">
                <a:cs typeface="Arial" pitchFamily="34" charset="0"/>
              </a:endParaRPr>
            </a:p>
          </p:txBody>
        </p:sp>
      </p:grpSp>
      <p:grpSp>
        <p:nvGrpSpPr>
          <p:cNvPr id="40" name="Group 151">
            <a:extLst>
              <a:ext uri="{FF2B5EF4-FFF2-40B4-BE49-F238E27FC236}">
                <a16:creationId xmlns:a16="http://schemas.microsoft.com/office/drawing/2014/main" id="{C38482AA-EA03-82BC-746C-CF863D438478}"/>
              </a:ext>
            </a:extLst>
          </p:cNvPr>
          <p:cNvGrpSpPr/>
          <p:nvPr/>
        </p:nvGrpSpPr>
        <p:grpSpPr>
          <a:xfrm>
            <a:off x="5057646" y="2486980"/>
            <a:ext cx="916931" cy="855720"/>
            <a:chOff x="3544388" y="1380450"/>
            <a:chExt cx="5477691" cy="5477691"/>
          </a:xfrm>
        </p:grpSpPr>
        <p:grpSp>
          <p:nvGrpSpPr>
            <p:cNvPr id="41" name="Group 152">
              <a:extLst>
                <a:ext uri="{FF2B5EF4-FFF2-40B4-BE49-F238E27FC236}">
                  <a16:creationId xmlns:a16="http://schemas.microsoft.com/office/drawing/2014/main" id="{9A8E9466-606E-0F00-0026-D4CC7DA62E7C}"/>
                </a:ext>
              </a:extLst>
            </p:cNvPr>
            <p:cNvGrpSpPr/>
            <p:nvPr/>
          </p:nvGrpSpPr>
          <p:grpSpPr>
            <a:xfrm flipH="1">
              <a:off x="4172545" y="2472415"/>
              <a:ext cx="4849534" cy="3982909"/>
              <a:chOff x="694037" y="1907584"/>
              <a:chExt cx="4600185" cy="3778119"/>
            </a:xfrm>
          </p:grpSpPr>
          <p:grpSp>
            <p:nvGrpSpPr>
              <p:cNvPr id="43" name="Group 154">
                <a:extLst>
                  <a:ext uri="{FF2B5EF4-FFF2-40B4-BE49-F238E27FC236}">
                    <a16:creationId xmlns:a16="http://schemas.microsoft.com/office/drawing/2014/main" id="{CB036F69-C527-D0EC-EB0F-C63F57FC3C2A}"/>
                  </a:ext>
                </a:extLst>
              </p:cNvPr>
              <p:cNvGrpSpPr/>
              <p:nvPr/>
            </p:nvGrpSpPr>
            <p:grpSpPr>
              <a:xfrm>
                <a:off x="694037" y="1907584"/>
                <a:ext cx="4600185" cy="3778119"/>
                <a:chOff x="6317071" y="541239"/>
                <a:chExt cx="4600185" cy="3778119"/>
              </a:xfrm>
            </p:grpSpPr>
            <p:sp>
              <p:nvSpPr>
                <p:cNvPr id="45" name="Freeform: Shape 156">
                  <a:extLst>
                    <a:ext uri="{FF2B5EF4-FFF2-40B4-BE49-F238E27FC236}">
                      <a16:creationId xmlns:a16="http://schemas.microsoft.com/office/drawing/2014/main" id="{B8FD651E-462D-C5E5-6E20-2BA5D489DA14}"/>
                    </a:ext>
                  </a:extLst>
                </p:cNvPr>
                <p:cNvSpPr/>
                <p:nvPr/>
              </p:nvSpPr>
              <p:spPr>
                <a:xfrm>
                  <a:off x="7792347" y="541239"/>
                  <a:ext cx="1769425" cy="2142119"/>
                </a:xfrm>
                <a:custGeom>
                  <a:avLst/>
                  <a:gdLst>
                    <a:gd name="connsiteX0" fmla="*/ 2660333 w 2715559"/>
                    <a:gd name="connsiteY0" fmla="*/ 1901649 h 3287536"/>
                    <a:gd name="connsiteX1" fmla="*/ 2655570 w 2715559"/>
                    <a:gd name="connsiteY1" fmla="*/ 1765441 h 3287536"/>
                    <a:gd name="connsiteX2" fmla="*/ 2713672 w 2715559"/>
                    <a:gd name="connsiteY2" fmla="*/ 1554939 h 3287536"/>
                    <a:gd name="connsiteX3" fmla="*/ 2673668 w 2715559"/>
                    <a:gd name="connsiteY3" fmla="*/ 1450164 h 3287536"/>
                    <a:gd name="connsiteX4" fmla="*/ 2648903 w 2715559"/>
                    <a:gd name="connsiteY4" fmla="*/ 1334911 h 3287536"/>
                    <a:gd name="connsiteX5" fmla="*/ 2655570 w 2715559"/>
                    <a:gd name="connsiteY5" fmla="*/ 1231089 h 3287536"/>
                    <a:gd name="connsiteX6" fmla="*/ 2480310 w 2715559"/>
                    <a:gd name="connsiteY6" fmla="*/ 1001536 h 3287536"/>
                    <a:gd name="connsiteX7" fmla="*/ 1182052 w 2715559"/>
                    <a:gd name="connsiteY7" fmla="*/ 964389 h 3287536"/>
                    <a:gd name="connsiteX8" fmla="*/ 886777 w 2715559"/>
                    <a:gd name="connsiteY8" fmla="*/ 993916 h 3287536"/>
                    <a:gd name="connsiteX9" fmla="*/ 865823 w 2715559"/>
                    <a:gd name="connsiteY9" fmla="*/ 979629 h 3287536"/>
                    <a:gd name="connsiteX10" fmla="*/ 901065 w 2715559"/>
                    <a:gd name="connsiteY10" fmla="*/ 824371 h 3287536"/>
                    <a:gd name="connsiteX11" fmla="*/ 973455 w 2715559"/>
                    <a:gd name="connsiteY11" fmla="*/ 680544 h 3287536"/>
                    <a:gd name="connsiteX12" fmla="*/ 973455 w 2715559"/>
                    <a:gd name="connsiteY12" fmla="*/ 680544 h 3287536"/>
                    <a:gd name="connsiteX13" fmla="*/ 985838 w 2715559"/>
                    <a:gd name="connsiteY13" fmla="*/ 133809 h 3287536"/>
                    <a:gd name="connsiteX14" fmla="*/ 1012508 w 2715559"/>
                    <a:gd name="connsiteY14" fmla="*/ 103329 h 3287536"/>
                    <a:gd name="connsiteX15" fmla="*/ 983933 w 2715559"/>
                    <a:gd name="connsiteY15" fmla="*/ 57609 h 3287536"/>
                    <a:gd name="connsiteX16" fmla="*/ 784860 w 2715559"/>
                    <a:gd name="connsiteY16" fmla="*/ 42369 h 3287536"/>
                    <a:gd name="connsiteX17" fmla="*/ 716280 w 2715559"/>
                    <a:gd name="connsiteY17" fmla="*/ 156669 h 3287536"/>
                    <a:gd name="connsiteX18" fmla="*/ 649605 w 2715559"/>
                    <a:gd name="connsiteY18" fmla="*/ 318594 h 3287536"/>
                    <a:gd name="connsiteX19" fmla="*/ 258127 w 2715559"/>
                    <a:gd name="connsiteY19" fmla="*/ 921526 h 3287536"/>
                    <a:gd name="connsiteX20" fmla="*/ 160020 w 2715559"/>
                    <a:gd name="connsiteY20" fmla="*/ 1078689 h 3287536"/>
                    <a:gd name="connsiteX21" fmla="*/ 40005 w 2715559"/>
                    <a:gd name="connsiteY21" fmla="*/ 1474929 h 3287536"/>
                    <a:gd name="connsiteX22" fmla="*/ 0 w 2715559"/>
                    <a:gd name="connsiteY22" fmla="*/ 1522554 h 3287536"/>
                    <a:gd name="connsiteX23" fmla="*/ 3810 w 2715559"/>
                    <a:gd name="connsiteY23" fmla="*/ 1534936 h 3287536"/>
                    <a:gd name="connsiteX24" fmla="*/ 303848 w 2715559"/>
                    <a:gd name="connsiteY24" fmla="*/ 2331226 h 3287536"/>
                    <a:gd name="connsiteX25" fmla="*/ 664845 w 2715559"/>
                    <a:gd name="connsiteY25" fmla="*/ 3287536 h 3287536"/>
                    <a:gd name="connsiteX26" fmla="*/ 701040 w 2715559"/>
                    <a:gd name="connsiteY26" fmla="*/ 3279916 h 3287536"/>
                    <a:gd name="connsiteX27" fmla="*/ 992505 w 2715559"/>
                    <a:gd name="connsiteY27" fmla="*/ 3169426 h 3287536"/>
                    <a:gd name="connsiteX28" fmla="*/ 1344930 w 2715559"/>
                    <a:gd name="connsiteY28" fmla="*/ 3009406 h 3287536"/>
                    <a:gd name="connsiteX29" fmla="*/ 2436495 w 2715559"/>
                    <a:gd name="connsiteY29" fmla="*/ 2568399 h 3287536"/>
                    <a:gd name="connsiteX30" fmla="*/ 2579370 w 2715559"/>
                    <a:gd name="connsiteY30" fmla="*/ 2518869 h 3287536"/>
                    <a:gd name="connsiteX31" fmla="*/ 2651760 w 2715559"/>
                    <a:gd name="connsiteY31" fmla="*/ 2436001 h 3287536"/>
                    <a:gd name="connsiteX32" fmla="*/ 2594610 w 2715559"/>
                    <a:gd name="connsiteY32" fmla="*/ 2215974 h 3287536"/>
                    <a:gd name="connsiteX33" fmla="*/ 2700338 w 2715559"/>
                    <a:gd name="connsiteY33" fmla="*/ 2056906 h 3287536"/>
                    <a:gd name="connsiteX34" fmla="*/ 2660333 w 2715559"/>
                    <a:gd name="connsiteY34" fmla="*/ 1901649 h 3287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715559" h="3287536">
                      <a:moveTo>
                        <a:pt x="2660333" y="1901649"/>
                      </a:moveTo>
                      <a:cubicBezTo>
                        <a:pt x="2630805" y="1854024"/>
                        <a:pt x="2619375" y="1812114"/>
                        <a:pt x="2655570" y="1765441"/>
                      </a:cubicBezTo>
                      <a:cubicBezTo>
                        <a:pt x="2695575" y="1700671"/>
                        <a:pt x="2723197" y="1633044"/>
                        <a:pt x="2713672" y="1554939"/>
                      </a:cubicBezTo>
                      <a:cubicBezTo>
                        <a:pt x="2707005" y="1506361"/>
                        <a:pt x="2686050" y="1459689"/>
                        <a:pt x="2673668" y="1450164"/>
                      </a:cubicBezTo>
                      <a:cubicBezTo>
                        <a:pt x="2630805" y="1418731"/>
                        <a:pt x="2627947" y="1379679"/>
                        <a:pt x="2648903" y="1334911"/>
                      </a:cubicBezTo>
                      <a:cubicBezTo>
                        <a:pt x="2663190" y="1310146"/>
                        <a:pt x="2662238" y="1257759"/>
                        <a:pt x="2655570" y="1231089"/>
                      </a:cubicBezTo>
                      <a:cubicBezTo>
                        <a:pt x="2627947" y="1131076"/>
                        <a:pt x="2575560" y="1050114"/>
                        <a:pt x="2480310" y="1001536"/>
                      </a:cubicBezTo>
                      <a:cubicBezTo>
                        <a:pt x="2211705" y="870091"/>
                        <a:pt x="1816418" y="870091"/>
                        <a:pt x="1182052" y="964389"/>
                      </a:cubicBezTo>
                      <a:cubicBezTo>
                        <a:pt x="1154430" y="977724"/>
                        <a:pt x="998220" y="981534"/>
                        <a:pt x="886777" y="993916"/>
                      </a:cubicBezTo>
                      <a:cubicBezTo>
                        <a:pt x="867727" y="995821"/>
                        <a:pt x="863918" y="996774"/>
                        <a:pt x="865823" y="979629"/>
                      </a:cubicBezTo>
                      <a:cubicBezTo>
                        <a:pt x="871538" y="927241"/>
                        <a:pt x="869633" y="873901"/>
                        <a:pt x="901065" y="824371"/>
                      </a:cubicBezTo>
                      <a:cubicBezTo>
                        <a:pt x="929640" y="779604"/>
                        <a:pt x="949643" y="729121"/>
                        <a:pt x="973455" y="680544"/>
                      </a:cubicBezTo>
                      <a:cubicBezTo>
                        <a:pt x="973455" y="680544"/>
                        <a:pt x="973455" y="680544"/>
                        <a:pt x="973455" y="680544"/>
                      </a:cubicBezTo>
                      <a:cubicBezTo>
                        <a:pt x="978218" y="498616"/>
                        <a:pt x="982027" y="315736"/>
                        <a:pt x="985838" y="133809"/>
                      </a:cubicBezTo>
                      <a:cubicBezTo>
                        <a:pt x="985838" y="112854"/>
                        <a:pt x="990600" y="101424"/>
                        <a:pt x="1012508" y="103329"/>
                      </a:cubicBezTo>
                      <a:cubicBezTo>
                        <a:pt x="1002983" y="88089"/>
                        <a:pt x="995363" y="71896"/>
                        <a:pt x="983933" y="57609"/>
                      </a:cubicBezTo>
                      <a:cubicBezTo>
                        <a:pt x="929640" y="-12876"/>
                        <a:pt x="848677" y="-19544"/>
                        <a:pt x="784860" y="42369"/>
                      </a:cubicBezTo>
                      <a:cubicBezTo>
                        <a:pt x="751523" y="74754"/>
                        <a:pt x="729615" y="112854"/>
                        <a:pt x="716280" y="156669"/>
                      </a:cubicBezTo>
                      <a:cubicBezTo>
                        <a:pt x="698183" y="211914"/>
                        <a:pt x="681990" y="269064"/>
                        <a:pt x="649605" y="318594"/>
                      </a:cubicBezTo>
                      <a:cubicBezTo>
                        <a:pt x="519113" y="519571"/>
                        <a:pt x="387667" y="719596"/>
                        <a:pt x="258127" y="921526"/>
                      </a:cubicBezTo>
                      <a:cubicBezTo>
                        <a:pt x="224790" y="972961"/>
                        <a:pt x="182880" y="1020586"/>
                        <a:pt x="160020" y="1078689"/>
                      </a:cubicBezTo>
                      <a:cubicBezTo>
                        <a:pt x="109538" y="1207276"/>
                        <a:pt x="78105" y="1342531"/>
                        <a:pt x="40005" y="1474929"/>
                      </a:cubicBezTo>
                      <a:cubicBezTo>
                        <a:pt x="33338" y="1497789"/>
                        <a:pt x="26670" y="1517791"/>
                        <a:pt x="0" y="1522554"/>
                      </a:cubicBezTo>
                      <a:cubicBezTo>
                        <a:pt x="953" y="1526364"/>
                        <a:pt x="1905" y="1531126"/>
                        <a:pt x="3810" y="1534936"/>
                      </a:cubicBezTo>
                      <a:cubicBezTo>
                        <a:pt x="103823" y="1800684"/>
                        <a:pt x="203835" y="2065479"/>
                        <a:pt x="303848" y="2331226"/>
                      </a:cubicBezTo>
                      <a:cubicBezTo>
                        <a:pt x="423863" y="2650314"/>
                        <a:pt x="544830" y="2968449"/>
                        <a:pt x="664845" y="3287536"/>
                      </a:cubicBezTo>
                      <a:cubicBezTo>
                        <a:pt x="677227" y="3284679"/>
                        <a:pt x="688658" y="3282774"/>
                        <a:pt x="701040" y="3279916"/>
                      </a:cubicBezTo>
                      <a:cubicBezTo>
                        <a:pt x="801052" y="3250389"/>
                        <a:pt x="896302" y="3208479"/>
                        <a:pt x="992505" y="3169426"/>
                      </a:cubicBezTo>
                      <a:cubicBezTo>
                        <a:pt x="1109663" y="3121801"/>
                        <a:pt x="1229677" y="3062746"/>
                        <a:pt x="1344930" y="3009406"/>
                      </a:cubicBezTo>
                      <a:cubicBezTo>
                        <a:pt x="1480185" y="2930349"/>
                        <a:pt x="2380298" y="2584591"/>
                        <a:pt x="2436495" y="2568399"/>
                      </a:cubicBezTo>
                      <a:cubicBezTo>
                        <a:pt x="2484120" y="2551254"/>
                        <a:pt x="2536508" y="2534109"/>
                        <a:pt x="2579370" y="2518869"/>
                      </a:cubicBezTo>
                      <a:cubicBezTo>
                        <a:pt x="2617470" y="2505534"/>
                        <a:pt x="2642235" y="2476959"/>
                        <a:pt x="2651760" y="2436001"/>
                      </a:cubicBezTo>
                      <a:cubicBezTo>
                        <a:pt x="2670810" y="2353134"/>
                        <a:pt x="2670810" y="2275029"/>
                        <a:pt x="2594610" y="2215974"/>
                      </a:cubicBezTo>
                      <a:cubicBezTo>
                        <a:pt x="2682240" y="2173111"/>
                        <a:pt x="2707958" y="2135964"/>
                        <a:pt x="2700338" y="2056906"/>
                      </a:cubicBezTo>
                      <a:cubicBezTo>
                        <a:pt x="2696528" y="2003566"/>
                        <a:pt x="2688908" y="1947369"/>
                        <a:pt x="2660333" y="1901649"/>
                      </a:cubicBezTo>
                      <a:close/>
                    </a:path>
                  </a:pathLst>
                </a:custGeom>
                <a:solidFill>
                  <a:srgbClr val="FDCBA3"/>
                </a:solidFill>
                <a:ln w="9525" cap="flat">
                  <a:noFill/>
                  <a:prstDash val="solid"/>
                  <a:miter/>
                </a:ln>
              </p:spPr>
              <p:txBody>
                <a:bodyPr rtlCol="0" anchor="ctr"/>
                <a:lstStyle/>
                <a:p>
                  <a:endParaRPr lang="en-US"/>
                </a:p>
              </p:txBody>
            </p:sp>
            <p:sp>
              <p:nvSpPr>
                <p:cNvPr id="46" name="Freeform: Shape 157">
                  <a:extLst>
                    <a:ext uri="{FF2B5EF4-FFF2-40B4-BE49-F238E27FC236}">
                      <a16:creationId xmlns:a16="http://schemas.microsoft.com/office/drawing/2014/main" id="{D0CBFBC2-0CD0-F64C-6799-ADA3B7EA8DE5}"/>
                    </a:ext>
                  </a:extLst>
                </p:cNvPr>
                <p:cNvSpPr/>
                <p:nvPr/>
              </p:nvSpPr>
              <p:spPr>
                <a:xfrm>
                  <a:off x="8393113" y="600488"/>
                  <a:ext cx="1045795" cy="1919653"/>
                </a:xfrm>
                <a:custGeom>
                  <a:avLst/>
                  <a:gdLst>
                    <a:gd name="connsiteX0" fmla="*/ 1460199 w 1604995"/>
                    <a:gd name="connsiteY0" fmla="*/ 2946099 h 2946115"/>
                    <a:gd name="connsiteX1" fmla="*/ 92409 w 1604995"/>
                    <a:gd name="connsiteY1" fmla="*/ 2921334 h 2946115"/>
                    <a:gd name="connsiteX2" fmla="*/ 16 w 1604995"/>
                    <a:gd name="connsiteY2" fmla="*/ 2825131 h 2946115"/>
                    <a:gd name="connsiteX3" fmla="*/ 48594 w 1604995"/>
                    <a:gd name="connsiteY3" fmla="*/ 92409 h 2946115"/>
                    <a:gd name="connsiteX4" fmla="*/ 144796 w 1604995"/>
                    <a:gd name="connsiteY4" fmla="*/ 16 h 2946115"/>
                    <a:gd name="connsiteX5" fmla="*/ 1512586 w 1604995"/>
                    <a:gd name="connsiteY5" fmla="*/ 24781 h 2946115"/>
                    <a:gd name="connsiteX6" fmla="*/ 1604979 w 1604995"/>
                    <a:gd name="connsiteY6" fmla="*/ 120984 h 2946115"/>
                    <a:gd name="connsiteX7" fmla="*/ 1555449 w 1604995"/>
                    <a:gd name="connsiteY7" fmla="*/ 2853706 h 2946115"/>
                    <a:gd name="connsiteX8" fmla="*/ 1460199 w 1604995"/>
                    <a:gd name="connsiteY8" fmla="*/ 2946099 h 2946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04995" h="2946115">
                      <a:moveTo>
                        <a:pt x="1460199" y="2946099"/>
                      </a:moveTo>
                      <a:lnTo>
                        <a:pt x="92409" y="2921334"/>
                      </a:lnTo>
                      <a:cubicBezTo>
                        <a:pt x="40021" y="2920381"/>
                        <a:pt x="-936" y="2877519"/>
                        <a:pt x="16" y="2825131"/>
                      </a:cubicBezTo>
                      <a:lnTo>
                        <a:pt x="48594" y="92409"/>
                      </a:lnTo>
                      <a:cubicBezTo>
                        <a:pt x="49546" y="40021"/>
                        <a:pt x="92409" y="-936"/>
                        <a:pt x="144796" y="16"/>
                      </a:cubicBezTo>
                      <a:lnTo>
                        <a:pt x="1512586" y="24781"/>
                      </a:lnTo>
                      <a:cubicBezTo>
                        <a:pt x="1564974" y="25734"/>
                        <a:pt x="1605931" y="68596"/>
                        <a:pt x="1604979" y="120984"/>
                      </a:cubicBezTo>
                      <a:lnTo>
                        <a:pt x="1555449" y="2853706"/>
                      </a:lnTo>
                      <a:cubicBezTo>
                        <a:pt x="1554496" y="2906094"/>
                        <a:pt x="1511634" y="2947051"/>
                        <a:pt x="1460199" y="2946099"/>
                      </a:cubicBezTo>
                      <a:close/>
                    </a:path>
                  </a:pathLst>
                </a:custGeom>
                <a:solidFill>
                  <a:srgbClr val="000000"/>
                </a:solidFill>
                <a:ln w="9525" cap="flat">
                  <a:noFill/>
                  <a:prstDash val="solid"/>
                  <a:miter/>
                </a:ln>
              </p:spPr>
              <p:txBody>
                <a:bodyPr rtlCol="0" anchor="ctr"/>
                <a:lstStyle/>
                <a:p>
                  <a:endParaRPr lang="en-US" dirty="0"/>
                </a:p>
              </p:txBody>
            </p:sp>
            <p:sp>
              <p:nvSpPr>
                <p:cNvPr id="47" name="Freeform: Shape 158">
                  <a:extLst>
                    <a:ext uri="{FF2B5EF4-FFF2-40B4-BE49-F238E27FC236}">
                      <a16:creationId xmlns:a16="http://schemas.microsoft.com/office/drawing/2014/main" id="{C41D9EBE-094F-B1BB-B41B-D4B3A994D99B}"/>
                    </a:ext>
                  </a:extLst>
                </p:cNvPr>
                <p:cNvSpPr/>
                <p:nvPr/>
              </p:nvSpPr>
              <p:spPr>
                <a:xfrm>
                  <a:off x="8458911" y="789793"/>
                  <a:ext cx="909854" cy="1477737"/>
                </a:xfrm>
                <a:custGeom>
                  <a:avLst/>
                  <a:gdLst>
                    <a:gd name="connsiteX0" fmla="*/ 1320165 w 1396365"/>
                    <a:gd name="connsiteY0" fmla="*/ 2267903 h 2267902"/>
                    <a:gd name="connsiteX1" fmla="*/ 36195 w 1396365"/>
                    <a:gd name="connsiteY1" fmla="*/ 2245043 h 2267902"/>
                    <a:gd name="connsiteX2" fmla="*/ 0 w 1396365"/>
                    <a:gd name="connsiteY2" fmla="*/ 2207895 h 2267902"/>
                    <a:gd name="connsiteX3" fmla="*/ 39053 w 1396365"/>
                    <a:gd name="connsiteY3" fmla="*/ 36195 h 2267902"/>
                    <a:gd name="connsiteX4" fmla="*/ 76200 w 1396365"/>
                    <a:gd name="connsiteY4" fmla="*/ 0 h 2267902"/>
                    <a:gd name="connsiteX5" fmla="*/ 1360170 w 1396365"/>
                    <a:gd name="connsiteY5" fmla="*/ 22860 h 2267902"/>
                    <a:gd name="connsiteX6" fmla="*/ 1396365 w 1396365"/>
                    <a:gd name="connsiteY6" fmla="*/ 60007 h 2267902"/>
                    <a:gd name="connsiteX7" fmla="*/ 1357313 w 1396365"/>
                    <a:gd name="connsiteY7" fmla="*/ 2231708 h 2267902"/>
                    <a:gd name="connsiteX8" fmla="*/ 1320165 w 1396365"/>
                    <a:gd name="connsiteY8" fmla="*/ 2267903 h 22679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96365" h="2267902">
                      <a:moveTo>
                        <a:pt x="1320165" y="2267903"/>
                      </a:moveTo>
                      <a:lnTo>
                        <a:pt x="36195" y="2245043"/>
                      </a:lnTo>
                      <a:cubicBezTo>
                        <a:pt x="16192" y="2245043"/>
                        <a:pt x="0" y="2227897"/>
                        <a:pt x="0" y="2207895"/>
                      </a:cubicBezTo>
                      <a:lnTo>
                        <a:pt x="39053" y="36195"/>
                      </a:lnTo>
                      <a:cubicBezTo>
                        <a:pt x="39053" y="16192"/>
                        <a:pt x="56197" y="0"/>
                        <a:pt x="76200" y="0"/>
                      </a:cubicBezTo>
                      <a:lnTo>
                        <a:pt x="1360170" y="22860"/>
                      </a:lnTo>
                      <a:cubicBezTo>
                        <a:pt x="1380173" y="22860"/>
                        <a:pt x="1396365" y="40005"/>
                        <a:pt x="1396365" y="60007"/>
                      </a:cubicBezTo>
                      <a:lnTo>
                        <a:pt x="1357313" y="2231708"/>
                      </a:lnTo>
                      <a:cubicBezTo>
                        <a:pt x="1356360" y="2251710"/>
                        <a:pt x="1340167" y="2267903"/>
                        <a:pt x="1320165" y="2267903"/>
                      </a:cubicBezTo>
                      <a:close/>
                    </a:path>
                  </a:pathLst>
                </a:custGeom>
                <a:solidFill>
                  <a:srgbClr val="CDFEFE"/>
                </a:solidFill>
                <a:ln w="9525" cap="flat">
                  <a:noFill/>
                  <a:prstDash val="solid"/>
                  <a:miter/>
                </a:ln>
              </p:spPr>
              <p:txBody>
                <a:bodyPr rtlCol="0" anchor="ctr"/>
                <a:lstStyle/>
                <a:p>
                  <a:endParaRPr lang="en-US"/>
                </a:p>
              </p:txBody>
            </p:sp>
            <p:sp>
              <p:nvSpPr>
                <p:cNvPr id="48" name="Freeform: Shape 159">
                  <a:extLst>
                    <a:ext uri="{FF2B5EF4-FFF2-40B4-BE49-F238E27FC236}">
                      <a16:creationId xmlns:a16="http://schemas.microsoft.com/office/drawing/2014/main" id="{21382214-692B-DAC6-FDC9-54D0E6E89612}"/>
                    </a:ext>
                  </a:extLst>
                </p:cNvPr>
                <p:cNvSpPr/>
                <p:nvPr/>
              </p:nvSpPr>
              <p:spPr>
                <a:xfrm>
                  <a:off x="6317071" y="1517968"/>
                  <a:ext cx="1940714" cy="1844831"/>
                </a:xfrm>
                <a:custGeom>
                  <a:avLst/>
                  <a:gdLst>
                    <a:gd name="connsiteX0" fmla="*/ 2219357 w 2978438"/>
                    <a:gd name="connsiteY0" fmla="*/ 5459 h 2831285"/>
                    <a:gd name="connsiteX1" fmla="*/ 2265077 w 2978438"/>
                    <a:gd name="connsiteY1" fmla="*/ 24509 h 2831285"/>
                    <a:gd name="connsiteX2" fmla="*/ 2973737 w 2978438"/>
                    <a:gd name="connsiteY2" fmla="*/ 1905696 h 2831285"/>
                    <a:gd name="connsiteX3" fmla="*/ 2957544 w 2978438"/>
                    <a:gd name="connsiteY3" fmla="*/ 1943796 h 2831285"/>
                    <a:gd name="connsiteX4" fmla="*/ 627729 w 2978438"/>
                    <a:gd name="connsiteY4" fmla="*/ 2822954 h 2831285"/>
                    <a:gd name="connsiteX5" fmla="*/ 588677 w 2978438"/>
                    <a:gd name="connsiteY5" fmla="*/ 2828669 h 2831285"/>
                    <a:gd name="connsiteX6" fmla="*/ 361029 w 2978438"/>
                    <a:gd name="connsiteY6" fmla="*/ 2400996 h 2831285"/>
                    <a:gd name="connsiteX7" fmla="*/ 126714 w 2978438"/>
                    <a:gd name="connsiteY7" fmla="*/ 1732341 h 2831285"/>
                    <a:gd name="connsiteX8" fmla="*/ 36226 w 2978438"/>
                    <a:gd name="connsiteY8" fmla="*/ 1268474 h 2831285"/>
                    <a:gd name="connsiteX9" fmla="*/ 31 w 2978438"/>
                    <a:gd name="connsiteY9" fmla="*/ 826514 h 2831285"/>
                    <a:gd name="connsiteX10" fmla="*/ 7651 w 2978438"/>
                    <a:gd name="connsiteY10" fmla="*/ 794129 h 2831285"/>
                    <a:gd name="connsiteX11" fmla="*/ 40989 w 2978438"/>
                    <a:gd name="connsiteY11" fmla="*/ 773173 h 2831285"/>
                    <a:gd name="connsiteX12" fmla="*/ 2219357 w 2978438"/>
                    <a:gd name="connsiteY12" fmla="*/ 5459 h 28312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978438" h="2831285">
                      <a:moveTo>
                        <a:pt x="2219357" y="5459"/>
                      </a:moveTo>
                      <a:cubicBezTo>
                        <a:pt x="2244122" y="-4066"/>
                        <a:pt x="2258409" y="-3114"/>
                        <a:pt x="2265077" y="24509"/>
                      </a:cubicBezTo>
                      <a:cubicBezTo>
                        <a:pt x="2275554" y="32129"/>
                        <a:pt x="2957544" y="1867596"/>
                        <a:pt x="2973737" y="1905696"/>
                      </a:cubicBezTo>
                      <a:cubicBezTo>
                        <a:pt x="2982309" y="1926651"/>
                        <a:pt x="2980404" y="1935224"/>
                        <a:pt x="2957544" y="1943796"/>
                      </a:cubicBezTo>
                      <a:cubicBezTo>
                        <a:pt x="2807049" y="1998089"/>
                        <a:pt x="850614" y="2742944"/>
                        <a:pt x="627729" y="2822954"/>
                      </a:cubicBezTo>
                      <a:cubicBezTo>
                        <a:pt x="615347" y="2827716"/>
                        <a:pt x="602964" y="2835336"/>
                        <a:pt x="588677" y="2828669"/>
                      </a:cubicBezTo>
                      <a:cubicBezTo>
                        <a:pt x="504857" y="2690556"/>
                        <a:pt x="427704" y="2548634"/>
                        <a:pt x="361029" y="2400996"/>
                      </a:cubicBezTo>
                      <a:cubicBezTo>
                        <a:pt x="263874" y="2184779"/>
                        <a:pt x="184816" y="1962846"/>
                        <a:pt x="126714" y="1732341"/>
                      </a:cubicBezTo>
                      <a:cubicBezTo>
                        <a:pt x="87661" y="1578989"/>
                        <a:pt x="57181" y="1423731"/>
                        <a:pt x="36226" y="1268474"/>
                      </a:cubicBezTo>
                      <a:cubicBezTo>
                        <a:pt x="20986" y="1158936"/>
                        <a:pt x="31" y="863661"/>
                        <a:pt x="31" y="826514"/>
                      </a:cubicBezTo>
                      <a:cubicBezTo>
                        <a:pt x="31" y="815084"/>
                        <a:pt x="-921" y="803654"/>
                        <a:pt x="7651" y="794129"/>
                      </a:cubicBezTo>
                      <a:cubicBezTo>
                        <a:pt x="14319" y="779841"/>
                        <a:pt x="28606" y="777936"/>
                        <a:pt x="40989" y="773173"/>
                      </a:cubicBezTo>
                      <a:cubicBezTo>
                        <a:pt x="314357" y="675066"/>
                        <a:pt x="2105057" y="48321"/>
                        <a:pt x="2219357" y="5459"/>
                      </a:cubicBezTo>
                      <a:close/>
                    </a:path>
                  </a:pathLst>
                </a:custGeom>
                <a:solidFill>
                  <a:srgbClr val="000000"/>
                </a:solidFill>
                <a:ln w="9525" cap="flat">
                  <a:noFill/>
                  <a:prstDash val="solid"/>
                  <a:miter/>
                </a:ln>
              </p:spPr>
              <p:txBody>
                <a:bodyPr rtlCol="0" anchor="ctr"/>
                <a:lstStyle/>
                <a:p>
                  <a:endParaRPr lang="en-US" dirty="0"/>
                </a:p>
              </p:txBody>
            </p:sp>
            <p:sp>
              <p:nvSpPr>
                <p:cNvPr id="49" name="Freeform: Shape 160">
                  <a:extLst>
                    <a:ext uri="{FF2B5EF4-FFF2-40B4-BE49-F238E27FC236}">
                      <a16:creationId xmlns:a16="http://schemas.microsoft.com/office/drawing/2014/main" id="{0BF88B8C-35AC-0FF0-6470-82B4502EDBD5}"/>
                    </a:ext>
                  </a:extLst>
                </p:cNvPr>
                <p:cNvSpPr/>
                <p:nvPr/>
              </p:nvSpPr>
              <p:spPr>
                <a:xfrm>
                  <a:off x="9780807" y="3331581"/>
                  <a:ext cx="1136449" cy="987777"/>
                </a:xfrm>
                <a:custGeom>
                  <a:avLst/>
                  <a:gdLst>
                    <a:gd name="connsiteX0" fmla="*/ 603980 w 1744122"/>
                    <a:gd name="connsiteY0" fmla="*/ 1515955 h 1515954"/>
                    <a:gd name="connsiteX1" fmla="*/ 18193 w 1744122"/>
                    <a:gd name="connsiteY1" fmla="*/ 836822 h 1515954"/>
                    <a:gd name="connsiteX2" fmla="*/ 24860 w 1744122"/>
                    <a:gd name="connsiteY2" fmla="*/ 774910 h 1515954"/>
                    <a:gd name="connsiteX3" fmla="*/ 1165003 w 1744122"/>
                    <a:gd name="connsiteY3" fmla="*/ 8147 h 1515954"/>
                    <a:gd name="connsiteX4" fmla="*/ 1203103 w 1744122"/>
                    <a:gd name="connsiteY4" fmla="*/ 11958 h 1515954"/>
                    <a:gd name="connsiteX5" fmla="*/ 1744123 w 1744122"/>
                    <a:gd name="connsiteY5" fmla="*/ 619652 h 1515954"/>
                    <a:gd name="connsiteX6" fmla="*/ 1651730 w 1744122"/>
                    <a:gd name="connsiteY6" fmla="*/ 733000 h 1515954"/>
                    <a:gd name="connsiteX7" fmla="*/ 684943 w 1744122"/>
                    <a:gd name="connsiteY7" fmla="*/ 1478808 h 1515954"/>
                    <a:gd name="connsiteX8" fmla="*/ 603980 w 1744122"/>
                    <a:gd name="connsiteY8" fmla="*/ 1515955 h 15159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44122" h="1515954">
                      <a:moveTo>
                        <a:pt x="603980" y="1515955"/>
                      </a:moveTo>
                      <a:cubicBezTo>
                        <a:pt x="458248" y="1343552"/>
                        <a:pt x="53435" y="876827"/>
                        <a:pt x="18193" y="836822"/>
                      </a:cubicBezTo>
                      <a:cubicBezTo>
                        <a:pt x="-7525" y="807295"/>
                        <a:pt x="-6572" y="797770"/>
                        <a:pt x="24860" y="774910"/>
                      </a:cubicBezTo>
                      <a:cubicBezTo>
                        <a:pt x="86773" y="728238"/>
                        <a:pt x="1084993" y="63392"/>
                        <a:pt x="1165003" y="8147"/>
                      </a:cubicBezTo>
                      <a:cubicBezTo>
                        <a:pt x="1181195" y="-3283"/>
                        <a:pt x="1188816" y="-3283"/>
                        <a:pt x="1203103" y="11958"/>
                      </a:cubicBezTo>
                      <a:cubicBezTo>
                        <a:pt x="1383125" y="214840"/>
                        <a:pt x="1564100" y="416770"/>
                        <a:pt x="1744123" y="619652"/>
                      </a:cubicBezTo>
                      <a:cubicBezTo>
                        <a:pt x="1724120" y="666325"/>
                        <a:pt x="1685068" y="698710"/>
                        <a:pt x="1651730" y="733000"/>
                      </a:cubicBezTo>
                      <a:cubicBezTo>
                        <a:pt x="1365028" y="1027322"/>
                        <a:pt x="1044988" y="1278783"/>
                        <a:pt x="684943" y="1478808"/>
                      </a:cubicBezTo>
                      <a:cubicBezTo>
                        <a:pt x="659225" y="1492142"/>
                        <a:pt x="634460" y="1510240"/>
                        <a:pt x="603980" y="1515955"/>
                      </a:cubicBezTo>
                      <a:close/>
                    </a:path>
                  </a:pathLst>
                </a:custGeom>
                <a:solidFill>
                  <a:srgbClr val="000000"/>
                </a:solidFill>
                <a:ln w="9525" cap="flat">
                  <a:noFill/>
                  <a:prstDash val="solid"/>
                  <a:miter/>
                </a:ln>
              </p:spPr>
              <p:txBody>
                <a:bodyPr rtlCol="0" anchor="ctr"/>
                <a:lstStyle/>
                <a:p>
                  <a:endParaRPr lang="en-US"/>
                </a:p>
              </p:txBody>
            </p:sp>
            <p:sp>
              <p:nvSpPr>
                <p:cNvPr id="50" name="Freeform: Shape 161">
                  <a:extLst>
                    <a:ext uri="{FF2B5EF4-FFF2-40B4-BE49-F238E27FC236}">
                      <a16:creationId xmlns:a16="http://schemas.microsoft.com/office/drawing/2014/main" id="{D2FB9327-5BF8-EE20-4F62-7D891282DC90}"/>
                    </a:ext>
                  </a:extLst>
                </p:cNvPr>
                <p:cNvSpPr/>
                <p:nvPr/>
              </p:nvSpPr>
              <p:spPr>
                <a:xfrm>
                  <a:off x="9074897" y="1948024"/>
                  <a:ext cx="1306749" cy="1894064"/>
                </a:xfrm>
                <a:custGeom>
                  <a:avLst/>
                  <a:gdLst>
                    <a:gd name="connsiteX0" fmla="*/ 2005485 w 2005484"/>
                    <a:gd name="connsiteY0" fmla="*/ 2294387 h 2906844"/>
                    <a:gd name="connsiteX1" fmla="*/ 1502564 w 2005484"/>
                    <a:gd name="connsiteY1" fmla="*/ 2638239 h 2906844"/>
                    <a:gd name="connsiteX2" fmla="*/ 1095847 w 2005484"/>
                    <a:gd name="connsiteY2" fmla="*/ 2906845 h 2906844"/>
                    <a:gd name="connsiteX3" fmla="*/ 725324 w 2005484"/>
                    <a:gd name="connsiteY3" fmla="*/ 2624904 h 2906844"/>
                    <a:gd name="connsiteX4" fmla="*/ 351944 w 2005484"/>
                    <a:gd name="connsiteY4" fmla="*/ 2177229 h 2906844"/>
                    <a:gd name="connsiteX5" fmla="*/ 249074 w 2005484"/>
                    <a:gd name="connsiteY5" fmla="*/ 2015304 h 2906844"/>
                    <a:gd name="connsiteX6" fmla="*/ 227167 w 2005484"/>
                    <a:gd name="connsiteY6" fmla="*/ 1910529 h 2906844"/>
                    <a:gd name="connsiteX7" fmla="*/ 220499 w 2005484"/>
                    <a:gd name="connsiteY7" fmla="*/ 1660974 h 2906844"/>
                    <a:gd name="connsiteX8" fmla="*/ 201449 w 2005484"/>
                    <a:gd name="connsiteY8" fmla="*/ 1409514 h 2906844"/>
                    <a:gd name="connsiteX9" fmla="*/ 320512 w 2005484"/>
                    <a:gd name="connsiteY9" fmla="*/ 1135194 h 2906844"/>
                    <a:gd name="connsiteX10" fmla="*/ 329084 w 2005484"/>
                    <a:gd name="connsiteY10" fmla="*/ 1108524 h 2906844"/>
                    <a:gd name="connsiteX11" fmla="*/ 238597 w 2005484"/>
                    <a:gd name="connsiteY11" fmla="*/ 865637 h 2906844"/>
                    <a:gd name="connsiteX12" fmla="*/ 210974 w 2005484"/>
                    <a:gd name="connsiteY12" fmla="*/ 813249 h 2906844"/>
                    <a:gd name="connsiteX13" fmla="*/ 88102 w 2005484"/>
                    <a:gd name="connsiteY13" fmla="*/ 479874 h 2906844"/>
                    <a:gd name="connsiteX14" fmla="*/ 12855 w 2005484"/>
                    <a:gd name="connsiteY14" fmla="*/ 237939 h 2906844"/>
                    <a:gd name="connsiteX15" fmla="*/ 472 w 2005484"/>
                    <a:gd name="connsiteY15" fmla="*/ 117924 h 2906844"/>
                    <a:gd name="connsiteX16" fmla="*/ 108105 w 2005484"/>
                    <a:gd name="connsiteY16" fmla="*/ 3624 h 2906844"/>
                    <a:gd name="connsiteX17" fmla="*/ 188114 w 2005484"/>
                    <a:gd name="connsiteY17" fmla="*/ 767 h 2906844"/>
                    <a:gd name="connsiteX18" fmla="*/ 284317 w 2005484"/>
                    <a:gd name="connsiteY18" fmla="*/ 69347 h 2906844"/>
                    <a:gd name="connsiteX19" fmla="*/ 410999 w 2005484"/>
                    <a:gd name="connsiteY19" fmla="*/ 318902 h 2906844"/>
                    <a:gd name="connsiteX20" fmla="*/ 474817 w 2005484"/>
                    <a:gd name="connsiteY20" fmla="*/ 467492 h 2906844"/>
                    <a:gd name="connsiteX21" fmla="*/ 664364 w 2005484"/>
                    <a:gd name="connsiteY21" fmla="*/ 835157 h 2906844"/>
                    <a:gd name="connsiteX22" fmla="*/ 689130 w 2005484"/>
                    <a:gd name="connsiteY22" fmla="*/ 841824 h 2906844"/>
                    <a:gd name="connsiteX23" fmla="*/ 758662 w 2005484"/>
                    <a:gd name="connsiteY23" fmla="*/ 815154 h 2906844"/>
                    <a:gd name="connsiteX24" fmla="*/ 940589 w 2005484"/>
                    <a:gd name="connsiteY24" fmla="*/ 830394 h 2906844"/>
                    <a:gd name="connsiteX25" fmla="*/ 987262 w 2005484"/>
                    <a:gd name="connsiteY25" fmla="*/ 857064 h 2906844"/>
                    <a:gd name="connsiteX26" fmla="*/ 1163474 w 2005484"/>
                    <a:gd name="connsiteY26" fmla="*/ 918024 h 2906844"/>
                    <a:gd name="connsiteX27" fmla="*/ 1332067 w 2005484"/>
                    <a:gd name="connsiteY27" fmla="*/ 979937 h 2906844"/>
                    <a:gd name="connsiteX28" fmla="*/ 1627342 w 2005484"/>
                    <a:gd name="connsiteY28" fmla="*/ 1078997 h 2906844"/>
                    <a:gd name="connsiteX29" fmla="*/ 1854037 w 2005484"/>
                    <a:gd name="connsiteY29" fmla="*/ 1292357 h 2906844"/>
                    <a:gd name="connsiteX30" fmla="*/ 1879755 w 2005484"/>
                    <a:gd name="connsiteY30" fmla="*/ 1525719 h 2906844"/>
                    <a:gd name="connsiteX31" fmla="*/ 1927380 w 2005484"/>
                    <a:gd name="connsiteY31" fmla="*/ 2072454 h 2906844"/>
                    <a:gd name="connsiteX32" fmla="*/ 2005485 w 2005484"/>
                    <a:gd name="connsiteY32" fmla="*/ 2294387 h 29068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2005484" h="2906844">
                      <a:moveTo>
                        <a:pt x="2005485" y="2294387"/>
                      </a:moveTo>
                      <a:cubicBezTo>
                        <a:pt x="1837844" y="2408687"/>
                        <a:pt x="1670205" y="2523939"/>
                        <a:pt x="1502564" y="2638239"/>
                      </a:cubicBezTo>
                      <a:cubicBezTo>
                        <a:pt x="1371119" y="2727775"/>
                        <a:pt x="1229197" y="2818262"/>
                        <a:pt x="1095847" y="2906845"/>
                      </a:cubicBezTo>
                      <a:cubicBezTo>
                        <a:pt x="1025362" y="2854457"/>
                        <a:pt x="855817" y="2739204"/>
                        <a:pt x="725324" y="2624904"/>
                      </a:cubicBezTo>
                      <a:cubicBezTo>
                        <a:pt x="577687" y="2495364"/>
                        <a:pt x="465292" y="2336297"/>
                        <a:pt x="351944" y="2177229"/>
                      </a:cubicBezTo>
                      <a:cubicBezTo>
                        <a:pt x="314797" y="2124842"/>
                        <a:pt x="271934" y="2076264"/>
                        <a:pt x="249074" y="2015304"/>
                      </a:cubicBezTo>
                      <a:cubicBezTo>
                        <a:pt x="235739" y="1981014"/>
                        <a:pt x="229072" y="1945772"/>
                        <a:pt x="227167" y="1910529"/>
                      </a:cubicBezTo>
                      <a:cubicBezTo>
                        <a:pt x="223357" y="1827662"/>
                        <a:pt x="224309" y="1743842"/>
                        <a:pt x="220499" y="1660974"/>
                      </a:cubicBezTo>
                      <a:cubicBezTo>
                        <a:pt x="216689" y="1577154"/>
                        <a:pt x="209069" y="1493334"/>
                        <a:pt x="201449" y="1409514"/>
                      </a:cubicBezTo>
                      <a:cubicBezTo>
                        <a:pt x="191924" y="1296167"/>
                        <a:pt x="209069" y="1195202"/>
                        <a:pt x="320512" y="1135194"/>
                      </a:cubicBezTo>
                      <a:cubicBezTo>
                        <a:pt x="332894" y="1128527"/>
                        <a:pt x="334799" y="1121859"/>
                        <a:pt x="329084" y="1108524"/>
                      </a:cubicBezTo>
                      <a:cubicBezTo>
                        <a:pt x="298605" y="1027562"/>
                        <a:pt x="268124" y="946599"/>
                        <a:pt x="238597" y="865637"/>
                      </a:cubicBezTo>
                      <a:cubicBezTo>
                        <a:pt x="221452" y="852302"/>
                        <a:pt x="217642" y="831347"/>
                        <a:pt x="210974" y="813249"/>
                      </a:cubicBezTo>
                      <a:cubicBezTo>
                        <a:pt x="170017" y="701807"/>
                        <a:pt x="129059" y="591317"/>
                        <a:pt x="88102" y="479874"/>
                      </a:cubicBezTo>
                      <a:cubicBezTo>
                        <a:pt x="62384" y="399864"/>
                        <a:pt x="34762" y="319854"/>
                        <a:pt x="12855" y="237939"/>
                      </a:cubicBezTo>
                      <a:cubicBezTo>
                        <a:pt x="2377" y="198887"/>
                        <a:pt x="-1433" y="157929"/>
                        <a:pt x="472" y="117924"/>
                      </a:cubicBezTo>
                      <a:cubicBezTo>
                        <a:pt x="4282" y="55059"/>
                        <a:pt x="45239" y="10292"/>
                        <a:pt x="108105" y="3624"/>
                      </a:cubicBezTo>
                      <a:cubicBezTo>
                        <a:pt x="134774" y="767"/>
                        <a:pt x="161444" y="-1138"/>
                        <a:pt x="188114" y="767"/>
                      </a:cubicBezTo>
                      <a:cubicBezTo>
                        <a:pt x="236692" y="3624"/>
                        <a:pt x="263362" y="30294"/>
                        <a:pt x="284317" y="69347"/>
                      </a:cubicBezTo>
                      <a:cubicBezTo>
                        <a:pt x="329084" y="151262"/>
                        <a:pt x="370994" y="235082"/>
                        <a:pt x="410999" y="318902"/>
                      </a:cubicBezTo>
                      <a:cubicBezTo>
                        <a:pt x="428144" y="370337"/>
                        <a:pt x="463387" y="413199"/>
                        <a:pt x="474817" y="467492"/>
                      </a:cubicBezTo>
                      <a:cubicBezTo>
                        <a:pt x="527205" y="596079"/>
                        <a:pt x="601499" y="713237"/>
                        <a:pt x="664364" y="835157"/>
                      </a:cubicBezTo>
                      <a:cubicBezTo>
                        <a:pt x="671032" y="847539"/>
                        <a:pt x="677699" y="846587"/>
                        <a:pt x="689130" y="841824"/>
                      </a:cubicBezTo>
                      <a:cubicBezTo>
                        <a:pt x="711989" y="832299"/>
                        <a:pt x="734849" y="823727"/>
                        <a:pt x="758662" y="815154"/>
                      </a:cubicBezTo>
                      <a:cubicBezTo>
                        <a:pt x="821527" y="793247"/>
                        <a:pt x="882487" y="799914"/>
                        <a:pt x="940589" y="830394"/>
                      </a:cubicBezTo>
                      <a:cubicBezTo>
                        <a:pt x="956782" y="838967"/>
                        <a:pt x="973927" y="845634"/>
                        <a:pt x="987262" y="857064"/>
                      </a:cubicBezTo>
                      <a:cubicBezTo>
                        <a:pt x="1038697" y="898974"/>
                        <a:pt x="1096799" y="915167"/>
                        <a:pt x="1163474" y="918024"/>
                      </a:cubicBezTo>
                      <a:cubicBezTo>
                        <a:pt x="1225387" y="919929"/>
                        <a:pt x="1281585" y="947552"/>
                        <a:pt x="1332067" y="979937"/>
                      </a:cubicBezTo>
                      <a:cubicBezTo>
                        <a:pt x="1422555" y="1037087"/>
                        <a:pt x="1520662" y="1066614"/>
                        <a:pt x="1627342" y="1078997"/>
                      </a:cubicBezTo>
                      <a:cubicBezTo>
                        <a:pt x="1758787" y="1093284"/>
                        <a:pt x="1824510" y="1162817"/>
                        <a:pt x="1854037" y="1292357"/>
                      </a:cubicBezTo>
                      <a:cubicBezTo>
                        <a:pt x="1871182" y="1369509"/>
                        <a:pt x="1872135" y="1448567"/>
                        <a:pt x="1879755" y="1525719"/>
                      </a:cubicBezTo>
                      <a:cubicBezTo>
                        <a:pt x="1896899" y="1707647"/>
                        <a:pt x="1902614" y="1890527"/>
                        <a:pt x="1927380" y="2072454"/>
                      </a:cubicBezTo>
                      <a:cubicBezTo>
                        <a:pt x="1940714" y="2151512"/>
                        <a:pt x="1967385" y="2224854"/>
                        <a:pt x="2005485" y="2294387"/>
                      </a:cubicBezTo>
                      <a:close/>
                    </a:path>
                  </a:pathLst>
                </a:custGeom>
                <a:solidFill>
                  <a:srgbClr val="FECBA3"/>
                </a:solidFill>
                <a:ln w="9525" cap="flat">
                  <a:noFill/>
                  <a:prstDash val="solid"/>
                  <a:miter/>
                </a:ln>
              </p:spPr>
              <p:txBody>
                <a:bodyPr rtlCol="0" anchor="ctr"/>
                <a:lstStyle/>
                <a:p>
                  <a:endParaRPr lang="en-US"/>
                </a:p>
              </p:txBody>
            </p:sp>
            <p:sp>
              <p:nvSpPr>
                <p:cNvPr id="52" name="Freeform: Shape 163">
                  <a:extLst>
                    <a:ext uri="{FF2B5EF4-FFF2-40B4-BE49-F238E27FC236}">
                      <a16:creationId xmlns:a16="http://schemas.microsoft.com/office/drawing/2014/main" id="{C70614A3-0D16-9A17-09A0-D6EC6FAADB88}"/>
                    </a:ext>
                  </a:extLst>
                </p:cNvPr>
                <p:cNvSpPr/>
                <p:nvPr/>
              </p:nvSpPr>
              <p:spPr>
                <a:xfrm>
                  <a:off x="8820736" y="1893900"/>
                  <a:ext cx="185604" cy="184964"/>
                </a:xfrm>
                <a:custGeom>
                  <a:avLst/>
                  <a:gdLst>
                    <a:gd name="connsiteX0" fmla="*/ 11 w 284849"/>
                    <a:gd name="connsiteY0" fmla="*/ 139076 h 283866"/>
                    <a:gd name="connsiteX1" fmla="*/ 142886 w 284849"/>
                    <a:gd name="connsiteY1" fmla="*/ 11 h 283866"/>
                    <a:gd name="connsiteX2" fmla="*/ 284808 w 284849"/>
                    <a:gd name="connsiteY2" fmla="*/ 143838 h 283866"/>
                    <a:gd name="connsiteX3" fmla="*/ 140981 w 284849"/>
                    <a:gd name="connsiteY3" fmla="*/ 283856 h 283866"/>
                    <a:gd name="connsiteX4" fmla="*/ 11 w 284849"/>
                    <a:gd name="connsiteY4" fmla="*/ 139076 h 2838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4849" h="283866">
                      <a:moveTo>
                        <a:pt x="11" y="139076"/>
                      </a:moveTo>
                      <a:cubicBezTo>
                        <a:pt x="963" y="60019"/>
                        <a:pt x="62876" y="-942"/>
                        <a:pt x="142886" y="11"/>
                      </a:cubicBezTo>
                      <a:cubicBezTo>
                        <a:pt x="222896" y="11"/>
                        <a:pt x="286713" y="65733"/>
                        <a:pt x="284808" y="143838"/>
                      </a:cubicBezTo>
                      <a:cubicBezTo>
                        <a:pt x="282903" y="220991"/>
                        <a:pt x="218133" y="284808"/>
                        <a:pt x="140981" y="283856"/>
                      </a:cubicBezTo>
                      <a:cubicBezTo>
                        <a:pt x="61923" y="282903"/>
                        <a:pt x="-942" y="219086"/>
                        <a:pt x="11" y="139076"/>
                      </a:cubicBezTo>
                      <a:close/>
                    </a:path>
                  </a:pathLst>
                </a:custGeom>
                <a:solidFill>
                  <a:srgbClr val="000000"/>
                </a:solidFill>
                <a:ln w="9525" cap="flat">
                  <a:noFill/>
                  <a:prstDash val="solid"/>
                  <a:miter/>
                </a:ln>
              </p:spPr>
              <p:txBody>
                <a:bodyPr rtlCol="0" anchor="ctr"/>
                <a:lstStyle/>
                <a:p>
                  <a:endParaRPr lang="en-US"/>
                </a:p>
              </p:txBody>
            </p:sp>
            <p:sp>
              <p:nvSpPr>
                <p:cNvPr id="53" name="Freeform: Shape 164">
                  <a:extLst>
                    <a:ext uri="{FF2B5EF4-FFF2-40B4-BE49-F238E27FC236}">
                      <a16:creationId xmlns:a16="http://schemas.microsoft.com/office/drawing/2014/main" id="{9FD26FB3-673C-C458-85D4-DF5360450C58}"/>
                    </a:ext>
                  </a:extLst>
                </p:cNvPr>
                <p:cNvSpPr/>
                <p:nvPr/>
              </p:nvSpPr>
              <p:spPr>
                <a:xfrm>
                  <a:off x="8879065" y="1951626"/>
                  <a:ext cx="67046" cy="67668"/>
                </a:xfrm>
                <a:custGeom>
                  <a:avLst/>
                  <a:gdLst>
                    <a:gd name="connsiteX0" fmla="*/ 102898 w 102897"/>
                    <a:gd name="connsiteY0" fmla="*/ 51435 h 103851"/>
                    <a:gd name="connsiteX1" fmla="*/ 53368 w 102897"/>
                    <a:gd name="connsiteY1" fmla="*/ 103822 h 103851"/>
                    <a:gd name="connsiteX2" fmla="*/ 28 w 102897"/>
                    <a:gd name="connsiteY2" fmla="*/ 54292 h 103851"/>
                    <a:gd name="connsiteX3" fmla="*/ 51463 w 102897"/>
                    <a:gd name="connsiteY3" fmla="*/ 0 h 103851"/>
                    <a:gd name="connsiteX4" fmla="*/ 102898 w 102897"/>
                    <a:gd name="connsiteY4" fmla="*/ 51435 h 1038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897" h="103851">
                      <a:moveTo>
                        <a:pt x="102898" y="51435"/>
                      </a:moveTo>
                      <a:cubicBezTo>
                        <a:pt x="102898" y="80010"/>
                        <a:pt x="81943" y="102870"/>
                        <a:pt x="53368" y="103822"/>
                      </a:cubicBezTo>
                      <a:cubicBezTo>
                        <a:pt x="25745" y="104775"/>
                        <a:pt x="1933" y="81915"/>
                        <a:pt x="28" y="54292"/>
                      </a:cubicBezTo>
                      <a:cubicBezTo>
                        <a:pt x="-925" y="24765"/>
                        <a:pt x="22888" y="0"/>
                        <a:pt x="51463" y="0"/>
                      </a:cubicBezTo>
                      <a:cubicBezTo>
                        <a:pt x="79085" y="0"/>
                        <a:pt x="102898" y="23813"/>
                        <a:pt x="102898" y="51435"/>
                      </a:cubicBezTo>
                      <a:close/>
                    </a:path>
                  </a:pathLst>
                </a:custGeom>
                <a:solidFill>
                  <a:srgbClr val="FCFCFC"/>
                </a:solidFill>
                <a:ln w="9525" cap="flat">
                  <a:noFill/>
                  <a:prstDash val="solid"/>
                  <a:miter/>
                </a:ln>
              </p:spPr>
              <p:txBody>
                <a:bodyPr rtlCol="0" anchor="ctr"/>
                <a:lstStyle/>
                <a:p>
                  <a:endParaRPr lang="en-US"/>
                </a:p>
              </p:txBody>
            </p:sp>
          </p:grpSp>
          <p:sp>
            <p:nvSpPr>
              <p:cNvPr id="44" name="Rectangle 9">
                <a:extLst>
                  <a:ext uri="{FF2B5EF4-FFF2-40B4-BE49-F238E27FC236}">
                    <a16:creationId xmlns:a16="http://schemas.microsoft.com/office/drawing/2014/main" id="{EC26C96D-0032-EA4F-E4E4-1DC59E7349B7}"/>
                  </a:ext>
                </a:extLst>
              </p:cNvPr>
              <p:cNvSpPr/>
              <p:nvPr/>
            </p:nvSpPr>
            <p:spPr>
              <a:xfrm>
                <a:off x="2995080" y="2432538"/>
                <a:ext cx="588948" cy="551308"/>
              </a:xfrm>
              <a:custGeom>
                <a:avLst/>
                <a:gdLst>
                  <a:gd name="connsiteX0" fmla="*/ 833935 w 3239999"/>
                  <a:gd name="connsiteY0" fmla="*/ 22 h 3032924"/>
                  <a:gd name="connsiteX1" fmla="*/ 1576606 w 3239999"/>
                  <a:gd name="connsiteY1" fmla="*/ 402054 h 3032924"/>
                  <a:gd name="connsiteX2" fmla="*/ 1576606 w 3239999"/>
                  <a:gd name="connsiteY2" fmla="*/ 430441 h 3032924"/>
                  <a:gd name="connsiteX3" fmla="*/ 1576606 w 3239999"/>
                  <a:gd name="connsiteY3" fmla="*/ 526981 h 3032924"/>
                  <a:gd name="connsiteX4" fmla="*/ 1576606 w 3239999"/>
                  <a:gd name="connsiteY4" fmla="*/ 2765302 h 3032924"/>
                  <a:gd name="connsiteX5" fmla="*/ 378630 w 3239999"/>
                  <a:gd name="connsiteY5" fmla="*/ 2472117 h 3032924"/>
                  <a:gd name="connsiteX6" fmla="*/ 384918 w 3239999"/>
                  <a:gd name="connsiteY6" fmla="*/ 526981 h 3032924"/>
                  <a:gd name="connsiteX7" fmla="*/ 239143 w 3239999"/>
                  <a:gd name="connsiteY7" fmla="*/ 526981 h 3032924"/>
                  <a:gd name="connsiteX8" fmla="*/ 239143 w 3239999"/>
                  <a:gd name="connsiteY8" fmla="*/ 2776423 h 3032924"/>
                  <a:gd name="connsiteX9" fmla="*/ 1576606 w 3239999"/>
                  <a:gd name="connsiteY9" fmla="*/ 2776423 h 3032924"/>
                  <a:gd name="connsiteX10" fmla="*/ 1576606 w 3239999"/>
                  <a:gd name="connsiteY10" fmla="*/ 2778202 h 3032924"/>
                  <a:gd name="connsiteX11" fmla="*/ 1663394 w 3239999"/>
                  <a:gd name="connsiteY11" fmla="*/ 2778202 h 3032924"/>
                  <a:gd name="connsiteX12" fmla="*/ 1663394 w 3239999"/>
                  <a:gd name="connsiteY12" fmla="*/ 2776423 h 3032924"/>
                  <a:gd name="connsiteX13" fmla="*/ 3000856 w 3239999"/>
                  <a:gd name="connsiteY13" fmla="*/ 2776423 h 3032924"/>
                  <a:gd name="connsiteX14" fmla="*/ 3000856 w 3239999"/>
                  <a:gd name="connsiteY14" fmla="*/ 526981 h 3032924"/>
                  <a:gd name="connsiteX15" fmla="*/ 2855082 w 3239999"/>
                  <a:gd name="connsiteY15" fmla="*/ 526981 h 3032924"/>
                  <a:gd name="connsiteX16" fmla="*/ 2861369 w 3239999"/>
                  <a:gd name="connsiteY16" fmla="*/ 2472117 h 3032924"/>
                  <a:gd name="connsiteX17" fmla="*/ 1663394 w 3239999"/>
                  <a:gd name="connsiteY17" fmla="*/ 2765302 h 3032924"/>
                  <a:gd name="connsiteX18" fmla="*/ 1663394 w 3239999"/>
                  <a:gd name="connsiteY18" fmla="*/ 526981 h 3032924"/>
                  <a:gd name="connsiteX19" fmla="*/ 1663394 w 3239999"/>
                  <a:gd name="connsiteY19" fmla="*/ 430441 h 3032924"/>
                  <a:gd name="connsiteX20" fmla="*/ 1663394 w 3239999"/>
                  <a:gd name="connsiteY20" fmla="*/ 402054 h 3032924"/>
                  <a:gd name="connsiteX21" fmla="*/ 2406065 w 3239999"/>
                  <a:gd name="connsiteY21" fmla="*/ 22 h 3032924"/>
                  <a:gd name="connsiteX22" fmla="*/ 2853673 w 3239999"/>
                  <a:gd name="connsiteY22" fmla="*/ 91100 h 3032924"/>
                  <a:gd name="connsiteX23" fmla="*/ 2854770 w 3239999"/>
                  <a:gd name="connsiteY23" fmla="*/ 430441 h 3032924"/>
                  <a:gd name="connsiteX24" fmla="*/ 3120669 w 3239999"/>
                  <a:gd name="connsiteY24" fmla="*/ 428517 h 3032924"/>
                  <a:gd name="connsiteX25" fmla="*/ 3120669 w 3239999"/>
                  <a:gd name="connsiteY25" fmla="*/ 738345 h 3032924"/>
                  <a:gd name="connsiteX26" fmla="*/ 3239999 w 3239999"/>
                  <a:gd name="connsiteY26" fmla="*/ 738345 h 3032924"/>
                  <a:gd name="connsiteX27" fmla="*/ 3239999 w 3239999"/>
                  <a:gd name="connsiteY27" fmla="*/ 3032924 h 3032924"/>
                  <a:gd name="connsiteX28" fmla="*/ 0 w 3239999"/>
                  <a:gd name="connsiteY28" fmla="*/ 3032924 h 3032924"/>
                  <a:gd name="connsiteX29" fmla="*/ 0 w 3239999"/>
                  <a:gd name="connsiteY29" fmla="*/ 738345 h 3032924"/>
                  <a:gd name="connsiteX30" fmla="*/ 102477 w 3239999"/>
                  <a:gd name="connsiteY30" fmla="*/ 738345 h 3032924"/>
                  <a:gd name="connsiteX31" fmla="*/ 102477 w 3239999"/>
                  <a:gd name="connsiteY31" fmla="*/ 428517 h 3032924"/>
                  <a:gd name="connsiteX32" fmla="*/ 385229 w 3239999"/>
                  <a:gd name="connsiteY32" fmla="*/ 430441 h 3032924"/>
                  <a:gd name="connsiteX33" fmla="*/ 386326 w 3239999"/>
                  <a:gd name="connsiteY33" fmla="*/ 91100 h 3032924"/>
                  <a:gd name="connsiteX34" fmla="*/ 833935 w 3239999"/>
                  <a:gd name="connsiteY34" fmla="*/ 22 h 3032924"/>
                  <a:gd name="connsiteX0" fmla="*/ 833935 w 3239999"/>
                  <a:gd name="connsiteY0" fmla="*/ 22 h 3032924"/>
                  <a:gd name="connsiteX1" fmla="*/ 1576606 w 3239999"/>
                  <a:gd name="connsiteY1" fmla="*/ 402054 h 3032924"/>
                  <a:gd name="connsiteX2" fmla="*/ 1576606 w 3239999"/>
                  <a:gd name="connsiteY2" fmla="*/ 430441 h 3032924"/>
                  <a:gd name="connsiteX3" fmla="*/ 1576606 w 3239999"/>
                  <a:gd name="connsiteY3" fmla="*/ 526981 h 3032924"/>
                  <a:gd name="connsiteX4" fmla="*/ 1576606 w 3239999"/>
                  <a:gd name="connsiteY4" fmla="*/ 2765302 h 3032924"/>
                  <a:gd name="connsiteX5" fmla="*/ 378630 w 3239999"/>
                  <a:gd name="connsiteY5" fmla="*/ 2472117 h 3032924"/>
                  <a:gd name="connsiteX6" fmla="*/ 384918 w 3239999"/>
                  <a:gd name="connsiteY6" fmla="*/ 526981 h 3032924"/>
                  <a:gd name="connsiteX7" fmla="*/ 239143 w 3239999"/>
                  <a:gd name="connsiteY7" fmla="*/ 526981 h 3032924"/>
                  <a:gd name="connsiteX8" fmla="*/ 239143 w 3239999"/>
                  <a:gd name="connsiteY8" fmla="*/ 2776423 h 3032924"/>
                  <a:gd name="connsiteX9" fmla="*/ 1576606 w 3239999"/>
                  <a:gd name="connsiteY9" fmla="*/ 2776423 h 3032924"/>
                  <a:gd name="connsiteX10" fmla="*/ 1576606 w 3239999"/>
                  <a:gd name="connsiteY10" fmla="*/ 2778202 h 3032924"/>
                  <a:gd name="connsiteX11" fmla="*/ 1663394 w 3239999"/>
                  <a:gd name="connsiteY11" fmla="*/ 2778202 h 3032924"/>
                  <a:gd name="connsiteX12" fmla="*/ 1663394 w 3239999"/>
                  <a:gd name="connsiteY12" fmla="*/ 2776423 h 3032924"/>
                  <a:gd name="connsiteX13" fmla="*/ 3000856 w 3239999"/>
                  <a:gd name="connsiteY13" fmla="*/ 2776423 h 3032924"/>
                  <a:gd name="connsiteX14" fmla="*/ 3000856 w 3239999"/>
                  <a:gd name="connsiteY14" fmla="*/ 526981 h 3032924"/>
                  <a:gd name="connsiteX15" fmla="*/ 2855082 w 3239999"/>
                  <a:gd name="connsiteY15" fmla="*/ 526981 h 3032924"/>
                  <a:gd name="connsiteX16" fmla="*/ 2861369 w 3239999"/>
                  <a:gd name="connsiteY16" fmla="*/ 2472117 h 3032924"/>
                  <a:gd name="connsiteX17" fmla="*/ 1663394 w 3239999"/>
                  <a:gd name="connsiteY17" fmla="*/ 2765302 h 3032924"/>
                  <a:gd name="connsiteX18" fmla="*/ 1663394 w 3239999"/>
                  <a:gd name="connsiteY18" fmla="*/ 526981 h 3032924"/>
                  <a:gd name="connsiteX19" fmla="*/ 1663394 w 3239999"/>
                  <a:gd name="connsiteY19" fmla="*/ 430441 h 3032924"/>
                  <a:gd name="connsiteX20" fmla="*/ 1663394 w 3239999"/>
                  <a:gd name="connsiteY20" fmla="*/ 402054 h 3032924"/>
                  <a:gd name="connsiteX21" fmla="*/ 2406065 w 3239999"/>
                  <a:gd name="connsiteY21" fmla="*/ 22 h 3032924"/>
                  <a:gd name="connsiteX22" fmla="*/ 2853673 w 3239999"/>
                  <a:gd name="connsiteY22" fmla="*/ 91100 h 3032924"/>
                  <a:gd name="connsiteX23" fmla="*/ 2854770 w 3239999"/>
                  <a:gd name="connsiteY23" fmla="*/ 430441 h 3032924"/>
                  <a:gd name="connsiteX24" fmla="*/ 3120669 w 3239999"/>
                  <a:gd name="connsiteY24" fmla="*/ 428517 h 3032924"/>
                  <a:gd name="connsiteX25" fmla="*/ 3120669 w 3239999"/>
                  <a:gd name="connsiteY25" fmla="*/ 738345 h 3032924"/>
                  <a:gd name="connsiteX26" fmla="*/ 3239999 w 3239999"/>
                  <a:gd name="connsiteY26" fmla="*/ 738345 h 3032924"/>
                  <a:gd name="connsiteX27" fmla="*/ 3239999 w 3239999"/>
                  <a:gd name="connsiteY27" fmla="*/ 3032924 h 3032924"/>
                  <a:gd name="connsiteX28" fmla="*/ 0 w 3239999"/>
                  <a:gd name="connsiteY28" fmla="*/ 3032924 h 3032924"/>
                  <a:gd name="connsiteX29" fmla="*/ 0 w 3239999"/>
                  <a:gd name="connsiteY29" fmla="*/ 738345 h 3032924"/>
                  <a:gd name="connsiteX30" fmla="*/ 102477 w 3239999"/>
                  <a:gd name="connsiteY30" fmla="*/ 738345 h 3032924"/>
                  <a:gd name="connsiteX31" fmla="*/ 102477 w 3239999"/>
                  <a:gd name="connsiteY31" fmla="*/ 428517 h 3032924"/>
                  <a:gd name="connsiteX32" fmla="*/ 385229 w 3239999"/>
                  <a:gd name="connsiteY32" fmla="*/ 430441 h 3032924"/>
                  <a:gd name="connsiteX33" fmla="*/ 386326 w 3239999"/>
                  <a:gd name="connsiteY33" fmla="*/ 91100 h 3032924"/>
                  <a:gd name="connsiteX34" fmla="*/ 833935 w 3239999"/>
                  <a:gd name="connsiteY34" fmla="*/ 22 h 3032924"/>
                  <a:gd name="connsiteX0" fmla="*/ 833935 w 3239999"/>
                  <a:gd name="connsiteY0" fmla="*/ 22 h 3032924"/>
                  <a:gd name="connsiteX1" fmla="*/ 1576606 w 3239999"/>
                  <a:gd name="connsiteY1" fmla="*/ 402054 h 3032924"/>
                  <a:gd name="connsiteX2" fmla="*/ 1576606 w 3239999"/>
                  <a:gd name="connsiteY2" fmla="*/ 430441 h 3032924"/>
                  <a:gd name="connsiteX3" fmla="*/ 1576606 w 3239999"/>
                  <a:gd name="connsiteY3" fmla="*/ 526981 h 3032924"/>
                  <a:gd name="connsiteX4" fmla="*/ 1576606 w 3239999"/>
                  <a:gd name="connsiteY4" fmla="*/ 2765302 h 3032924"/>
                  <a:gd name="connsiteX5" fmla="*/ 378630 w 3239999"/>
                  <a:gd name="connsiteY5" fmla="*/ 2472117 h 3032924"/>
                  <a:gd name="connsiteX6" fmla="*/ 384918 w 3239999"/>
                  <a:gd name="connsiteY6" fmla="*/ 526981 h 3032924"/>
                  <a:gd name="connsiteX7" fmla="*/ 239143 w 3239999"/>
                  <a:gd name="connsiteY7" fmla="*/ 526981 h 3032924"/>
                  <a:gd name="connsiteX8" fmla="*/ 239143 w 3239999"/>
                  <a:gd name="connsiteY8" fmla="*/ 2776423 h 3032924"/>
                  <a:gd name="connsiteX9" fmla="*/ 1576606 w 3239999"/>
                  <a:gd name="connsiteY9" fmla="*/ 2776423 h 3032924"/>
                  <a:gd name="connsiteX10" fmla="*/ 1576606 w 3239999"/>
                  <a:gd name="connsiteY10" fmla="*/ 2778202 h 3032924"/>
                  <a:gd name="connsiteX11" fmla="*/ 1663394 w 3239999"/>
                  <a:gd name="connsiteY11" fmla="*/ 2778202 h 3032924"/>
                  <a:gd name="connsiteX12" fmla="*/ 1663394 w 3239999"/>
                  <a:gd name="connsiteY12" fmla="*/ 2776423 h 3032924"/>
                  <a:gd name="connsiteX13" fmla="*/ 3000856 w 3239999"/>
                  <a:gd name="connsiteY13" fmla="*/ 2776423 h 3032924"/>
                  <a:gd name="connsiteX14" fmla="*/ 3000856 w 3239999"/>
                  <a:gd name="connsiteY14" fmla="*/ 526981 h 3032924"/>
                  <a:gd name="connsiteX15" fmla="*/ 2855082 w 3239999"/>
                  <a:gd name="connsiteY15" fmla="*/ 526981 h 3032924"/>
                  <a:gd name="connsiteX16" fmla="*/ 2861369 w 3239999"/>
                  <a:gd name="connsiteY16" fmla="*/ 2472117 h 3032924"/>
                  <a:gd name="connsiteX17" fmla="*/ 1663394 w 3239999"/>
                  <a:gd name="connsiteY17" fmla="*/ 2765302 h 3032924"/>
                  <a:gd name="connsiteX18" fmla="*/ 1663394 w 3239999"/>
                  <a:gd name="connsiteY18" fmla="*/ 526981 h 3032924"/>
                  <a:gd name="connsiteX19" fmla="*/ 1663394 w 3239999"/>
                  <a:gd name="connsiteY19" fmla="*/ 430441 h 3032924"/>
                  <a:gd name="connsiteX20" fmla="*/ 1663394 w 3239999"/>
                  <a:gd name="connsiteY20" fmla="*/ 402054 h 3032924"/>
                  <a:gd name="connsiteX21" fmla="*/ 2406065 w 3239999"/>
                  <a:gd name="connsiteY21" fmla="*/ 22 h 3032924"/>
                  <a:gd name="connsiteX22" fmla="*/ 2853673 w 3239999"/>
                  <a:gd name="connsiteY22" fmla="*/ 91100 h 3032924"/>
                  <a:gd name="connsiteX23" fmla="*/ 2854770 w 3239999"/>
                  <a:gd name="connsiteY23" fmla="*/ 430441 h 3032924"/>
                  <a:gd name="connsiteX24" fmla="*/ 3120669 w 3239999"/>
                  <a:gd name="connsiteY24" fmla="*/ 428517 h 3032924"/>
                  <a:gd name="connsiteX25" fmla="*/ 3120669 w 3239999"/>
                  <a:gd name="connsiteY25" fmla="*/ 738345 h 3032924"/>
                  <a:gd name="connsiteX26" fmla="*/ 3239999 w 3239999"/>
                  <a:gd name="connsiteY26" fmla="*/ 738345 h 3032924"/>
                  <a:gd name="connsiteX27" fmla="*/ 3239999 w 3239999"/>
                  <a:gd name="connsiteY27" fmla="*/ 3032924 h 3032924"/>
                  <a:gd name="connsiteX28" fmla="*/ 0 w 3239999"/>
                  <a:gd name="connsiteY28" fmla="*/ 3032924 h 3032924"/>
                  <a:gd name="connsiteX29" fmla="*/ 0 w 3239999"/>
                  <a:gd name="connsiteY29" fmla="*/ 738345 h 3032924"/>
                  <a:gd name="connsiteX30" fmla="*/ 102477 w 3239999"/>
                  <a:gd name="connsiteY30" fmla="*/ 738345 h 3032924"/>
                  <a:gd name="connsiteX31" fmla="*/ 102477 w 3239999"/>
                  <a:gd name="connsiteY31" fmla="*/ 428517 h 3032924"/>
                  <a:gd name="connsiteX32" fmla="*/ 385229 w 3239999"/>
                  <a:gd name="connsiteY32" fmla="*/ 430441 h 3032924"/>
                  <a:gd name="connsiteX33" fmla="*/ 386326 w 3239999"/>
                  <a:gd name="connsiteY33" fmla="*/ 91100 h 3032924"/>
                  <a:gd name="connsiteX34" fmla="*/ 833935 w 3239999"/>
                  <a:gd name="connsiteY34" fmla="*/ 2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29618 w 3239999"/>
                  <a:gd name="connsiteY32" fmla="*/ 2690698 h 3032924"/>
                  <a:gd name="connsiteX33" fmla="*/ 1576606 w 3239999"/>
                  <a:gd name="connsiteY33" fmla="*/ 2776423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2991331 w 3239999"/>
                  <a:gd name="connsiteY3" fmla="*/ 2709748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29618 w 3239999"/>
                  <a:gd name="connsiteY32" fmla="*/ 2690698 h 3032924"/>
                  <a:gd name="connsiteX33" fmla="*/ 1576606 w 3239999"/>
                  <a:gd name="connsiteY33" fmla="*/ 2776423 h 30329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239999" h="3032924">
                    <a:moveTo>
                      <a:pt x="1576606" y="2778202"/>
                    </a:moveTo>
                    <a:cubicBezTo>
                      <a:pt x="1576606" y="2778795"/>
                      <a:pt x="1663394" y="2792670"/>
                      <a:pt x="1663394" y="2778202"/>
                    </a:cubicBezTo>
                    <a:lnTo>
                      <a:pt x="1663394" y="2776423"/>
                    </a:lnTo>
                    <a:cubicBezTo>
                      <a:pt x="2185083" y="2605634"/>
                      <a:pt x="2444552" y="2500589"/>
                      <a:pt x="2991331" y="2709748"/>
                    </a:cubicBezTo>
                    <a:lnTo>
                      <a:pt x="3000856" y="526981"/>
                    </a:lnTo>
                    <a:lnTo>
                      <a:pt x="2855082" y="526981"/>
                    </a:lnTo>
                    <a:cubicBezTo>
                      <a:pt x="2857178" y="1175360"/>
                      <a:pt x="2859273" y="1823738"/>
                      <a:pt x="2861369" y="2472117"/>
                    </a:cubicBezTo>
                    <a:cubicBezTo>
                      <a:pt x="2483869" y="2318121"/>
                      <a:pt x="2052449" y="2439541"/>
                      <a:pt x="1663394" y="2765302"/>
                    </a:cubicBezTo>
                    <a:lnTo>
                      <a:pt x="1663394" y="526981"/>
                    </a:lnTo>
                    <a:lnTo>
                      <a:pt x="1663394" y="430441"/>
                    </a:lnTo>
                    <a:lnTo>
                      <a:pt x="1663394" y="402054"/>
                    </a:lnTo>
                    <a:cubicBezTo>
                      <a:pt x="1896442" y="149589"/>
                      <a:pt x="2115835" y="2106"/>
                      <a:pt x="2406065" y="22"/>
                    </a:cubicBezTo>
                    <a:cubicBezTo>
                      <a:pt x="2537987" y="-925"/>
                      <a:pt x="2684544" y="28169"/>
                      <a:pt x="2853673" y="91100"/>
                    </a:cubicBezTo>
                    <a:cubicBezTo>
                      <a:pt x="2854039" y="204214"/>
                      <a:pt x="2854404" y="317327"/>
                      <a:pt x="2854770" y="430441"/>
                    </a:cubicBezTo>
                    <a:lnTo>
                      <a:pt x="3120669" y="428517"/>
                    </a:lnTo>
                    <a:lnTo>
                      <a:pt x="3120669" y="738345"/>
                    </a:lnTo>
                    <a:lnTo>
                      <a:pt x="3239999" y="738345"/>
                    </a:lnTo>
                    <a:lnTo>
                      <a:pt x="3239999" y="3032924"/>
                    </a:lnTo>
                    <a:lnTo>
                      <a:pt x="0" y="3032924"/>
                    </a:lnTo>
                    <a:lnTo>
                      <a:pt x="0" y="738345"/>
                    </a:lnTo>
                    <a:lnTo>
                      <a:pt x="102477" y="738345"/>
                    </a:lnTo>
                    <a:lnTo>
                      <a:pt x="102477" y="428517"/>
                    </a:lnTo>
                    <a:lnTo>
                      <a:pt x="385229" y="430441"/>
                    </a:lnTo>
                    <a:cubicBezTo>
                      <a:pt x="385595" y="317327"/>
                      <a:pt x="385960" y="204214"/>
                      <a:pt x="386326" y="91100"/>
                    </a:cubicBezTo>
                    <a:cubicBezTo>
                      <a:pt x="555455" y="28169"/>
                      <a:pt x="702013" y="-925"/>
                      <a:pt x="833935" y="22"/>
                    </a:cubicBezTo>
                    <a:cubicBezTo>
                      <a:pt x="1124164" y="2106"/>
                      <a:pt x="1343558" y="149589"/>
                      <a:pt x="1576606" y="402054"/>
                    </a:cubicBezTo>
                    <a:lnTo>
                      <a:pt x="1576606" y="430441"/>
                    </a:lnTo>
                    <a:lnTo>
                      <a:pt x="1576606" y="526981"/>
                    </a:lnTo>
                    <a:lnTo>
                      <a:pt x="1576606" y="2765302"/>
                    </a:lnTo>
                    <a:cubicBezTo>
                      <a:pt x="1187550" y="2439541"/>
                      <a:pt x="756130" y="2318121"/>
                      <a:pt x="378630" y="2472117"/>
                    </a:cubicBezTo>
                    <a:lnTo>
                      <a:pt x="384918" y="526981"/>
                    </a:lnTo>
                    <a:lnTo>
                      <a:pt x="239143" y="526981"/>
                    </a:lnTo>
                    <a:lnTo>
                      <a:pt x="229618" y="2690698"/>
                    </a:lnTo>
                    <a:cubicBezTo>
                      <a:pt x="773243" y="2466244"/>
                      <a:pt x="1081748" y="2626096"/>
                      <a:pt x="1576606" y="2776423"/>
                    </a:cubicBezTo>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p>
            </p:txBody>
          </p:sp>
        </p:grpSp>
        <p:sp>
          <p:nvSpPr>
            <p:cNvPr id="42" name="Circle: Hollow 153">
              <a:extLst>
                <a:ext uri="{FF2B5EF4-FFF2-40B4-BE49-F238E27FC236}">
                  <a16:creationId xmlns:a16="http://schemas.microsoft.com/office/drawing/2014/main" id="{485E32CF-1FD4-BEA0-80D2-30E902E2CE2D}"/>
                </a:ext>
              </a:extLst>
            </p:cNvPr>
            <p:cNvSpPr/>
            <p:nvPr/>
          </p:nvSpPr>
          <p:spPr>
            <a:xfrm>
              <a:off x="3544388" y="1380450"/>
              <a:ext cx="5477691" cy="5477691"/>
            </a:xfrm>
            <a:prstGeom prst="donut">
              <a:avLst>
                <a:gd name="adj" fmla="val 1843"/>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sp>
        <p:nvSpPr>
          <p:cNvPr id="54" name="Chord 14">
            <a:extLst>
              <a:ext uri="{FF2B5EF4-FFF2-40B4-BE49-F238E27FC236}">
                <a16:creationId xmlns:a16="http://schemas.microsoft.com/office/drawing/2014/main" id="{A177BF01-F4F8-6CF5-0D92-58A9A0A038CF}"/>
              </a:ext>
            </a:extLst>
          </p:cNvPr>
          <p:cNvSpPr/>
          <p:nvPr/>
        </p:nvSpPr>
        <p:spPr>
          <a:xfrm>
            <a:off x="8888412" y="2582440"/>
            <a:ext cx="512639" cy="646909"/>
          </a:xfrm>
          <a:custGeom>
            <a:avLst/>
            <a:gdLst/>
            <a:ahLst/>
            <a:cxnLst/>
            <a:rect l="l" t="t" r="r" b="b"/>
            <a:pathLst>
              <a:path w="2120980" h="2676504">
                <a:moveTo>
                  <a:pt x="824057" y="2198115"/>
                </a:moveTo>
                <a:lnTo>
                  <a:pt x="824057" y="2229022"/>
                </a:lnTo>
                <a:lnTo>
                  <a:pt x="751177" y="2229022"/>
                </a:lnTo>
                <a:lnTo>
                  <a:pt x="751177" y="2510330"/>
                </a:lnTo>
                <a:lnTo>
                  <a:pt x="824057" y="2510330"/>
                </a:lnTo>
                <a:lnTo>
                  <a:pt x="824057" y="2541237"/>
                </a:lnTo>
                <a:lnTo>
                  <a:pt x="1298129" y="2541237"/>
                </a:lnTo>
                <a:lnTo>
                  <a:pt x="1298129" y="2510330"/>
                </a:lnTo>
                <a:lnTo>
                  <a:pt x="1371008" y="2510330"/>
                </a:lnTo>
                <a:lnTo>
                  <a:pt x="1371008" y="2229022"/>
                </a:lnTo>
                <a:lnTo>
                  <a:pt x="1298129" y="2229022"/>
                </a:lnTo>
                <a:lnTo>
                  <a:pt x="1298129" y="2198115"/>
                </a:lnTo>
                <a:close/>
                <a:moveTo>
                  <a:pt x="1933495" y="134375"/>
                </a:moveTo>
                <a:cubicBezTo>
                  <a:pt x="1872496" y="128267"/>
                  <a:pt x="1778964" y="206162"/>
                  <a:pt x="1655092" y="316398"/>
                </a:cubicBezTo>
                <a:lnTo>
                  <a:pt x="1655092" y="762581"/>
                </a:lnTo>
                <a:lnTo>
                  <a:pt x="1651862" y="762581"/>
                </a:lnTo>
                <a:cubicBezTo>
                  <a:pt x="1647824" y="843406"/>
                  <a:pt x="1633793" y="920606"/>
                  <a:pt x="1611266" y="992211"/>
                </a:cubicBezTo>
                <a:cubicBezTo>
                  <a:pt x="1739269" y="1047184"/>
                  <a:pt x="1828260" y="986425"/>
                  <a:pt x="1895778" y="900656"/>
                </a:cubicBezTo>
                <a:cubicBezTo>
                  <a:pt x="1964561" y="813279"/>
                  <a:pt x="2016746" y="624382"/>
                  <a:pt x="2016490" y="465292"/>
                </a:cubicBezTo>
                <a:cubicBezTo>
                  <a:pt x="2023696" y="232949"/>
                  <a:pt x="1995287" y="140561"/>
                  <a:pt x="1933495" y="134375"/>
                </a:cubicBezTo>
                <a:close/>
                <a:moveTo>
                  <a:pt x="187485" y="134375"/>
                </a:moveTo>
                <a:cubicBezTo>
                  <a:pt x="125693" y="140561"/>
                  <a:pt x="97284" y="232949"/>
                  <a:pt x="104490" y="465292"/>
                </a:cubicBezTo>
                <a:cubicBezTo>
                  <a:pt x="104234" y="624382"/>
                  <a:pt x="156419" y="813279"/>
                  <a:pt x="225202" y="900656"/>
                </a:cubicBezTo>
                <a:cubicBezTo>
                  <a:pt x="292944" y="986710"/>
                  <a:pt x="382303" y="1047587"/>
                  <a:pt x="511026" y="991745"/>
                </a:cubicBezTo>
                <a:cubicBezTo>
                  <a:pt x="488627" y="920189"/>
                  <a:pt x="474740" y="843131"/>
                  <a:pt x="470841" y="762581"/>
                </a:cubicBezTo>
                <a:lnTo>
                  <a:pt x="467092" y="762581"/>
                </a:lnTo>
                <a:lnTo>
                  <a:pt x="467092" y="317447"/>
                </a:lnTo>
                <a:cubicBezTo>
                  <a:pt x="342616" y="206663"/>
                  <a:pt x="248680" y="128248"/>
                  <a:pt x="187485" y="134375"/>
                </a:cubicBezTo>
                <a:close/>
                <a:moveTo>
                  <a:pt x="171293" y="338"/>
                </a:moveTo>
                <a:cubicBezTo>
                  <a:pt x="267101" y="7324"/>
                  <a:pt x="383647" y="121035"/>
                  <a:pt x="467092" y="183917"/>
                </a:cubicBezTo>
                <a:lnTo>
                  <a:pt x="467092" y="127304"/>
                </a:lnTo>
                <a:cubicBezTo>
                  <a:pt x="446033" y="120339"/>
                  <a:pt x="431092" y="100383"/>
                  <a:pt x="431092" y="76938"/>
                </a:cubicBezTo>
                <a:cubicBezTo>
                  <a:pt x="431092" y="47115"/>
                  <a:pt x="455269" y="22938"/>
                  <a:pt x="485092" y="22938"/>
                </a:cubicBezTo>
                <a:lnTo>
                  <a:pt x="1637092" y="22938"/>
                </a:lnTo>
                <a:cubicBezTo>
                  <a:pt x="1666915" y="22938"/>
                  <a:pt x="1691092" y="47115"/>
                  <a:pt x="1691092" y="76938"/>
                </a:cubicBezTo>
                <a:cubicBezTo>
                  <a:pt x="1691092" y="100383"/>
                  <a:pt x="1676151" y="120339"/>
                  <a:pt x="1655092" y="127304"/>
                </a:cubicBezTo>
                <a:lnTo>
                  <a:pt x="1655092" y="182958"/>
                </a:lnTo>
                <a:cubicBezTo>
                  <a:pt x="1738474" y="119924"/>
                  <a:pt x="1854348" y="7289"/>
                  <a:pt x="1949687" y="338"/>
                </a:cubicBezTo>
                <a:cubicBezTo>
                  <a:pt x="2046947" y="-6754"/>
                  <a:pt x="2122836" y="96139"/>
                  <a:pt x="2120946" y="473736"/>
                </a:cubicBezTo>
                <a:cubicBezTo>
                  <a:pt x="2117166" y="673942"/>
                  <a:pt x="2058714" y="872497"/>
                  <a:pt x="1966316" y="974360"/>
                </a:cubicBezTo>
                <a:cubicBezTo>
                  <a:pt x="1875288" y="1074712"/>
                  <a:pt x="1740706" y="1159472"/>
                  <a:pt x="1574365" y="1087619"/>
                </a:cubicBezTo>
                <a:cubicBezTo>
                  <a:pt x="1498402" y="1256706"/>
                  <a:pt x="1371540" y="1383225"/>
                  <a:pt x="1220432" y="1434843"/>
                </a:cubicBezTo>
                <a:lnTo>
                  <a:pt x="1220432" y="1524098"/>
                </a:lnTo>
                <a:cubicBezTo>
                  <a:pt x="1242816" y="1529237"/>
                  <a:pt x="1259092" y="1549488"/>
                  <a:pt x="1259092" y="1573540"/>
                </a:cubicBezTo>
                <a:lnTo>
                  <a:pt x="1259092" y="1782216"/>
                </a:lnTo>
                <a:cubicBezTo>
                  <a:pt x="1259092" y="1806269"/>
                  <a:pt x="1242816" y="1826519"/>
                  <a:pt x="1220432" y="1831659"/>
                </a:cubicBezTo>
                <a:lnTo>
                  <a:pt x="1220432" y="1899972"/>
                </a:lnTo>
                <a:cubicBezTo>
                  <a:pt x="1220432" y="1908643"/>
                  <a:pt x="1218317" y="1916820"/>
                  <a:pt x="1214011" y="1923722"/>
                </a:cubicBezTo>
                <a:cubicBezTo>
                  <a:pt x="1480406" y="1939701"/>
                  <a:pt x="1673079" y="1996147"/>
                  <a:pt x="1682229" y="2062848"/>
                </a:cubicBezTo>
                <a:lnTo>
                  <a:pt x="1925188" y="2062848"/>
                </a:lnTo>
                <a:lnTo>
                  <a:pt x="1925188" y="2676504"/>
                </a:lnTo>
                <a:lnTo>
                  <a:pt x="196996" y="2676504"/>
                </a:lnTo>
                <a:lnTo>
                  <a:pt x="196996" y="2062848"/>
                </a:lnTo>
                <a:lnTo>
                  <a:pt x="427501" y="2062848"/>
                </a:lnTo>
                <a:cubicBezTo>
                  <a:pt x="436455" y="1995236"/>
                  <a:pt x="634470" y="1937990"/>
                  <a:pt x="907722" y="1923052"/>
                </a:cubicBezTo>
                <a:cubicBezTo>
                  <a:pt x="903729" y="1916275"/>
                  <a:pt x="901752" y="1908354"/>
                  <a:pt x="901752" y="1899972"/>
                </a:cubicBezTo>
                <a:lnTo>
                  <a:pt x="901752" y="1831659"/>
                </a:lnTo>
                <a:cubicBezTo>
                  <a:pt x="879369" y="1826519"/>
                  <a:pt x="863092" y="1806269"/>
                  <a:pt x="863092" y="1782216"/>
                </a:cubicBezTo>
                <a:lnTo>
                  <a:pt x="863092" y="1573540"/>
                </a:lnTo>
                <a:cubicBezTo>
                  <a:pt x="863092" y="1549488"/>
                  <a:pt x="879369" y="1529237"/>
                  <a:pt x="901752" y="1524098"/>
                </a:cubicBezTo>
                <a:lnTo>
                  <a:pt x="901752" y="1435225"/>
                </a:lnTo>
                <a:cubicBezTo>
                  <a:pt x="750211" y="1383280"/>
                  <a:pt x="623484" y="1256276"/>
                  <a:pt x="547795" y="1087211"/>
                </a:cubicBezTo>
                <a:cubicBezTo>
                  <a:pt x="380891" y="1159861"/>
                  <a:pt x="245901" y="1074942"/>
                  <a:pt x="154664" y="974360"/>
                </a:cubicBezTo>
                <a:cubicBezTo>
                  <a:pt x="62266" y="872497"/>
                  <a:pt x="3814" y="673942"/>
                  <a:pt x="34" y="473736"/>
                </a:cubicBezTo>
                <a:cubicBezTo>
                  <a:pt x="-1856" y="96139"/>
                  <a:pt x="74033" y="-6754"/>
                  <a:pt x="171293" y="338"/>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cxnSp>
        <p:nvCxnSpPr>
          <p:cNvPr id="56" name="Connecteur : en angle 55">
            <a:extLst>
              <a:ext uri="{FF2B5EF4-FFF2-40B4-BE49-F238E27FC236}">
                <a16:creationId xmlns:a16="http://schemas.microsoft.com/office/drawing/2014/main" id="{6B3CC313-F316-AB04-E064-65DDD1BB0C58}"/>
              </a:ext>
            </a:extLst>
          </p:cNvPr>
          <p:cNvCxnSpPr>
            <a:cxnSpLocks/>
            <a:stCxn id="16" idx="2"/>
            <a:endCxn id="17" idx="0"/>
          </p:cNvCxnSpPr>
          <p:nvPr/>
        </p:nvCxnSpPr>
        <p:spPr>
          <a:xfrm rot="5400000">
            <a:off x="3543006" y="-195794"/>
            <a:ext cx="1468910" cy="3637079"/>
          </a:xfrm>
          <a:prstGeom prst="bentConnector3">
            <a:avLst>
              <a:gd name="adj1" fmla="val 50000"/>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66" name="Connecteur : en angle 65">
            <a:extLst>
              <a:ext uri="{FF2B5EF4-FFF2-40B4-BE49-F238E27FC236}">
                <a16:creationId xmlns:a16="http://schemas.microsoft.com/office/drawing/2014/main" id="{3743B402-1B3D-AE2D-11B2-E458E51F13D2}"/>
              </a:ext>
            </a:extLst>
          </p:cNvPr>
          <p:cNvCxnSpPr>
            <a:stCxn id="16" idx="2"/>
            <a:endCxn id="18" idx="0"/>
          </p:cNvCxnSpPr>
          <p:nvPr/>
        </p:nvCxnSpPr>
        <p:spPr>
          <a:xfrm rot="5400000">
            <a:off x="5356651" y="1625331"/>
            <a:ext cx="1476391" cy="2309"/>
          </a:xfrm>
          <a:prstGeom prst="bentConnector3">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68" name="Connecteur : en angle 67">
            <a:extLst>
              <a:ext uri="{FF2B5EF4-FFF2-40B4-BE49-F238E27FC236}">
                <a16:creationId xmlns:a16="http://schemas.microsoft.com/office/drawing/2014/main" id="{546924FC-733B-950E-2318-780886BA365E}"/>
              </a:ext>
            </a:extLst>
          </p:cNvPr>
          <p:cNvCxnSpPr>
            <a:cxnSpLocks/>
            <a:stCxn id="16" idx="2"/>
            <a:endCxn id="19" idx="0"/>
          </p:cNvCxnSpPr>
          <p:nvPr/>
        </p:nvCxnSpPr>
        <p:spPr>
          <a:xfrm rot="16200000" flipH="1">
            <a:off x="7223664" y="-239374"/>
            <a:ext cx="1468910" cy="3724238"/>
          </a:xfrm>
          <a:prstGeom prst="bentConnector3">
            <a:avLst/>
          </a:prstGeom>
          <a:ln>
            <a:tailEnd type="triangle"/>
          </a:ln>
        </p:spPr>
        <p:style>
          <a:lnRef idx="3">
            <a:schemeClr val="accent2"/>
          </a:lnRef>
          <a:fillRef idx="0">
            <a:schemeClr val="accent2"/>
          </a:fillRef>
          <a:effectRef idx="2">
            <a:schemeClr val="accent2"/>
          </a:effectRef>
          <a:fontRef idx="minor">
            <a:schemeClr val="tx1"/>
          </a:fontRef>
        </p:style>
      </p:cxnSp>
      <p:sp>
        <p:nvSpPr>
          <p:cNvPr id="6" name="Espace réservé du numéro de diapositive 5">
            <a:extLst>
              <a:ext uri="{FF2B5EF4-FFF2-40B4-BE49-F238E27FC236}">
                <a16:creationId xmlns:a16="http://schemas.microsoft.com/office/drawing/2014/main" id="{7289E8FA-A499-20D8-4445-F09F9F45CD7F}"/>
              </a:ext>
            </a:extLst>
          </p:cNvPr>
          <p:cNvSpPr>
            <a:spLocks noGrp="1"/>
          </p:cNvSpPr>
          <p:nvPr>
            <p:ph type="sldNum" sz="quarter" idx="12"/>
          </p:nvPr>
        </p:nvSpPr>
        <p:spPr>
          <a:xfrm>
            <a:off x="0" y="6480175"/>
            <a:ext cx="348280" cy="377825"/>
          </a:xfrm>
        </p:spPr>
        <p:txBody>
          <a:bodyPr/>
          <a:lstStyle/>
          <a:p>
            <a:fld id="{A3401A20-A1E0-4E43-B782-1D8AAEB2FCB1}" type="slidenum">
              <a:rPr lang="fr-FR" smtClean="0"/>
              <a:t>18</a:t>
            </a:fld>
            <a:endParaRPr lang="fr-FR" dirty="0"/>
          </a:p>
        </p:txBody>
      </p:sp>
    </p:spTree>
    <p:extLst>
      <p:ext uri="{BB962C8B-B14F-4D97-AF65-F5344CB8AC3E}">
        <p14:creationId xmlns:p14="http://schemas.microsoft.com/office/powerpoint/2010/main" val="682372114"/>
      </p:ext>
    </p:extLst>
  </p:cSld>
  <p:clrMapOvr>
    <a:masterClrMapping/>
  </p:clrMapOvr>
  <p:transition spd="slow">
    <p:push/>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DF42081-849E-74C1-51E6-6056BBEBBD55}"/>
              </a:ext>
            </a:extLst>
          </p:cNvPr>
          <p:cNvSpPr>
            <a:spLocks noGrp="1"/>
          </p:cNvSpPr>
          <p:nvPr>
            <p:ph type="title"/>
          </p:nvPr>
        </p:nvSpPr>
        <p:spPr>
          <a:xfrm>
            <a:off x="487973" y="2197246"/>
            <a:ext cx="11462238" cy="2990849"/>
          </a:xfrm>
        </p:spPr>
        <p:txBody>
          <a:bodyPr>
            <a:noAutofit/>
            <a:scene3d>
              <a:camera prst="orthographicFront"/>
              <a:lightRig rig="harsh" dir="t"/>
            </a:scene3d>
            <a:sp3d extrusionH="57150" prstMaterial="matte">
              <a:bevelT w="63500" h="12700" prst="angle"/>
              <a:contourClr>
                <a:schemeClr val="bg1">
                  <a:lumMod val="65000"/>
                </a:schemeClr>
              </a:contourClr>
            </a:sp3d>
          </a:bodyPr>
          <a:lstStyle/>
          <a:p>
            <a:pPr algn="ctr"/>
            <a:br>
              <a:rPr lang="fr-FR" sz="7200" b="1" cap="none" dirty="0">
                <a:ln/>
                <a:solidFill>
                  <a:srgbClr val="00B0F0"/>
                </a:solidFill>
                <a:effectLst>
                  <a:outerShdw blurRad="38100" dist="38100" dir="2700000" algn="tl">
                    <a:srgbClr val="000000">
                      <a:alpha val="43137"/>
                    </a:srgbClr>
                  </a:outerShdw>
                </a:effectLst>
                <a:latin typeface="+mn-lt"/>
                <a:cs typeface="Times New Roman" panose="0202[phone redacted]020304" pitchFamily="18" charset="0"/>
              </a:rPr>
            </a:br>
            <a:r>
              <a:rPr lang="fr-FR" sz="7200" b="1" cap="none" dirty="0">
                <a:ln/>
                <a:solidFill>
                  <a:srgbClr val="00B0F0"/>
                </a:solidFill>
                <a:effectLst>
                  <a:outerShdw blurRad="38100" dist="38100" dir="2700000" algn="tl">
                    <a:srgbClr val="000000">
                      <a:alpha val="43137"/>
                    </a:srgbClr>
                  </a:outerShdw>
                </a:effectLst>
                <a:latin typeface="+mn-lt"/>
                <a:cs typeface="Times New Roman" panose="0202[phone redacted]020304" pitchFamily="18" charset="0"/>
              </a:rPr>
              <a:t>MERCI POUR VOTRE ATTENTION</a:t>
            </a:r>
            <a:endParaRPr lang="en-US" sz="7200" b="1" cap="none" dirty="0">
              <a:ln/>
              <a:solidFill>
                <a:srgbClr val="00B0F0"/>
              </a:solidFill>
              <a:effectLst>
                <a:outerShdw blurRad="38100" dist="38100" dir="2700000" algn="tl">
                  <a:srgbClr val="000000">
                    <a:alpha val="43137"/>
                  </a:srgbClr>
                </a:outerShdw>
              </a:effectLst>
              <a:latin typeface="+mn-lt"/>
              <a:cs typeface="Times New Roman" panose="0202[phone redacted]020304" pitchFamily="18" charset="0"/>
            </a:endParaRPr>
          </a:p>
        </p:txBody>
      </p:sp>
      <p:pic>
        <p:nvPicPr>
          <p:cNvPr id="6" name="Graphique 5" descr="Conférencier">
            <a:extLst>
              <a:ext uri="{FF2B5EF4-FFF2-40B4-BE49-F238E27FC236}">
                <a16:creationId xmlns:a16="http://schemas.microsoft.com/office/drawing/2014/main" id="{BE152C19-D104-7B9A-3C20-D991AF3BA64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325207" y="1069730"/>
            <a:ext cx="1541585" cy="1541585"/>
          </a:xfrm>
          <a:prstGeom prst="rect">
            <a:avLst/>
          </a:prstGeom>
          <a:effectLst>
            <a:outerShdw blurRad="50800" dist="38100" dir="18900000" algn="bl" rotWithShape="0">
              <a:prstClr val="black">
                <a:alpha val="40000"/>
              </a:prstClr>
            </a:outerShdw>
          </a:effectLst>
        </p:spPr>
      </p:pic>
    </p:spTree>
    <p:extLst>
      <p:ext uri="{BB962C8B-B14F-4D97-AF65-F5344CB8AC3E}">
        <p14:creationId xmlns:p14="http://schemas.microsoft.com/office/powerpoint/2010/main" val="2293359817"/>
      </p:ext>
    </p:extLst>
  </p:cSld>
  <p:clrMapOvr>
    <a:masterClrMapping/>
  </p:clrMapOvr>
  <p:transition spd="slow">
    <p:push dir="u"/>
  </p:transition>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éleste">
  <a:themeElements>
    <a:clrScheme name="Céleste">
      <a:dk1>
        <a:sysClr val="windowText" lastClr="000000"/>
      </a:dk1>
      <a:lt1>
        <a:sysClr val="window" lastClr="FFFFFF"/>
      </a:lt1>
      <a:dk2>
        <a:srgbClr val="104C7E"/>
      </a:dk2>
      <a:lt2>
        <a:srgbClr val="EBEBEB"/>
      </a:lt2>
      <a:accent1>
        <a:srgbClr val="94CE67"/>
      </a:accent1>
      <a:accent2>
        <a:srgbClr val="49D1CD"/>
      </a:accent2>
      <a:accent3>
        <a:srgbClr val="61A5D6"/>
      </a:accent3>
      <a:accent4>
        <a:srgbClr val="9D8CD3"/>
      </a:accent4>
      <a:accent5>
        <a:srgbClr val="E45C8A"/>
      </a:accent5>
      <a:accent6>
        <a:srgbClr val="F98C61"/>
      </a:accent6>
      <a:hlink>
        <a:srgbClr val="AAF172"/>
      </a:hlink>
      <a:folHlink>
        <a:srgbClr val="E7F19A"/>
      </a:folHlink>
    </a:clrScheme>
    <a:fontScheme name="Célest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phone redacted]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éleste">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E44E6A2F-09CD-4BE0-B42D-107FF03CEED6}"/>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phone redacted]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phone redacted]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Céleste</Template>
  <TotalTime>490</TotalTime>
  <Words>622</Words>
  <Application>Microsoft Office PowerPoint</Application>
  <PresentationFormat>Grand écran</PresentationFormat>
  <Paragraphs>101</Paragraphs>
  <Slides>19</Slides>
  <Notes>2</Notes>
  <HiddenSlides>0</HiddenSlides>
  <MMClips>0</MMClips>
  <ScaleCrop>false</ScaleCrop>
  <HeadingPairs>
    <vt:vector size="6" baseType="variant">
      <vt:variant>
        <vt:lpstr>Polices utilisées</vt:lpstr>
      </vt:variant>
      <vt:variant>
        <vt:i4>6</vt:i4>
      </vt:variant>
      <vt:variant>
        <vt:lpstr>Thème</vt:lpstr>
      </vt:variant>
      <vt:variant>
        <vt:i4>1</vt:i4>
      </vt:variant>
      <vt:variant>
        <vt:lpstr>Titres des diapositives</vt:lpstr>
      </vt:variant>
      <vt:variant>
        <vt:i4>19</vt:i4>
      </vt:variant>
    </vt:vector>
  </HeadingPairs>
  <TitlesOfParts>
    <vt:vector size="26" baseType="lpstr">
      <vt:lpstr>Arial</vt:lpstr>
      <vt:lpstr>Calibri</vt:lpstr>
      <vt:lpstr>Calibri Light</vt:lpstr>
      <vt:lpstr>FZShuTi</vt:lpstr>
      <vt:lpstr>Georgia</vt:lpstr>
      <vt:lpstr>Open Sans Light</vt:lpstr>
      <vt:lpstr>Céleste</vt:lpstr>
      <vt:lpstr>Conception et Développement d’une Solution Web de Gestion d’une Bibliothèque Universitaire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 MERCI POUR VOTRE ATTENTION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HP</dc:creator>
  <cp:lastModifiedBy/>
  <cp:revision>23</cp:revision>
  <dcterms:created xsi:type="dcterms:W3CDTF">2024-06-16T16:39:26Z</dcterms:created>
  <dcterms:modified xsi:type="dcterms:W3CDTF">2024-06-22T02:58:01Z</dcterms:modified>
</cp:coreProperties>
</file>